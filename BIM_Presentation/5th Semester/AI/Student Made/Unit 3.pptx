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2.xml" ContentType="application/vnd.openxmlformats-officedocument.presentationml.tag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63"/>
  </p:notesMasterIdLst>
  <p:sldIdLst>
    <p:sldId id="262" r:id="rId2"/>
    <p:sldId id="256" r:id="rId3"/>
    <p:sldId id="257" r:id="rId4"/>
    <p:sldId id="259" r:id="rId5"/>
    <p:sldId id="258" r:id="rId6"/>
    <p:sldId id="261" r:id="rId7"/>
    <p:sldId id="263" r:id="rId8"/>
    <p:sldId id="264" r:id="rId9"/>
    <p:sldId id="272" r:id="rId10"/>
    <p:sldId id="260" r:id="rId11"/>
    <p:sldId id="266" r:id="rId12"/>
    <p:sldId id="273" r:id="rId13"/>
    <p:sldId id="267" r:id="rId14"/>
    <p:sldId id="274" r:id="rId15"/>
    <p:sldId id="268" r:id="rId16"/>
    <p:sldId id="275" r:id="rId17"/>
    <p:sldId id="269" r:id="rId18"/>
    <p:sldId id="276" r:id="rId19"/>
    <p:sldId id="270" r:id="rId20"/>
    <p:sldId id="265" r:id="rId21"/>
    <p:sldId id="271"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ata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1.svg"/></Relationships>
</file>

<file path=ppt/diagrams/_rels/data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7.svg"/><Relationship Id="rId4" Type="http://schemas.openxmlformats.org/officeDocument/2006/relationships/image" Target="../media/image26.svg"/></Relationships>
</file>

<file path=ppt/diagrams/_rels/data11.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svg"/></Relationships>
</file>

<file path=ppt/diagrams/_rels/data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 Id="rId4" Type="http://schemas.openxmlformats.org/officeDocument/2006/relationships/image" Target="../media/image34.svg"/></Relationships>
</file>

<file path=ppt/diagrams/_rels/data1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_rels/data1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image" Target="../media/image43.svg"/></Relationships>
</file>

<file path=ppt/diagrams/_rels/data19.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0.svg"/><Relationship Id="rId2" Type="http://schemas.openxmlformats.org/officeDocument/2006/relationships/image" Target="../media/image46.svg"/><Relationship Id="rId1" Type="http://schemas.openxmlformats.org/officeDocument/2006/relationships/image" Target="../media/image5.svg"/><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3.svg"/></Relationships>
</file>

<file path=ppt/diagrams/_rels/data27.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1.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svg"/><Relationship Id="rId1" Type="http://schemas.openxmlformats.org/officeDocument/2006/relationships/image" Target="../media/image24.svg"/><Relationship Id="rId5" Type="http://schemas.openxmlformats.org/officeDocument/2006/relationships/image" Target="../media/image27.svg"/><Relationship Id="rId4" Type="http://schemas.openxmlformats.org/officeDocument/2006/relationships/image" Target="../media/image26.svg"/></Relationships>
</file>

<file path=ppt/diagrams/_rels/drawing11.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 Id="rId4" Type="http://schemas.openxmlformats.org/officeDocument/2006/relationships/image" Target="../media/image34.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_rels/drawing1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image" Target="../media/image43.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0.svg"/><Relationship Id="rId2" Type="http://schemas.openxmlformats.org/officeDocument/2006/relationships/image" Target="../media/image46.svg"/><Relationship Id="rId1" Type="http://schemas.openxmlformats.org/officeDocument/2006/relationships/image" Target="../media/image5.svg"/><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3.svg"/></Relationships>
</file>

<file path=ppt/diagrams/_rels/drawing27.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658F5B-4D0E-4C14-802F-8BDF196BC068}" type="doc">
      <dgm:prSet loTypeId="urn:microsoft.com/office/officeart/2005/8/layout/default" loCatId="list" qsTypeId="urn:microsoft.com/office/officeart/2005/8/quickstyle/simple2" qsCatId="simple" csTypeId="urn:microsoft.com/office/officeart/2005/8/colors/accent1_3" csCatId="accent1"/>
      <dgm:spPr/>
      <dgm:t>
        <a:bodyPr/>
        <a:lstStyle/>
        <a:p>
          <a:endParaRPr lang="en-US"/>
        </a:p>
      </dgm:t>
    </dgm:pt>
    <dgm:pt modelId="{F530C7BC-4AED-4417-8503-9B59C940A3BC}">
      <dgm:prSet/>
      <dgm:spPr/>
      <dgm:t>
        <a:bodyPr/>
        <a:lstStyle/>
        <a:p>
          <a:r>
            <a:rPr lang="en-US" dirty="0"/>
            <a:t>A </a:t>
          </a:r>
          <a:r>
            <a:rPr lang="en-US" b="1" dirty="0"/>
            <a:t>problem-solving agent</a:t>
          </a:r>
          <a:r>
            <a:rPr lang="en-US" dirty="0"/>
            <a:t> is a type of goal-based agent that plans actions to achieve specific goals. Operate in simple environments with clear goals and fixed sequences of actions.</a:t>
          </a:r>
        </a:p>
      </dgm:t>
    </dgm:pt>
    <dgm:pt modelId="{DFA52F67-C8A9-468A-9668-A85F0D63CA0F}" type="parTrans" cxnId="{CFBE5679-7C15-4211-9211-2ECA013E72D6}">
      <dgm:prSet/>
      <dgm:spPr/>
      <dgm:t>
        <a:bodyPr/>
        <a:lstStyle/>
        <a:p>
          <a:endParaRPr lang="en-US"/>
        </a:p>
      </dgm:t>
    </dgm:pt>
    <dgm:pt modelId="{4E2F2597-F95B-4D3D-91F6-676A9C5B67DC}" type="sibTrans" cxnId="{CFBE5679-7C15-4211-9211-2ECA013E72D6}">
      <dgm:prSet/>
      <dgm:spPr/>
      <dgm:t>
        <a:bodyPr/>
        <a:lstStyle/>
        <a:p>
          <a:endParaRPr lang="en-US"/>
        </a:p>
      </dgm:t>
    </dgm:pt>
    <dgm:pt modelId="{FE14F9CB-D61C-4BCE-B43F-882DE98F021A}">
      <dgm:prSet/>
      <dgm:spPr/>
      <dgm:t>
        <a:bodyPr/>
        <a:lstStyle/>
        <a:p>
          <a:r>
            <a:rPr lang="en-US"/>
            <a:t>The agent works through a </a:t>
          </a:r>
          <a:r>
            <a:rPr lang="en-US" b="1"/>
            <a:t>four-phase problem-solving process</a:t>
          </a:r>
          <a:r>
            <a:rPr lang="en-US"/>
            <a:t>:</a:t>
          </a:r>
        </a:p>
      </dgm:t>
    </dgm:pt>
    <dgm:pt modelId="{65684989-1AD2-40DC-A6D8-0B09CDA11468}" type="parTrans" cxnId="{275B2334-ABFB-4B9E-89EE-85E3CEA6EA94}">
      <dgm:prSet/>
      <dgm:spPr/>
      <dgm:t>
        <a:bodyPr/>
        <a:lstStyle/>
        <a:p>
          <a:endParaRPr lang="en-US"/>
        </a:p>
      </dgm:t>
    </dgm:pt>
    <dgm:pt modelId="{EAECCCED-1253-44D7-8B09-427197A0341E}" type="sibTrans" cxnId="{275B2334-ABFB-4B9E-89EE-85E3CEA6EA94}">
      <dgm:prSet/>
      <dgm:spPr/>
      <dgm:t>
        <a:bodyPr/>
        <a:lstStyle/>
        <a:p>
          <a:endParaRPr lang="en-US"/>
        </a:p>
      </dgm:t>
    </dgm:pt>
    <dgm:pt modelId="{BFC75936-4BB7-4465-8AA9-289431B8F343}">
      <dgm:prSet/>
      <dgm:spPr/>
      <dgm:t>
        <a:bodyPr/>
        <a:lstStyle/>
        <a:p>
          <a:r>
            <a:rPr lang="en-US" b="1"/>
            <a:t>Goal Formulation </a:t>
          </a:r>
          <a:endParaRPr lang="en-US"/>
        </a:p>
      </dgm:t>
    </dgm:pt>
    <dgm:pt modelId="{A4DAC2F5-61BA-4447-B58C-6561DAFA5F06}" type="parTrans" cxnId="{443C1935-DF44-42B5-94F8-3FDD541C98A0}">
      <dgm:prSet/>
      <dgm:spPr/>
      <dgm:t>
        <a:bodyPr/>
        <a:lstStyle/>
        <a:p>
          <a:endParaRPr lang="en-US"/>
        </a:p>
      </dgm:t>
    </dgm:pt>
    <dgm:pt modelId="{94735CDD-BB27-428D-BB0B-3079A46601E4}" type="sibTrans" cxnId="{443C1935-DF44-42B5-94F8-3FDD541C98A0}">
      <dgm:prSet/>
      <dgm:spPr/>
      <dgm:t>
        <a:bodyPr/>
        <a:lstStyle/>
        <a:p>
          <a:endParaRPr lang="en-US"/>
        </a:p>
      </dgm:t>
    </dgm:pt>
    <dgm:pt modelId="{949BA7CF-9AB8-43DE-8278-5B89B3B49D78}">
      <dgm:prSet/>
      <dgm:spPr/>
      <dgm:t>
        <a:bodyPr/>
        <a:lstStyle/>
        <a:p>
          <a:r>
            <a:rPr lang="en-US" b="1"/>
            <a:t>Problem formulation</a:t>
          </a:r>
          <a:endParaRPr lang="en-US"/>
        </a:p>
      </dgm:t>
    </dgm:pt>
    <dgm:pt modelId="{BBD0880C-10B8-442D-8A03-72EDE2DC6DBA}" type="parTrans" cxnId="{915A0ECC-6293-411A-9897-93A04F880E79}">
      <dgm:prSet/>
      <dgm:spPr/>
      <dgm:t>
        <a:bodyPr/>
        <a:lstStyle/>
        <a:p>
          <a:endParaRPr lang="en-US"/>
        </a:p>
      </dgm:t>
    </dgm:pt>
    <dgm:pt modelId="{67D685AB-BE67-4265-AC13-97854B9782F2}" type="sibTrans" cxnId="{915A0ECC-6293-411A-9897-93A04F880E79}">
      <dgm:prSet/>
      <dgm:spPr/>
      <dgm:t>
        <a:bodyPr/>
        <a:lstStyle/>
        <a:p>
          <a:endParaRPr lang="en-US"/>
        </a:p>
      </dgm:t>
    </dgm:pt>
    <dgm:pt modelId="{0CA2E11F-55B9-454F-A9F0-497BB3D11A29}">
      <dgm:prSet/>
      <dgm:spPr/>
      <dgm:t>
        <a:bodyPr/>
        <a:lstStyle/>
        <a:p>
          <a:r>
            <a:rPr lang="en-US" b="1"/>
            <a:t>Search Method</a:t>
          </a:r>
          <a:endParaRPr lang="en-US"/>
        </a:p>
      </dgm:t>
    </dgm:pt>
    <dgm:pt modelId="{E530F220-0288-411D-A198-E84658B32DA4}" type="parTrans" cxnId="{47177000-E703-4EBB-B2AD-0FAC734A09F3}">
      <dgm:prSet/>
      <dgm:spPr/>
      <dgm:t>
        <a:bodyPr/>
        <a:lstStyle/>
        <a:p>
          <a:endParaRPr lang="en-US"/>
        </a:p>
      </dgm:t>
    </dgm:pt>
    <dgm:pt modelId="{2A5EE533-74F5-476B-A6A5-DC1822138AF2}" type="sibTrans" cxnId="{47177000-E703-4EBB-B2AD-0FAC734A09F3}">
      <dgm:prSet/>
      <dgm:spPr/>
      <dgm:t>
        <a:bodyPr/>
        <a:lstStyle/>
        <a:p>
          <a:endParaRPr lang="en-US"/>
        </a:p>
      </dgm:t>
    </dgm:pt>
    <dgm:pt modelId="{526DDB21-BCC2-4884-8F67-577EB24EE1A6}">
      <dgm:prSet/>
      <dgm:spPr/>
      <dgm:t>
        <a:bodyPr/>
        <a:lstStyle/>
        <a:p>
          <a:r>
            <a:rPr lang="en-US" b="1"/>
            <a:t>Execute</a:t>
          </a:r>
          <a:endParaRPr lang="en-US"/>
        </a:p>
      </dgm:t>
    </dgm:pt>
    <dgm:pt modelId="{7AE00EF1-44D8-4E0B-9B24-F90B3D8EE208}" type="parTrans" cxnId="{9905386F-0564-4677-89E3-7E8802E51544}">
      <dgm:prSet/>
      <dgm:spPr/>
      <dgm:t>
        <a:bodyPr/>
        <a:lstStyle/>
        <a:p>
          <a:endParaRPr lang="en-US"/>
        </a:p>
      </dgm:t>
    </dgm:pt>
    <dgm:pt modelId="{6F2A2E3C-7E8C-4028-9838-32F31AAB577E}" type="sibTrans" cxnId="{9905386F-0564-4677-89E3-7E8802E51544}">
      <dgm:prSet/>
      <dgm:spPr/>
      <dgm:t>
        <a:bodyPr/>
        <a:lstStyle/>
        <a:p>
          <a:endParaRPr lang="en-US"/>
        </a:p>
      </dgm:t>
    </dgm:pt>
    <dgm:pt modelId="{9852049F-CFF8-4281-8CCF-77634684ECF6}" type="pres">
      <dgm:prSet presAssocID="{3D658F5B-4D0E-4C14-802F-8BDF196BC068}" presName="diagram" presStyleCnt="0">
        <dgm:presLayoutVars>
          <dgm:dir/>
          <dgm:resizeHandles val="exact"/>
        </dgm:presLayoutVars>
      </dgm:prSet>
      <dgm:spPr/>
    </dgm:pt>
    <dgm:pt modelId="{1AC1D454-E32C-4657-913B-8E4580F01E46}" type="pres">
      <dgm:prSet presAssocID="{F530C7BC-4AED-4417-8503-9B59C940A3BC}" presName="node" presStyleLbl="node1" presStyleIdx="0" presStyleCnt="6">
        <dgm:presLayoutVars>
          <dgm:bulletEnabled val="1"/>
        </dgm:presLayoutVars>
      </dgm:prSet>
      <dgm:spPr/>
    </dgm:pt>
    <dgm:pt modelId="{7157E09A-F7CA-4F93-AFFF-18A982B54566}" type="pres">
      <dgm:prSet presAssocID="{4E2F2597-F95B-4D3D-91F6-676A9C5B67DC}" presName="sibTrans" presStyleCnt="0"/>
      <dgm:spPr/>
    </dgm:pt>
    <dgm:pt modelId="{417FD5B0-D704-4062-A45E-D3A66C878B56}" type="pres">
      <dgm:prSet presAssocID="{FE14F9CB-D61C-4BCE-B43F-882DE98F021A}" presName="node" presStyleLbl="node1" presStyleIdx="1" presStyleCnt="6">
        <dgm:presLayoutVars>
          <dgm:bulletEnabled val="1"/>
        </dgm:presLayoutVars>
      </dgm:prSet>
      <dgm:spPr/>
    </dgm:pt>
    <dgm:pt modelId="{4D5DBE14-A345-419B-BFD2-97592FB3F7F0}" type="pres">
      <dgm:prSet presAssocID="{EAECCCED-1253-44D7-8B09-427197A0341E}" presName="sibTrans" presStyleCnt="0"/>
      <dgm:spPr/>
    </dgm:pt>
    <dgm:pt modelId="{3263CDFE-FDB6-49FE-B49F-298ED51456AE}" type="pres">
      <dgm:prSet presAssocID="{BFC75936-4BB7-4465-8AA9-289431B8F343}" presName="node" presStyleLbl="node1" presStyleIdx="2" presStyleCnt="6">
        <dgm:presLayoutVars>
          <dgm:bulletEnabled val="1"/>
        </dgm:presLayoutVars>
      </dgm:prSet>
      <dgm:spPr/>
    </dgm:pt>
    <dgm:pt modelId="{B62C9843-4B47-4888-9481-0FE3D2D7842B}" type="pres">
      <dgm:prSet presAssocID="{94735CDD-BB27-428D-BB0B-3079A46601E4}" presName="sibTrans" presStyleCnt="0"/>
      <dgm:spPr/>
    </dgm:pt>
    <dgm:pt modelId="{9E60BAEB-6D5C-4A75-AA6A-476554E0847F}" type="pres">
      <dgm:prSet presAssocID="{949BA7CF-9AB8-43DE-8278-5B89B3B49D78}" presName="node" presStyleLbl="node1" presStyleIdx="3" presStyleCnt="6">
        <dgm:presLayoutVars>
          <dgm:bulletEnabled val="1"/>
        </dgm:presLayoutVars>
      </dgm:prSet>
      <dgm:spPr/>
    </dgm:pt>
    <dgm:pt modelId="{A2F9C333-578A-4B36-9930-7DA4828C3E8C}" type="pres">
      <dgm:prSet presAssocID="{67D685AB-BE67-4265-AC13-97854B9782F2}" presName="sibTrans" presStyleCnt="0"/>
      <dgm:spPr/>
    </dgm:pt>
    <dgm:pt modelId="{1B01CA82-47EC-471B-8050-69D7C567C534}" type="pres">
      <dgm:prSet presAssocID="{0CA2E11F-55B9-454F-A9F0-497BB3D11A29}" presName="node" presStyleLbl="node1" presStyleIdx="4" presStyleCnt="6">
        <dgm:presLayoutVars>
          <dgm:bulletEnabled val="1"/>
        </dgm:presLayoutVars>
      </dgm:prSet>
      <dgm:spPr/>
    </dgm:pt>
    <dgm:pt modelId="{831B725D-7E19-4397-815B-1CD2AEC4753E}" type="pres">
      <dgm:prSet presAssocID="{2A5EE533-74F5-476B-A6A5-DC1822138AF2}" presName="sibTrans" presStyleCnt="0"/>
      <dgm:spPr/>
    </dgm:pt>
    <dgm:pt modelId="{CEA20BC4-5BD9-4D63-AD20-DBAD72518D0B}" type="pres">
      <dgm:prSet presAssocID="{526DDB21-BCC2-4884-8F67-577EB24EE1A6}" presName="node" presStyleLbl="node1" presStyleIdx="5" presStyleCnt="6">
        <dgm:presLayoutVars>
          <dgm:bulletEnabled val="1"/>
        </dgm:presLayoutVars>
      </dgm:prSet>
      <dgm:spPr/>
    </dgm:pt>
  </dgm:ptLst>
  <dgm:cxnLst>
    <dgm:cxn modelId="{47177000-E703-4EBB-B2AD-0FAC734A09F3}" srcId="{3D658F5B-4D0E-4C14-802F-8BDF196BC068}" destId="{0CA2E11F-55B9-454F-A9F0-497BB3D11A29}" srcOrd="4" destOrd="0" parTransId="{E530F220-0288-411D-A198-E84658B32DA4}" sibTransId="{2A5EE533-74F5-476B-A6A5-DC1822138AF2}"/>
    <dgm:cxn modelId="{7ED9C00B-2AFB-4159-BC23-1E3BB8A09A4E}" type="presOf" srcId="{949BA7CF-9AB8-43DE-8278-5B89B3B49D78}" destId="{9E60BAEB-6D5C-4A75-AA6A-476554E0847F}" srcOrd="0" destOrd="0" presId="urn:microsoft.com/office/officeart/2005/8/layout/default"/>
    <dgm:cxn modelId="{F145EA1F-46B4-4345-BDF5-A44977E59494}" type="presOf" srcId="{FE14F9CB-D61C-4BCE-B43F-882DE98F021A}" destId="{417FD5B0-D704-4062-A45E-D3A66C878B56}" srcOrd="0" destOrd="0" presId="urn:microsoft.com/office/officeart/2005/8/layout/default"/>
    <dgm:cxn modelId="{6CDFA826-21BE-430A-AAA2-F512C24E1FA0}" type="presOf" srcId="{3D658F5B-4D0E-4C14-802F-8BDF196BC068}" destId="{9852049F-CFF8-4281-8CCF-77634684ECF6}" srcOrd="0" destOrd="0" presId="urn:microsoft.com/office/officeart/2005/8/layout/default"/>
    <dgm:cxn modelId="{E12E1934-6D8B-4D9F-9FB6-01DA0F280C96}" type="presOf" srcId="{0CA2E11F-55B9-454F-A9F0-497BB3D11A29}" destId="{1B01CA82-47EC-471B-8050-69D7C567C534}" srcOrd="0" destOrd="0" presId="urn:microsoft.com/office/officeart/2005/8/layout/default"/>
    <dgm:cxn modelId="{275B2334-ABFB-4B9E-89EE-85E3CEA6EA94}" srcId="{3D658F5B-4D0E-4C14-802F-8BDF196BC068}" destId="{FE14F9CB-D61C-4BCE-B43F-882DE98F021A}" srcOrd="1" destOrd="0" parTransId="{65684989-1AD2-40DC-A6D8-0B09CDA11468}" sibTransId="{EAECCCED-1253-44D7-8B09-427197A0341E}"/>
    <dgm:cxn modelId="{443C1935-DF44-42B5-94F8-3FDD541C98A0}" srcId="{3D658F5B-4D0E-4C14-802F-8BDF196BC068}" destId="{BFC75936-4BB7-4465-8AA9-289431B8F343}" srcOrd="2" destOrd="0" parTransId="{A4DAC2F5-61BA-4447-B58C-6561DAFA5F06}" sibTransId="{94735CDD-BB27-428D-BB0B-3079A46601E4}"/>
    <dgm:cxn modelId="{FBE04C62-9DE2-4043-927E-760F24915B57}" type="presOf" srcId="{F530C7BC-4AED-4417-8503-9B59C940A3BC}" destId="{1AC1D454-E32C-4657-913B-8E4580F01E46}" srcOrd="0" destOrd="0" presId="urn:microsoft.com/office/officeart/2005/8/layout/default"/>
    <dgm:cxn modelId="{AA499E6A-91FF-46D3-9570-BECF4CBEB6A7}" type="presOf" srcId="{526DDB21-BCC2-4884-8F67-577EB24EE1A6}" destId="{CEA20BC4-5BD9-4D63-AD20-DBAD72518D0B}" srcOrd="0" destOrd="0" presId="urn:microsoft.com/office/officeart/2005/8/layout/default"/>
    <dgm:cxn modelId="{9905386F-0564-4677-89E3-7E8802E51544}" srcId="{3D658F5B-4D0E-4C14-802F-8BDF196BC068}" destId="{526DDB21-BCC2-4884-8F67-577EB24EE1A6}" srcOrd="5" destOrd="0" parTransId="{7AE00EF1-44D8-4E0B-9B24-F90B3D8EE208}" sibTransId="{6F2A2E3C-7E8C-4028-9838-32F31AAB577E}"/>
    <dgm:cxn modelId="{CFBE5679-7C15-4211-9211-2ECA013E72D6}" srcId="{3D658F5B-4D0E-4C14-802F-8BDF196BC068}" destId="{F530C7BC-4AED-4417-8503-9B59C940A3BC}" srcOrd="0" destOrd="0" parTransId="{DFA52F67-C8A9-468A-9668-A85F0D63CA0F}" sibTransId="{4E2F2597-F95B-4D3D-91F6-676A9C5B67DC}"/>
    <dgm:cxn modelId="{915A0ECC-6293-411A-9897-93A04F880E79}" srcId="{3D658F5B-4D0E-4C14-802F-8BDF196BC068}" destId="{949BA7CF-9AB8-43DE-8278-5B89B3B49D78}" srcOrd="3" destOrd="0" parTransId="{BBD0880C-10B8-442D-8A03-72EDE2DC6DBA}" sibTransId="{67D685AB-BE67-4265-AC13-97854B9782F2}"/>
    <dgm:cxn modelId="{38F01EDD-51B1-4736-8993-8C99BCD5F361}" type="presOf" srcId="{BFC75936-4BB7-4465-8AA9-289431B8F343}" destId="{3263CDFE-FDB6-49FE-B49F-298ED51456AE}" srcOrd="0" destOrd="0" presId="urn:microsoft.com/office/officeart/2005/8/layout/default"/>
    <dgm:cxn modelId="{9C51C7F6-262C-476F-969D-38EBD1864C1D}" type="presParOf" srcId="{9852049F-CFF8-4281-8CCF-77634684ECF6}" destId="{1AC1D454-E32C-4657-913B-8E4580F01E46}" srcOrd="0" destOrd="0" presId="urn:microsoft.com/office/officeart/2005/8/layout/default"/>
    <dgm:cxn modelId="{1366188B-6316-48A0-B7F9-557CD67C5E0A}" type="presParOf" srcId="{9852049F-CFF8-4281-8CCF-77634684ECF6}" destId="{7157E09A-F7CA-4F93-AFFF-18A982B54566}" srcOrd="1" destOrd="0" presId="urn:microsoft.com/office/officeart/2005/8/layout/default"/>
    <dgm:cxn modelId="{0DED3AEF-07DF-46F9-B0E2-7BD290A93CF6}" type="presParOf" srcId="{9852049F-CFF8-4281-8CCF-77634684ECF6}" destId="{417FD5B0-D704-4062-A45E-D3A66C878B56}" srcOrd="2" destOrd="0" presId="urn:microsoft.com/office/officeart/2005/8/layout/default"/>
    <dgm:cxn modelId="{38778607-32B4-4E22-B539-8EF57BFAD928}" type="presParOf" srcId="{9852049F-CFF8-4281-8CCF-77634684ECF6}" destId="{4D5DBE14-A345-419B-BFD2-97592FB3F7F0}" srcOrd="3" destOrd="0" presId="urn:microsoft.com/office/officeart/2005/8/layout/default"/>
    <dgm:cxn modelId="{BBB81701-5E0B-4E5C-8AEE-2DEDACD4EC07}" type="presParOf" srcId="{9852049F-CFF8-4281-8CCF-77634684ECF6}" destId="{3263CDFE-FDB6-49FE-B49F-298ED51456AE}" srcOrd="4" destOrd="0" presId="urn:microsoft.com/office/officeart/2005/8/layout/default"/>
    <dgm:cxn modelId="{27E161BB-41F3-478A-AC12-B4135B4388EC}" type="presParOf" srcId="{9852049F-CFF8-4281-8CCF-77634684ECF6}" destId="{B62C9843-4B47-4888-9481-0FE3D2D7842B}" srcOrd="5" destOrd="0" presId="urn:microsoft.com/office/officeart/2005/8/layout/default"/>
    <dgm:cxn modelId="{D256F08B-6004-4EBB-83E5-E391FAB56BD9}" type="presParOf" srcId="{9852049F-CFF8-4281-8CCF-77634684ECF6}" destId="{9E60BAEB-6D5C-4A75-AA6A-476554E0847F}" srcOrd="6" destOrd="0" presId="urn:microsoft.com/office/officeart/2005/8/layout/default"/>
    <dgm:cxn modelId="{65B5794A-1D0F-440E-A0BF-9FA0A2B20413}" type="presParOf" srcId="{9852049F-CFF8-4281-8CCF-77634684ECF6}" destId="{A2F9C333-578A-4B36-9930-7DA4828C3E8C}" srcOrd="7" destOrd="0" presId="urn:microsoft.com/office/officeart/2005/8/layout/default"/>
    <dgm:cxn modelId="{32535072-B475-4215-A44C-BDD703AA22C8}" type="presParOf" srcId="{9852049F-CFF8-4281-8CCF-77634684ECF6}" destId="{1B01CA82-47EC-471B-8050-69D7C567C534}" srcOrd="8" destOrd="0" presId="urn:microsoft.com/office/officeart/2005/8/layout/default"/>
    <dgm:cxn modelId="{D8EACF1A-2901-47CF-92B2-7A5E914E3775}" type="presParOf" srcId="{9852049F-CFF8-4281-8CCF-77634684ECF6}" destId="{831B725D-7E19-4397-815B-1CD2AEC4753E}" srcOrd="9" destOrd="0" presId="urn:microsoft.com/office/officeart/2005/8/layout/default"/>
    <dgm:cxn modelId="{111363CA-7D39-48AE-84EA-008904E1E767}" type="presParOf" srcId="{9852049F-CFF8-4281-8CCF-77634684ECF6}" destId="{CEA20BC4-5BD9-4D63-AD20-DBAD72518D0B}"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A3595D-DEBD-47CA-8C97-2625EC0A35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F7D4CBE-E8D6-4D74-AB79-B5065BB7D668}">
      <dgm:prSet/>
      <dgm:spPr/>
      <dgm:t>
        <a:bodyPr/>
        <a:lstStyle/>
        <a:p>
          <a:endParaRPr lang="en-US" baseline="0" dirty="0"/>
        </a:p>
        <a:p>
          <a:r>
            <a:rPr lang="en-US" baseline="0" dirty="0"/>
            <a:t>  Uniformed Search					</a:t>
          </a:r>
          <a:endParaRPr lang="en-US" dirty="0"/>
        </a:p>
      </dgm:t>
    </dgm:pt>
    <dgm:pt modelId="{71E0022B-60E7-49E9-912D-7943B32F73FC}" type="parTrans" cxnId="{B991D7FC-C8EF-4F6F-9F43-DC1270BCEF33}">
      <dgm:prSet/>
      <dgm:spPr/>
      <dgm:t>
        <a:bodyPr/>
        <a:lstStyle/>
        <a:p>
          <a:endParaRPr lang="en-US"/>
        </a:p>
      </dgm:t>
    </dgm:pt>
    <dgm:pt modelId="{F78984D2-4309-46A7-BCA8-463CDA768929}" type="sibTrans" cxnId="{B991D7FC-C8EF-4F6F-9F43-DC1270BCEF33}">
      <dgm:prSet/>
      <dgm:spPr/>
      <dgm:t>
        <a:bodyPr/>
        <a:lstStyle/>
        <a:p>
          <a:endParaRPr lang="en-US"/>
        </a:p>
      </dgm:t>
    </dgm:pt>
    <dgm:pt modelId="{F94AAC6C-25F4-4AE5-B120-B87E1E3CB10B}">
      <dgm:prSet/>
      <dgm:spPr/>
      <dgm:t>
        <a:bodyPr/>
        <a:lstStyle/>
        <a:p>
          <a:r>
            <a:rPr lang="en-US"/>
            <a:t>Depth First Search</a:t>
          </a:r>
        </a:p>
      </dgm:t>
    </dgm:pt>
    <dgm:pt modelId="{F5BEE5C9-C44E-462E-8B49-4630D8B540C5}" type="parTrans" cxnId="{21FC79AF-C695-4235-B627-D56F78D4F523}">
      <dgm:prSet/>
      <dgm:spPr/>
      <dgm:t>
        <a:bodyPr/>
        <a:lstStyle/>
        <a:p>
          <a:endParaRPr lang="en-US"/>
        </a:p>
      </dgm:t>
    </dgm:pt>
    <dgm:pt modelId="{EB6967B6-271F-4941-8E22-2EFC5EF4F0B9}" type="sibTrans" cxnId="{21FC79AF-C695-4235-B627-D56F78D4F523}">
      <dgm:prSet/>
      <dgm:spPr/>
      <dgm:t>
        <a:bodyPr/>
        <a:lstStyle/>
        <a:p>
          <a:endParaRPr lang="en-US"/>
        </a:p>
      </dgm:t>
    </dgm:pt>
    <dgm:pt modelId="{076A7F3A-6AC6-4423-AA48-3186F70413B9}">
      <dgm:prSet/>
      <dgm:spPr/>
      <dgm:t>
        <a:bodyPr/>
        <a:lstStyle/>
        <a:p>
          <a:r>
            <a:rPr lang="en-US"/>
            <a:t>Breadth First Search</a:t>
          </a:r>
        </a:p>
      </dgm:t>
    </dgm:pt>
    <dgm:pt modelId="{FE026694-7216-4C2C-B214-FA007062ED10}" type="parTrans" cxnId="{9C40D6EA-38EE-43C7-B752-95D09AF0EA29}">
      <dgm:prSet/>
      <dgm:spPr/>
      <dgm:t>
        <a:bodyPr/>
        <a:lstStyle/>
        <a:p>
          <a:endParaRPr lang="en-US"/>
        </a:p>
      </dgm:t>
    </dgm:pt>
    <dgm:pt modelId="{F14A374F-4C3E-4E3B-BD15-5E6415EF7E17}" type="sibTrans" cxnId="{9C40D6EA-38EE-43C7-B752-95D09AF0EA29}">
      <dgm:prSet/>
      <dgm:spPr/>
      <dgm:t>
        <a:bodyPr/>
        <a:lstStyle/>
        <a:p>
          <a:endParaRPr lang="en-US"/>
        </a:p>
      </dgm:t>
    </dgm:pt>
    <dgm:pt modelId="{91073C93-EAA6-4428-835C-DF2A46A6E530}">
      <dgm:prSet/>
      <dgm:spPr/>
      <dgm:t>
        <a:bodyPr/>
        <a:lstStyle/>
        <a:p>
          <a:r>
            <a:rPr lang="en-US"/>
            <a:t>Depth Limited Search</a:t>
          </a:r>
        </a:p>
      </dgm:t>
    </dgm:pt>
    <dgm:pt modelId="{89A71F5A-84A7-45B5-AFBA-0F842C6003B7}" type="parTrans" cxnId="{545449E3-EDE8-4845-A0DD-B3C2C1F2C850}">
      <dgm:prSet/>
      <dgm:spPr/>
      <dgm:t>
        <a:bodyPr/>
        <a:lstStyle/>
        <a:p>
          <a:endParaRPr lang="en-US"/>
        </a:p>
      </dgm:t>
    </dgm:pt>
    <dgm:pt modelId="{4878C875-A071-4DCD-A285-A0C4CCBD2FDA}" type="sibTrans" cxnId="{545449E3-EDE8-4845-A0DD-B3C2C1F2C850}">
      <dgm:prSet/>
      <dgm:spPr/>
      <dgm:t>
        <a:bodyPr/>
        <a:lstStyle/>
        <a:p>
          <a:endParaRPr lang="en-US"/>
        </a:p>
      </dgm:t>
    </dgm:pt>
    <dgm:pt modelId="{43DB2092-6D32-4C89-B741-8FAF8A790323}">
      <dgm:prSet/>
      <dgm:spPr/>
      <dgm:t>
        <a:bodyPr/>
        <a:lstStyle/>
        <a:p>
          <a:r>
            <a:rPr lang="en-US"/>
            <a:t>Iterative Deepening Search</a:t>
          </a:r>
        </a:p>
      </dgm:t>
    </dgm:pt>
    <dgm:pt modelId="{C178569D-259B-4BCA-91E2-725237D68326}" type="parTrans" cxnId="{AF63F663-58BF-4070-8FF4-8CB770149936}">
      <dgm:prSet/>
      <dgm:spPr/>
      <dgm:t>
        <a:bodyPr/>
        <a:lstStyle/>
        <a:p>
          <a:endParaRPr lang="en-US"/>
        </a:p>
      </dgm:t>
    </dgm:pt>
    <dgm:pt modelId="{5159D08B-1F65-4C94-9834-827F25B75917}" type="sibTrans" cxnId="{AF63F663-58BF-4070-8FF4-8CB770149936}">
      <dgm:prSet/>
      <dgm:spPr/>
      <dgm:t>
        <a:bodyPr/>
        <a:lstStyle/>
        <a:p>
          <a:endParaRPr lang="en-US"/>
        </a:p>
      </dgm:t>
    </dgm:pt>
    <dgm:pt modelId="{AFD1F976-13ED-4A8F-8F93-4DC65C83E769}">
      <dgm:prSet/>
      <dgm:spPr/>
      <dgm:t>
        <a:bodyPr/>
        <a:lstStyle/>
        <a:p>
          <a:r>
            <a:rPr lang="en-US"/>
            <a:t>Bidirectional Search</a:t>
          </a:r>
        </a:p>
      </dgm:t>
    </dgm:pt>
    <dgm:pt modelId="{2E81DCA5-E389-456D-8B65-48633CE75D8C}" type="parTrans" cxnId="{5C0CCBD0-53D6-4715-BCC4-4767D8677DF3}">
      <dgm:prSet/>
      <dgm:spPr/>
      <dgm:t>
        <a:bodyPr/>
        <a:lstStyle/>
        <a:p>
          <a:endParaRPr lang="en-US"/>
        </a:p>
      </dgm:t>
    </dgm:pt>
    <dgm:pt modelId="{711D8E00-692F-418B-AFEA-365963264850}" type="sibTrans" cxnId="{5C0CCBD0-53D6-4715-BCC4-4767D8677DF3}">
      <dgm:prSet/>
      <dgm:spPr/>
      <dgm:t>
        <a:bodyPr/>
        <a:lstStyle/>
        <a:p>
          <a:endParaRPr lang="en-US"/>
        </a:p>
      </dgm:t>
    </dgm:pt>
    <dgm:pt modelId="{258038AC-E1C4-43FD-9A35-79BB6A0AD265}">
      <dgm:prSet/>
      <dgm:spPr/>
      <dgm:t>
        <a:bodyPr/>
        <a:lstStyle/>
        <a:p>
          <a:r>
            <a:rPr lang="en-US" baseline="0"/>
            <a:t>Informed Search</a:t>
          </a:r>
          <a:endParaRPr lang="en-US"/>
        </a:p>
      </dgm:t>
    </dgm:pt>
    <dgm:pt modelId="{8CEEABA2-3FCA-464A-AD3A-1C9E165C5F95}" type="parTrans" cxnId="{9F80126E-58C1-44C5-AB86-76FB9E290CBB}">
      <dgm:prSet/>
      <dgm:spPr/>
      <dgm:t>
        <a:bodyPr/>
        <a:lstStyle/>
        <a:p>
          <a:endParaRPr lang="en-US"/>
        </a:p>
      </dgm:t>
    </dgm:pt>
    <dgm:pt modelId="{5A0BCD45-C1E9-4E68-9CE8-2566293827D6}" type="sibTrans" cxnId="{9F80126E-58C1-44C5-AB86-76FB9E290CBB}">
      <dgm:prSet/>
      <dgm:spPr/>
      <dgm:t>
        <a:bodyPr/>
        <a:lstStyle/>
        <a:p>
          <a:endParaRPr lang="en-US"/>
        </a:p>
      </dgm:t>
    </dgm:pt>
    <dgm:pt modelId="{3E4A42B3-1ADE-40D4-9131-FE1B898F5660}">
      <dgm:prSet/>
      <dgm:spPr/>
      <dgm:t>
        <a:bodyPr/>
        <a:lstStyle/>
        <a:p>
          <a:r>
            <a:rPr lang="en-US"/>
            <a:t>Greedy Best First Search</a:t>
          </a:r>
        </a:p>
      </dgm:t>
    </dgm:pt>
    <dgm:pt modelId="{70760E98-0674-440F-8DB8-09E4E6552939}" type="parTrans" cxnId="{D21FE2E3-4303-4F1F-AC83-1DA9F2432647}">
      <dgm:prSet/>
      <dgm:spPr/>
      <dgm:t>
        <a:bodyPr/>
        <a:lstStyle/>
        <a:p>
          <a:endParaRPr lang="en-US"/>
        </a:p>
      </dgm:t>
    </dgm:pt>
    <dgm:pt modelId="{B8DD1A1F-2AEA-4EB6-9DF3-73877CB8050E}" type="sibTrans" cxnId="{D21FE2E3-4303-4F1F-AC83-1DA9F2432647}">
      <dgm:prSet/>
      <dgm:spPr/>
      <dgm:t>
        <a:bodyPr/>
        <a:lstStyle/>
        <a:p>
          <a:endParaRPr lang="en-US"/>
        </a:p>
      </dgm:t>
    </dgm:pt>
    <dgm:pt modelId="{7084BFC9-0BDE-4C1B-AC39-F75D9812038C}">
      <dgm:prSet/>
      <dgm:spPr/>
      <dgm:t>
        <a:bodyPr/>
        <a:lstStyle/>
        <a:p>
          <a:r>
            <a:rPr lang="en-US"/>
            <a:t>A* Search</a:t>
          </a:r>
        </a:p>
      </dgm:t>
    </dgm:pt>
    <dgm:pt modelId="{C9260C96-E34B-4089-BF1A-90B9B9609310}" type="parTrans" cxnId="{53232F45-0910-4EC8-A1D5-B24617A4795B}">
      <dgm:prSet/>
      <dgm:spPr/>
      <dgm:t>
        <a:bodyPr/>
        <a:lstStyle/>
        <a:p>
          <a:endParaRPr lang="en-US"/>
        </a:p>
      </dgm:t>
    </dgm:pt>
    <dgm:pt modelId="{2D044103-7EB0-4D0C-B592-5316B6181017}" type="sibTrans" cxnId="{53232F45-0910-4EC8-A1D5-B24617A4795B}">
      <dgm:prSet/>
      <dgm:spPr/>
      <dgm:t>
        <a:bodyPr/>
        <a:lstStyle/>
        <a:p>
          <a:endParaRPr lang="en-US"/>
        </a:p>
      </dgm:t>
    </dgm:pt>
    <dgm:pt modelId="{7CD7CB44-135D-40F7-8AB8-2F9C3BBA1C51}">
      <dgm:prSet/>
      <dgm:spPr/>
      <dgm:t>
        <a:bodyPr/>
        <a:lstStyle/>
        <a:p>
          <a:r>
            <a:rPr lang="en-US"/>
            <a:t>Hill climbing </a:t>
          </a:r>
        </a:p>
      </dgm:t>
    </dgm:pt>
    <dgm:pt modelId="{08B58017-F258-49F1-BAFC-A9A58526E204}" type="parTrans" cxnId="{03E53394-BCF6-4D2B-861E-4BC8ABC59796}">
      <dgm:prSet/>
      <dgm:spPr/>
      <dgm:t>
        <a:bodyPr/>
        <a:lstStyle/>
        <a:p>
          <a:endParaRPr lang="en-US"/>
        </a:p>
      </dgm:t>
    </dgm:pt>
    <dgm:pt modelId="{15D1F07F-C35B-4F91-8A10-F876550FFADC}" type="sibTrans" cxnId="{03E53394-BCF6-4D2B-861E-4BC8ABC59796}">
      <dgm:prSet/>
      <dgm:spPr/>
      <dgm:t>
        <a:bodyPr/>
        <a:lstStyle/>
        <a:p>
          <a:endParaRPr lang="en-US"/>
        </a:p>
      </dgm:t>
    </dgm:pt>
    <dgm:pt modelId="{6709AB37-CFFE-44DF-91A3-3D42BFB0157A}">
      <dgm:prSet/>
      <dgm:spPr/>
      <dgm:t>
        <a:bodyPr/>
        <a:lstStyle/>
        <a:p>
          <a:r>
            <a:rPr lang="en-US"/>
            <a:t>Stimulated Annealing </a:t>
          </a:r>
        </a:p>
      </dgm:t>
    </dgm:pt>
    <dgm:pt modelId="{F536E58E-297E-48FE-87B0-B9D025A35038}" type="parTrans" cxnId="{80F9A053-DE6E-462C-B071-D1DC6FA15B97}">
      <dgm:prSet/>
      <dgm:spPr/>
      <dgm:t>
        <a:bodyPr/>
        <a:lstStyle/>
        <a:p>
          <a:endParaRPr lang="en-US"/>
        </a:p>
      </dgm:t>
    </dgm:pt>
    <dgm:pt modelId="{F27EE9BB-7466-4F2A-AE8E-2E9A0D0EF705}" type="sibTrans" cxnId="{80F9A053-DE6E-462C-B071-D1DC6FA15B97}">
      <dgm:prSet/>
      <dgm:spPr/>
      <dgm:t>
        <a:bodyPr/>
        <a:lstStyle/>
        <a:p>
          <a:endParaRPr lang="en-US"/>
        </a:p>
      </dgm:t>
    </dgm:pt>
    <dgm:pt modelId="{0CF81EE2-520E-4A78-A382-1D1FC7A1ADC3}">
      <dgm:prSet/>
      <dgm:spPr/>
      <dgm:t>
        <a:bodyPr/>
        <a:lstStyle/>
        <a:p>
          <a:r>
            <a:rPr lang="en-US"/>
            <a:t>Game Playing</a:t>
          </a:r>
        </a:p>
      </dgm:t>
    </dgm:pt>
    <dgm:pt modelId="{C2059BA1-2008-462A-8173-5BE3BB23D13A}" type="parTrans" cxnId="{17758E9B-F1A4-46F4-84D5-4D0DCE198372}">
      <dgm:prSet/>
      <dgm:spPr/>
      <dgm:t>
        <a:bodyPr/>
        <a:lstStyle/>
        <a:p>
          <a:endParaRPr lang="en-US"/>
        </a:p>
      </dgm:t>
    </dgm:pt>
    <dgm:pt modelId="{77E647BD-E829-492B-A7F0-0D778D1E7DB7}" type="sibTrans" cxnId="{17758E9B-F1A4-46F4-84D5-4D0DCE198372}">
      <dgm:prSet/>
      <dgm:spPr/>
      <dgm:t>
        <a:bodyPr/>
        <a:lstStyle/>
        <a:p>
          <a:endParaRPr lang="en-US"/>
        </a:p>
      </dgm:t>
    </dgm:pt>
    <dgm:pt modelId="{EAF7A5E1-4EA6-41C8-8775-1FE889D8754E}">
      <dgm:prSet/>
      <dgm:spPr/>
      <dgm:t>
        <a:bodyPr/>
        <a:lstStyle/>
        <a:p>
          <a:r>
            <a:rPr lang="en-US"/>
            <a:t>Adversarial Search Techniques</a:t>
          </a:r>
        </a:p>
      </dgm:t>
    </dgm:pt>
    <dgm:pt modelId="{24E5BDB8-EB55-42A1-BE6D-EAE2EFCAE500}" type="parTrans" cxnId="{D6BE885C-4904-4D06-97D6-B196FB3F5272}">
      <dgm:prSet/>
      <dgm:spPr/>
      <dgm:t>
        <a:bodyPr/>
        <a:lstStyle/>
        <a:p>
          <a:endParaRPr lang="en-US"/>
        </a:p>
      </dgm:t>
    </dgm:pt>
    <dgm:pt modelId="{E533B04C-4F64-492B-8F5C-8C5474FA6B11}" type="sibTrans" cxnId="{D6BE885C-4904-4D06-97D6-B196FB3F5272}">
      <dgm:prSet/>
      <dgm:spPr/>
      <dgm:t>
        <a:bodyPr/>
        <a:lstStyle/>
        <a:p>
          <a:endParaRPr lang="en-US"/>
        </a:p>
      </dgm:t>
    </dgm:pt>
    <dgm:pt modelId="{C4DA65E8-C807-49C1-BE65-129F8BB9C671}">
      <dgm:prSet/>
      <dgm:spPr/>
      <dgm:t>
        <a:bodyPr/>
        <a:lstStyle/>
        <a:p>
          <a:r>
            <a:rPr lang="en-US"/>
            <a:t>Mini-max Search</a:t>
          </a:r>
        </a:p>
      </dgm:t>
    </dgm:pt>
    <dgm:pt modelId="{E4B4F233-D7FA-4C24-839E-8FA3B42134E9}" type="parTrans" cxnId="{1A4A2F6C-84A9-41D2-810C-A5B84D42CC03}">
      <dgm:prSet/>
      <dgm:spPr/>
      <dgm:t>
        <a:bodyPr/>
        <a:lstStyle/>
        <a:p>
          <a:endParaRPr lang="en-US"/>
        </a:p>
      </dgm:t>
    </dgm:pt>
    <dgm:pt modelId="{7BCE0052-FAA9-4C4A-8C52-598E6BA1C721}" type="sibTrans" cxnId="{1A4A2F6C-84A9-41D2-810C-A5B84D42CC03}">
      <dgm:prSet/>
      <dgm:spPr/>
      <dgm:t>
        <a:bodyPr/>
        <a:lstStyle/>
        <a:p>
          <a:endParaRPr lang="en-US"/>
        </a:p>
      </dgm:t>
    </dgm:pt>
    <dgm:pt modelId="{879B0962-F948-43BE-886F-17D100147574}">
      <dgm:prSet/>
      <dgm:spPr/>
      <dgm:t>
        <a:bodyPr/>
        <a:lstStyle/>
        <a:p>
          <a:r>
            <a:rPr lang="en-US"/>
            <a:t>Alpha-Beta Pruning</a:t>
          </a:r>
        </a:p>
      </dgm:t>
    </dgm:pt>
    <dgm:pt modelId="{E7D5BB77-37EB-42B5-9DC8-D0493D8ECE26}" type="parTrans" cxnId="{786C8950-E773-4EAA-BC99-C781165E0F7E}">
      <dgm:prSet/>
      <dgm:spPr/>
      <dgm:t>
        <a:bodyPr/>
        <a:lstStyle/>
        <a:p>
          <a:endParaRPr lang="en-US"/>
        </a:p>
      </dgm:t>
    </dgm:pt>
    <dgm:pt modelId="{2E529E08-8C11-4C94-9308-6B8B2D0C95C7}" type="sibTrans" cxnId="{786C8950-E773-4EAA-BC99-C781165E0F7E}">
      <dgm:prSet/>
      <dgm:spPr/>
      <dgm:t>
        <a:bodyPr/>
        <a:lstStyle/>
        <a:p>
          <a:endParaRPr lang="en-US"/>
        </a:p>
      </dgm:t>
    </dgm:pt>
    <dgm:pt modelId="{A1495B5B-4F46-4DC4-9291-AA936991EF43}" type="pres">
      <dgm:prSet presAssocID="{81A3595D-DEBD-47CA-8C97-2625EC0A35FE}" presName="Name0" presStyleCnt="0">
        <dgm:presLayoutVars>
          <dgm:dir/>
          <dgm:animLvl val="lvl"/>
          <dgm:resizeHandles val="exact"/>
        </dgm:presLayoutVars>
      </dgm:prSet>
      <dgm:spPr/>
    </dgm:pt>
    <dgm:pt modelId="{59DDD806-EFC3-4ADB-864A-2FEDA66D54B8}" type="pres">
      <dgm:prSet presAssocID="{2F7D4CBE-E8D6-4D74-AB79-B5065BB7D668}" presName="composite" presStyleCnt="0"/>
      <dgm:spPr/>
    </dgm:pt>
    <dgm:pt modelId="{981ACCEF-3D54-4FD2-B213-0919A23FB802}" type="pres">
      <dgm:prSet presAssocID="{2F7D4CBE-E8D6-4D74-AB79-B5065BB7D668}" presName="parTx" presStyleLbl="alignNode1" presStyleIdx="0" presStyleCnt="2">
        <dgm:presLayoutVars>
          <dgm:chMax val="0"/>
          <dgm:chPref val="0"/>
          <dgm:bulletEnabled val="1"/>
        </dgm:presLayoutVars>
      </dgm:prSet>
      <dgm:spPr/>
    </dgm:pt>
    <dgm:pt modelId="{00CD60F8-7DDA-4A33-8C30-D3493EEEACFA}" type="pres">
      <dgm:prSet presAssocID="{2F7D4CBE-E8D6-4D74-AB79-B5065BB7D668}" presName="desTx" presStyleLbl="alignAccFollowNode1" presStyleIdx="0" presStyleCnt="2">
        <dgm:presLayoutVars>
          <dgm:bulletEnabled val="1"/>
        </dgm:presLayoutVars>
      </dgm:prSet>
      <dgm:spPr/>
    </dgm:pt>
    <dgm:pt modelId="{6F37D523-EF1F-44E9-92B4-EB8EE62C1877}" type="pres">
      <dgm:prSet presAssocID="{F78984D2-4309-46A7-BCA8-463CDA768929}" presName="space" presStyleCnt="0"/>
      <dgm:spPr/>
    </dgm:pt>
    <dgm:pt modelId="{CB50345E-8284-4276-8C13-46EF755E3899}" type="pres">
      <dgm:prSet presAssocID="{258038AC-E1C4-43FD-9A35-79BB6A0AD265}" presName="composite" presStyleCnt="0"/>
      <dgm:spPr/>
    </dgm:pt>
    <dgm:pt modelId="{3542FB57-077E-421E-B115-BD99B8362ED1}" type="pres">
      <dgm:prSet presAssocID="{258038AC-E1C4-43FD-9A35-79BB6A0AD265}" presName="parTx" presStyleLbl="alignNode1" presStyleIdx="1" presStyleCnt="2">
        <dgm:presLayoutVars>
          <dgm:chMax val="0"/>
          <dgm:chPref val="0"/>
          <dgm:bulletEnabled val="1"/>
        </dgm:presLayoutVars>
      </dgm:prSet>
      <dgm:spPr/>
    </dgm:pt>
    <dgm:pt modelId="{471C0175-C539-47AF-896F-1D1CC1746B26}" type="pres">
      <dgm:prSet presAssocID="{258038AC-E1C4-43FD-9A35-79BB6A0AD265}" presName="desTx" presStyleLbl="alignAccFollowNode1" presStyleIdx="1" presStyleCnt="2">
        <dgm:presLayoutVars>
          <dgm:bulletEnabled val="1"/>
        </dgm:presLayoutVars>
      </dgm:prSet>
      <dgm:spPr/>
    </dgm:pt>
  </dgm:ptLst>
  <dgm:cxnLst>
    <dgm:cxn modelId="{FC945814-9390-44D2-A93D-62DDCAE331AE}" type="presOf" srcId="{F94AAC6C-25F4-4AE5-B120-B87E1E3CB10B}" destId="{00CD60F8-7DDA-4A33-8C30-D3493EEEACFA}" srcOrd="0" destOrd="0" presId="urn:microsoft.com/office/officeart/2005/8/layout/hList1"/>
    <dgm:cxn modelId="{01CBF42A-86A7-411A-80F8-1AF94BD26650}" type="presOf" srcId="{0CF81EE2-520E-4A78-A382-1D1FC7A1ADC3}" destId="{471C0175-C539-47AF-896F-1D1CC1746B26}" srcOrd="0" destOrd="4" presId="urn:microsoft.com/office/officeart/2005/8/layout/hList1"/>
    <dgm:cxn modelId="{DE6D0A36-4382-4B7E-9A6C-C44DF1CE59E1}" type="presOf" srcId="{7084BFC9-0BDE-4C1B-AC39-F75D9812038C}" destId="{471C0175-C539-47AF-896F-1D1CC1746B26}" srcOrd="0" destOrd="1" presId="urn:microsoft.com/office/officeart/2005/8/layout/hList1"/>
    <dgm:cxn modelId="{D6BE885C-4904-4D06-97D6-B196FB3F5272}" srcId="{258038AC-E1C4-43FD-9A35-79BB6A0AD265}" destId="{EAF7A5E1-4EA6-41C8-8775-1FE889D8754E}" srcOrd="5" destOrd="0" parTransId="{24E5BDB8-EB55-42A1-BE6D-EAE2EFCAE500}" sibTransId="{E533B04C-4F64-492B-8F5C-8C5474FA6B11}"/>
    <dgm:cxn modelId="{ED6FE261-92A6-446D-A577-4A6DD6EA7B21}" type="presOf" srcId="{076A7F3A-6AC6-4423-AA48-3186F70413B9}" destId="{00CD60F8-7DDA-4A33-8C30-D3493EEEACFA}" srcOrd="0" destOrd="1" presId="urn:microsoft.com/office/officeart/2005/8/layout/hList1"/>
    <dgm:cxn modelId="{AF63F663-58BF-4070-8FF4-8CB770149936}" srcId="{2F7D4CBE-E8D6-4D74-AB79-B5065BB7D668}" destId="{43DB2092-6D32-4C89-B741-8FAF8A790323}" srcOrd="3" destOrd="0" parTransId="{C178569D-259B-4BCA-91E2-725237D68326}" sibTransId="{5159D08B-1F65-4C94-9834-827F25B75917}"/>
    <dgm:cxn modelId="{53232F45-0910-4EC8-A1D5-B24617A4795B}" srcId="{258038AC-E1C4-43FD-9A35-79BB6A0AD265}" destId="{7084BFC9-0BDE-4C1B-AC39-F75D9812038C}" srcOrd="1" destOrd="0" parTransId="{C9260C96-E34B-4089-BF1A-90B9B9609310}" sibTransId="{2D044103-7EB0-4D0C-B592-5316B6181017}"/>
    <dgm:cxn modelId="{C8321D46-CFF6-490F-99C4-4A335A8FD2B8}" type="presOf" srcId="{81A3595D-DEBD-47CA-8C97-2625EC0A35FE}" destId="{A1495B5B-4F46-4DC4-9291-AA936991EF43}" srcOrd="0" destOrd="0" presId="urn:microsoft.com/office/officeart/2005/8/layout/hList1"/>
    <dgm:cxn modelId="{1A4A2F6C-84A9-41D2-810C-A5B84D42CC03}" srcId="{258038AC-E1C4-43FD-9A35-79BB6A0AD265}" destId="{C4DA65E8-C807-49C1-BE65-129F8BB9C671}" srcOrd="6" destOrd="0" parTransId="{E4B4F233-D7FA-4C24-839E-8FA3B42134E9}" sibTransId="{7BCE0052-FAA9-4C4A-8C52-598E6BA1C721}"/>
    <dgm:cxn modelId="{9F80126E-58C1-44C5-AB86-76FB9E290CBB}" srcId="{81A3595D-DEBD-47CA-8C97-2625EC0A35FE}" destId="{258038AC-E1C4-43FD-9A35-79BB6A0AD265}" srcOrd="1" destOrd="0" parTransId="{8CEEABA2-3FCA-464A-AD3A-1C9E165C5F95}" sibTransId="{5A0BCD45-C1E9-4E68-9CE8-2566293827D6}"/>
    <dgm:cxn modelId="{786C8950-E773-4EAA-BC99-C781165E0F7E}" srcId="{258038AC-E1C4-43FD-9A35-79BB6A0AD265}" destId="{879B0962-F948-43BE-886F-17D100147574}" srcOrd="7" destOrd="0" parTransId="{E7D5BB77-37EB-42B5-9DC8-D0493D8ECE26}" sibTransId="{2E529E08-8C11-4C94-9308-6B8B2D0C95C7}"/>
    <dgm:cxn modelId="{AE8B7D73-5622-4F07-9A8A-A0AD3FD8DF4F}" type="presOf" srcId="{3E4A42B3-1ADE-40D4-9131-FE1B898F5660}" destId="{471C0175-C539-47AF-896F-1D1CC1746B26}" srcOrd="0" destOrd="0" presId="urn:microsoft.com/office/officeart/2005/8/layout/hList1"/>
    <dgm:cxn modelId="{80F9A053-DE6E-462C-B071-D1DC6FA15B97}" srcId="{258038AC-E1C4-43FD-9A35-79BB6A0AD265}" destId="{6709AB37-CFFE-44DF-91A3-3D42BFB0157A}" srcOrd="3" destOrd="0" parTransId="{F536E58E-297E-48FE-87B0-B9D025A35038}" sibTransId="{F27EE9BB-7466-4F2A-AE8E-2E9A0D0EF705}"/>
    <dgm:cxn modelId="{A8725278-DE99-4545-9763-6AC0EC3CD45B}" type="presOf" srcId="{C4DA65E8-C807-49C1-BE65-129F8BB9C671}" destId="{471C0175-C539-47AF-896F-1D1CC1746B26}" srcOrd="0" destOrd="6" presId="urn:microsoft.com/office/officeart/2005/8/layout/hList1"/>
    <dgm:cxn modelId="{2E9B2789-CCE3-4C5D-914B-BB6FD5A81790}" type="presOf" srcId="{879B0962-F948-43BE-886F-17D100147574}" destId="{471C0175-C539-47AF-896F-1D1CC1746B26}" srcOrd="0" destOrd="7" presId="urn:microsoft.com/office/officeart/2005/8/layout/hList1"/>
    <dgm:cxn modelId="{03E53394-BCF6-4D2B-861E-4BC8ABC59796}" srcId="{258038AC-E1C4-43FD-9A35-79BB6A0AD265}" destId="{7CD7CB44-135D-40F7-8AB8-2F9C3BBA1C51}" srcOrd="2" destOrd="0" parTransId="{08B58017-F258-49F1-BAFC-A9A58526E204}" sibTransId="{15D1F07F-C35B-4F91-8A10-F876550FFADC}"/>
    <dgm:cxn modelId="{77500796-D5DA-4662-9A01-C019A7D5B1E1}" type="presOf" srcId="{7CD7CB44-135D-40F7-8AB8-2F9C3BBA1C51}" destId="{471C0175-C539-47AF-896F-1D1CC1746B26}" srcOrd="0" destOrd="2" presId="urn:microsoft.com/office/officeart/2005/8/layout/hList1"/>
    <dgm:cxn modelId="{B42EEF97-CAE3-498D-B54C-BC72D8A96AFF}" type="presOf" srcId="{AFD1F976-13ED-4A8F-8F93-4DC65C83E769}" destId="{00CD60F8-7DDA-4A33-8C30-D3493EEEACFA}" srcOrd="0" destOrd="4" presId="urn:microsoft.com/office/officeart/2005/8/layout/hList1"/>
    <dgm:cxn modelId="{17758E9B-F1A4-46F4-84D5-4D0DCE198372}" srcId="{258038AC-E1C4-43FD-9A35-79BB6A0AD265}" destId="{0CF81EE2-520E-4A78-A382-1D1FC7A1ADC3}" srcOrd="4" destOrd="0" parTransId="{C2059BA1-2008-462A-8173-5BE3BB23D13A}" sibTransId="{77E647BD-E829-492B-A7F0-0D778D1E7DB7}"/>
    <dgm:cxn modelId="{E33DEA9C-094C-4CF5-9E03-B8D379D97D1C}" type="presOf" srcId="{258038AC-E1C4-43FD-9A35-79BB6A0AD265}" destId="{3542FB57-077E-421E-B115-BD99B8362ED1}" srcOrd="0" destOrd="0" presId="urn:microsoft.com/office/officeart/2005/8/layout/hList1"/>
    <dgm:cxn modelId="{664EE4A0-D830-4A7E-BB73-3067E9DF4594}" type="presOf" srcId="{6709AB37-CFFE-44DF-91A3-3D42BFB0157A}" destId="{471C0175-C539-47AF-896F-1D1CC1746B26}" srcOrd="0" destOrd="3" presId="urn:microsoft.com/office/officeart/2005/8/layout/hList1"/>
    <dgm:cxn modelId="{02A9FDAC-F2F4-455B-9922-7015A7C89C69}" type="presOf" srcId="{43DB2092-6D32-4C89-B741-8FAF8A790323}" destId="{00CD60F8-7DDA-4A33-8C30-D3493EEEACFA}" srcOrd="0" destOrd="3" presId="urn:microsoft.com/office/officeart/2005/8/layout/hList1"/>
    <dgm:cxn modelId="{21FC79AF-C695-4235-B627-D56F78D4F523}" srcId="{2F7D4CBE-E8D6-4D74-AB79-B5065BB7D668}" destId="{F94AAC6C-25F4-4AE5-B120-B87E1E3CB10B}" srcOrd="0" destOrd="0" parTransId="{F5BEE5C9-C44E-462E-8B49-4630D8B540C5}" sibTransId="{EB6967B6-271F-4941-8E22-2EFC5EF4F0B9}"/>
    <dgm:cxn modelId="{6E9906B6-242C-48D2-BE8A-17117D03CAA2}" type="presOf" srcId="{2F7D4CBE-E8D6-4D74-AB79-B5065BB7D668}" destId="{981ACCEF-3D54-4FD2-B213-0919A23FB802}" srcOrd="0" destOrd="0" presId="urn:microsoft.com/office/officeart/2005/8/layout/hList1"/>
    <dgm:cxn modelId="{E0DE48C1-31AE-44FD-8220-2743DBAD096A}" type="presOf" srcId="{EAF7A5E1-4EA6-41C8-8775-1FE889D8754E}" destId="{471C0175-C539-47AF-896F-1D1CC1746B26}" srcOrd="0" destOrd="5" presId="urn:microsoft.com/office/officeart/2005/8/layout/hList1"/>
    <dgm:cxn modelId="{3C55D1C6-863D-411B-A85B-7854B74C1F54}" type="presOf" srcId="{91073C93-EAA6-4428-835C-DF2A46A6E530}" destId="{00CD60F8-7DDA-4A33-8C30-D3493EEEACFA}" srcOrd="0" destOrd="2" presId="urn:microsoft.com/office/officeart/2005/8/layout/hList1"/>
    <dgm:cxn modelId="{5C0CCBD0-53D6-4715-BCC4-4767D8677DF3}" srcId="{2F7D4CBE-E8D6-4D74-AB79-B5065BB7D668}" destId="{AFD1F976-13ED-4A8F-8F93-4DC65C83E769}" srcOrd="4" destOrd="0" parTransId="{2E81DCA5-E389-456D-8B65-48633CE75D8C}" sibTransId="{711D8E00-692F-418B-AFEA-365963264850}"/>
    <dgm:cxn modelId="{545449E3-EDE8-4845-A0DD-B3C2C1F2C850}" srcId="{2F7D4CBE-E8D6-4D74-AB79-B5065BB7D668}" destId="{91073C93-EAA6-4428-835C-DF2A46A6E530}" srcOrd="2" destOrd="0" parTransId="{89A71F5A-84A7-45B5-AFBA-0F842C6003B7}" sibTransId="{4878C875-A071-4DCD-A285-A0C4CCBD2FDA}"/>
    <dgm:cxn modelId="{D21FE2E3-4303-4F1F-AC83-1DA9F2432647}" srcId="{258038AC-E1C4-43FD-9A35-79BB6A0AD265}" destId="{3E4A42B3-1ADE-40D4-9131-FE1B898F5660}" srcOrd="0" destOrd="0" parTransId="{70760E98-0674-440F-8DB8-09E4E6552939}" sibTransId="{B8DD1A1F-2AEA-4EB6-9DF3-73877CB8050E}"/>
    <dgm:cxn modelId="{9C40D6EA-38EE-43C7-B752-95D09AF0EA29}" srcId="{2F7D4CBE-E8D6-4D74-AB79-B5065BB7D668}" destId="{076A7F3A-6AC6-4423-AA48-3186F70413B9}" srcOrd="1" destOrd="0" parTransId="{FE026694-7216-4C2C-B214-FA007062ED10}" sibTransId="{F14A374F-4C3E-4E3B-BD15-5E6415EF7E17}"/>
    <dgm:cxn modelId="{B991D7FC-C8EF-4F6F-9F43-DC1270BCEF33}" srcId="{81A3595D-DEBD-47CA-8C97-2625EC0A35FE}" destId="{2F7D4CBE-E8D6-4D74-AB79-B5065BB7D668}" srcOrd="0" destOrd="0" parTransId="{71E0022B-60E7-49E9-912D-7943B32F73FC}" sibTransId="{F78984D2-4309-46A7-BCA8-463CDA768929}"/>
    <dgm:cxn modelId="{E1D0F55B-5B00-44AF-86F4-281C30358656}" type="presParOf" srcId="{A1495B5B-4F46-4DC4-9291-AA936991EF43}" destId="{59DDD806-EFC3-4ADB-864A-2FEDA66D54B8}" srcOrd="0" destOrd="0" presId="urn:microsoft.com/office/officeart/2005/8/layout/hList1"/>
    <dgm:cxn modelId="{1CC1D78C-DEFA-48FC-87E0-AC873CAA858E}" type="presParOf" srcId="{59DDD806-EFC3-4ADB-864A-2FEDA66D54B8}" destId="{981ACCEF-3D54-4FD2-B213-0919A23FB802}" srcOrd="0" destOrd="0" presId="urn:microsoft.com/office/officeart/2005/8/layout/hList1"/>
    <dgm:cxn modelId="{1FEEE347-EE68-4277-904A-AA8AB64E6F95}" type="presParOf" srcId="{59DDD806-EFC3-4ADB-864A-2FEDA66D54B8}" destId="{00CD60F8-7DDA-4A33-8C30-D3493EEEACFA}" srcOrd="1" destOrd="0" presId="urn:microsoft.com/office/officeart/2005/8/layout/hList1"/>
    <dgm:cxn modelId="{B9AED15F-8D0C-45F7-8770-6E4E2E7C1D07}" type="presParOf" srcId="{A1495B5B-4F46-4DC4-9291-AA936991EF43}" destId="{6F37D523-EF1F-44E9-92B4-EB8EE62C1877}" srcOrd="1" destOrd="0" presId="urn:microsoft.com/office/officeart/2005/8/layout/hList1"/>
    <dgm:cxn modelId="{634C0ADE-381D-4243-81BF-D6A5D1CF796E}" type="presParOf" srcId="{A1495B5B-4F46-4DC4-9291-AA936991EF43}" destId="{CB50345E-8284-4276-8C13-46EF755E3899}" srcOrd="2" destOrd="0" presId="urn:microsoft.com/office/officeart/2005/8/layout/hList1"/>
    <dgm:cxn modelId="{79EBB20A-56A6-4B1A-AAA9-AED257135FA4}" type="presParOf" srcId="{CB50345E-8284-4276-8C13-46EF755E3899}" destId="{3542FB57-077E-421E-B115-BD99B8362ED1}" srcOrd="0" destOrd="0" presId="urn:microsoft.com/office/officeart/2005/8/layout/hList1"/>
    <dgm:cxn modelId="{21648C87-883E-4A51-8E20-20A29517C445}" type="presParOf" srcId="{CB50345E-8284-4276-8C13-46EF755E3899}" destId="{471C0175-C539-47AF-896F-1D1CC1746B2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9C7CA5-3BDE-4AC3-BC0A-6C2D9E2682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ED3A491-AB3F-4769-B128-40BA1FE93147}">
      <dgm:prSet/>
      <dgm:spPr/>
      <dgm:t>
        <a:bodyPr/>
        <a:lstStyle/>
        <a:p>
          <a:pPr>
            <a:lnSpc>
              <a:spcPct val="100000"/>
            </a:lnSpc>
          </a:pPr>
          <a:r>
            <a:rPr lang="en-US" baseline="0"/>
            <a:t>Uninformed search does not use any domain knowledge to guide the search process.</a:t>
          </a:r>
          <a:endParaRPr lang="en-US"/>
        </a:p>
      </dgm:t>
    </dgm:pt>
    <dgm:pt modelId="{A142E8CA-97E3-4073-A4FD-F181D56CCC44}" type="parTrans" cxnId="{11F237A9-63EC-4325-A7A6-56112FF4B949}">
      <dgm:prSet/>
      <dgm:spPr/>
      <dgm:t>
        <a:bodyPr/>
        <a:lstStyle/>
        <a:p>
          <a:endParaRPr lang="en-US"/>
        </a:p>
      </dgm:t>
    </dgm:pt>
    <dgm:pt modelId="{124FAAE6-6ABF-4985-9B1B-C659CE0053D0}" type="sibTrans" cxnId="{11F237A9-63EC-4325-A7A6-56112FF4B949}">
      <dgm:prSet/>
      <dgm:spPr/>
      <dgm:t>
        <a:bodyPr/>
        <a:lstStyle/>
        <a:p>
          <a:endParaRPr lang="en-US"/>
        </a:p>
      </dgm:t>
    </dgm:pt>
    <dgm:pt modelId="{B665F53E-69E8-493C-B76A-F75F9B470703}">
      <dgm:prSet/>
      <dgm:spPr/>
      <dgm:t>
        <a:bodyPr/>
        <a:lstStyle/>
        <a:p>
          <a:pPr>
            <a:lnSpc>
              <a:spcPct val="100000"/>
            </a:lnSpc>
          </a:pPr>
          <a:r>
            <a:rPr lang="en-US" baseline="0"/>
            <a:t>This method uses a brute force approach (explores all possibilities) to find the solution.</a:t>
          </a:r>
          <a:endParaRPr lang="en-US"/>
        </a:p>
      </dgm:t>
    </dgm:pt>
    <dgm:pt modelId="{8273AFE2-0662-4185-A9A3-E2F1F052FC8F}" type="parTrans" cxnId="{3168BDCE-197E-4A4E-9FD1-193C0BD1F344}">
      <dgm:prSet/>
      <dgm:spPr/>
      <dgm:t>
        <a:bodyPr/>
        <a:lstStyle/>
        <a:p>
          <a:endParaRPr lang="en-US"/>
        </a:p>
      </dgm:t>
    </dgm:pt>
    <dgm:pt modelId="{9F6C75B6-7E93-4404-B65B-AAEBEFA2CB0F}" type="sibTrans" cxnId="{3168BDCE-197E-4A4E-9FD1-193C0BD1F344}">
      <dgm:prSet/>
      <dgm:spPr/>
      <dgm:t>
        <a:bodyPr/>
        <a:lstStyle/>
        <a:p>
          <a:endParaRPr lang="en-US"/>
        </a:p>
      </dgm:t>
    </dgm:pt>
    <dgm:pt modelId="{B119A136-6B7E-4629-87BF-1FCC3389077B}">
      <dgm:prSet/>
      <dgm:spPr/>
      <dgm:t>
        <a:bodyPr/>
        <a:lstStyle/>
        <a:p>
          <a:pPr>
            <a:lnSpc>
              <a:spcPct val="100000"/>
            </a:lnSpc>
          </a:pPr>
          <a:r>
            <a:rPr lang="en-US" baseline="0"/>
            <a:t>It can be time consuming but often finds the correct solution.</a:t>
          </a:r>
          <a:endParaRPr lang="en-US"/>
        </a:p>
      </dgm:t>
    </dgm:pt>
    <dgm:pt modelId="{8D8E5F88-CA66-4E42-94D5-1A8119B29750}" type="parTrans" cxnId="{AAED6547-6E96-4D57-A544-A5D2E0B292B7}">
      <dgm:prSet/>
      <dgm:spPr/>
      <dgm:t>
        <a:bodyPr/>
        <a:lstStyle/>
        <a:p>
          <a:endParaRPr lang="en-US"/>
        </a:p>
      </dgm:t>
    </dgm:pt>
    <dgm:pt modelId="{3667A105-F302-4332-BA47-1CD3FC0E5081}" type="sibTrans" cxnId="{AAED6547-6E96-4D57-A544-A5D2E0B292B7}">
      <dgm:prSet/>
      <dgm:spPr/>
      <dgm:t>
        <a:bodyPr/>
        <a:lstStyle/>
        <a:p>
          <a:endParaRPr lang="en-US"/>
        </a:p>
      </dgm:t>
    </dgm:pt>
    <dgm:pt modelId="{9D9F9399-CE6A-4BF2-8B0D-03F1629A03AD}" type="pres">
      <dgm:prSet presAssocID="{F09C7CA5-3BDE-4AC3-BC0A-6C2D9E268268}" presName="root" presStyleCnt="0">
        <dgm:presLayoutVars>
          <dgm:dir/>
          <dgm:resizeHandles val="exact"/>
        </dgm:presLayoutVars>
      </dgm:prSet>
      <dgm:spPr/>
    </dgm:pt>
    <dgm:pt modelId="{A3ADA900-0BA4-42E6-9E52-04319FF2DD2F}" type="pres">
      <dgm:prSet presAssocID="{AED3A491-AB3F-4769-B128-40BA1FE93147}" presName="compNode" presStyleCnt="0"/>
      <dgm:spPr/>
    </dgm:pt>
    <dgm:pt modelId="{E69434BF-7D08-443C-8EC3-38327D228CD1}" type="pres">
      <dgm:prSet presAssocID="{AED3A491-AB3F-4769-B128-40BA1FE93147}" presName="bgRect" presStyleLbl="bgShp" presStyleIdx="0" presStyleCnt="3"/>
      <dgm:spPr/>
    </dgm:pt>
    <dgm:pt modelId="{0F486182-F9E6-42A6-8137-0BA9F9CB32FC}" type="pres">
      <dgm:prSet presAssocID="{AED3A491-AB3F-4769-B128-40BA1FE9314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arget Audience"/>
        </a:ext>
      </dgm:extLst>
    </dgm:pt>
    <dgm:pt modelId="{46AE09A5-753D-46BC-9698-C73912295B39}" type="pres">
      <dgm:prSet presAssocID="{AED3A491-AB3F-4769-B128-40BA1FE93147}" presName="spaceRect" presStyleCnt="0"/>
      <dgm:spPr/>
    </dgm:pt>
    <dgm:pt modelId="{A0D696FC-CA07-45B6-9F41-FD333D6136F7}" type="pres">
      <dgm:prSet presAssocID="{AED3A491-AB3F-4769-B128-40BA1FE93147}" presName="parTx" presStyleLbl="revTx" presStyleIdx="0" presStyleCnt="3">
        <dgm:presLayoutVars>
          <dgm:chMax val="0"/>
          <dgm:chPref val="0"/>
        </dgm:presLayoutVars>
      </dgm:prSet>
      <dgm:spPr/>
    </dgm:pt>
    <dgm:pt modelId="{C5E35F1B-6CF3-4D0E-9DC0-34567675119F}" type="pres">
      <dgm:prSet presAssocID="{124FAAE6-6ABF-4985-9B1B-C659CE0053D0}" presName="sibTrans" presStyleCnt="0"/>
      <dgm:spPr/>
    </dgm:pt>
    <dgm:pt modelId="{7C597FCE-8922-434A-AB9F-C6B68A87120B}" type="pres">
      <dgm:prSet presAssocID="{B665F53E-69E8-493C-B76A-F75F9B470703}" presName="compNode" presStyleCnt="0"/>
      <dgm:spPr/>
    </dgm:pt>
    <dgm:pt modelId="{C45BB272-C3E4-478E-999F-151BC393DCCB}" type="pres">
      <dgm:prSet presAssocID="{B665F53E-69E8-493C-B76A-F75F9B470703}" presName="bgRect" presStyleLbl="bgShp" presStyleIdx="1" presStyleCnt="3"/>
      <dgm:spPr/>
    </dgm:pt>
    <dgm:pt modelId="{1E647503-0455-4023-9C02-E8BFD9643C06}" type="pres">
      <dgm:prSet presAssocID="{B665F53E-69E8-493C-B76A-F75F9B47070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319BE35C-B5DC-4E74-80DE-3F7EC97CE06E}" type="pres">
      <dgm:prSet presAssocID="{B665F53E-69E8-493C-B76A-F75F9B470703}" presName="spaceRect" presStyleCnt="0"/>
      <dgm:spPr/>
    </dgm:pt>
    <dgm:pt modelId="{3F9B3B79-DF2F-4DC2-B7B3-190F5E15AD77}" type="pres">
      <dgm:prSet presAssocID="{B665F53E-69E8-493C-B76A-F75F9B470703}" presName="parTx" presStyleLbl="revTx" presStyleIdx="1" presStyleCnt="3">
        <dgm:presLayoutVars>
          <dgm:chMax val="0"/>
          <dgm:chPref val="0"/>
        </dgm:presLayoutVars>
      </dgm:prSet>
      <dgm:spPr/>
    </dgm:pt>
    <dgm:pt modelId="{8C6B0C74-3121-40CE-AA12-401EEAF3B52A}" type="pres">
      <dgm:prSet presAssocID="{9F6C75B6-7E93-4404-B65B-AAEBEFA2CB0F}" presName="sibTrans" presStyleCnt="0"/>
      <dgm:spPr/>
    </dgm:pt>
    <dgm:pt modelId="{999E0B47-120B-43C4-8366-6AC593F44AFF}" type="pres">
      <dgm:prSet presAssocID="{B119A136-6B7E-4629-87BF-1FCC3389077B}" presName="compNode" presStyleCnt="0"/>
      <dgm:spPr/>
    </dgm:pt>
    <dgm:pt modelId="{7A1E4FEA-B1CF-41AB-80DC-9F668B4DB7B3}" type="pres">
      <dgm:prSet presAssocID="{B119A136-6B7E-4629-87BF-1FCC3389077B}" presName="bgRect" presStyleLbl="bgShp" presStyleIdx="2" presStyleCnt="3"/>
      <dgm:spPr/>
    </dgm:pt>
    <dgm:pt modelId="{1405B94F-65B2-4B1A-BB37-D1E7CF00B641}" type="pres">
      <dgm:prSet presAssocID="{B119A136-6B7E-4629-87BF-1FCC3389077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aze"/>
        </a:ext>
      </dgm:extLst>
    </dgm:pt>
    <dgm:pt modelId="{CEDB4B83-8C45-46FE-8974-E9A5C0BE26D1}" type="pres">
      <dgm:prSet presAssocID="{B119A136-6B7E-4629-87BF-1FCC3389077B}" presName="spaceRect" presStyleCnt="0"/>
      <dgm:spPr/>
    </dgm:pt>
    <dgm:pt modelId="{53B76888-294C-428F-85E9-E3EE152AEE97}" type="pres">
      <dgm:prSet presAssocID="{B119A136-6B7E-4629-87BF-1FCC3389077B}" presName="parTx" presStyleLbl="revTx" presStyleIdx="2" presStyleCnt="3">
        <dgm:presLayoutVars>
          <dgm:chMax val="0"/>
          <dgm:chPref val="0"/>
        </dgm:presLayoutVars>
      </dgm:prSet>
      <dgm:spPr/>
    </dgm:pt>
  </dgm:ptLst>
  <dgm:cxnLst>
    <dgm:cxn modelId="{74263838-9175-4DA5-BD27-84322563AAA3}" type="presOf" srcId="{B119A136-6B7E-4629-87BF-1FCC3389077B}" destId="{53B76888-294C-428F-85E9-E3EE152AEE97}" srcOrd="0" destOrd="0" presId="urn:microsoft.com/office/officeart/2018/2/layout/IconVerticalSolidList"/>
    <dgm:cxn modelId="{AAED6547-6E96-4D57-A544-A5D2E0B292B7}" srcId="{F09C7CA5-3BDE-4AC3-BC0A-6C2D9E268268}" destId="{B119A136-6B7E-4629-87BF-1FCC3389077B}" srcOrd="2" destOrd="0" parTransId="{8D8E5F88-CA66-4E42-94D5-1A8119B29750}" sibTransId="{3667A105-F302-4332-BA47-1CD3FC0E5081}"/>
    <dgm:cxn modelId="{11F237A9-63EC-4325-A7A6-56112FF4B949}" srcId="{F09C7CA5-3BDE-4AC3-BC0A-6C2D9E268268}" destId="{AED3A491-AB3F-4769-B128-40BA1FE93147}" srcOrd="0" destOrd="0" parTransId="{A142E8CA-97E3-4073-A4FD-F181D56CCC44}" sibTransId="{124FAAE6-6ABF-4985-9B1B-C659CE0053D0}"/>
    <dgm:cxn modelId="{3168BDCE-197E-4A4E-9FD1-193C0BD1F344}" srcId="{F09C7CA5-3BDE-4AC3-BC0A-6C2D9E268268}" destId="{B665F53E-69E8-493C-B76A-F75F9B470703}" srcOrd="1" destOrd="0" parTransId="{8273AFE2-0662-4185-A9A3-E2F1F052FC8F}" sibTransId="{9F6C75B6-7E93-4404-B65B-AAEBEFA2CB0F}"/>
    <dgm:cxn modelId="{602DA1D3-9BA8-4AE9-BFC0-D202531E9F8B}" type="presOf" srcId="{F09C7CA5-3BDE-4AC3-BC0A-6C2D9E268268}" destId="{9D9F9399-CE6A-4BF2-8B0D-03F1629A03AD}" srcOrd="0" destOrd="0" presId="urn:microsoft.com/office/officeart/2018/2/layout/IconVerticalSolidList"/>
    <dgm:cxn modelId="{F02CAAED-CC1F-4F32-95B8-2ADA6A8CA64B}" type="presOf" srcId="{B665F53E-69E8-493C-B76A-F75F9B470703}" destId="{3F9B3B79-DF2F-4DC2-B7B3-190F5E15AD77}" srcOrd="0" destOrd="0" presId="urn:microsoft.com/office/officeart/2018/2/layout/IconVerticalSolidList"/>
    <dgm:cxn modelId="{EAF8CEF6-744D-4058-88AE-E1906BF5272C}" type="presOf" srcId="{AED3A491-AB3F-4769-B128-40BA1FE93147}" destId="{A0D696FC-CA07-45B6-9F41-FD333D6136F7}" srcOrd="0" destOrd="0" presId="urn:microsoft.com/office/officeart/2018/2/layout/IconVerticalSolidList"/>
    <dgm:cxn modelId="{29A39C42-EF5B-4C14-AD4D-145204DCD3F8}" type="presParOf" srcId="{9D9F9399-CE6A-4BF2-8B0D-03F1629A03AD}" destId="{A3ADA900-0BA4-42E6-9E52-04319FF2DD2F}" srcOrd="0" destOrd="0" presId="urn:microsoft.com/office/officeart/2018/2/layout/IconVerticalSolidList"/>
    <dgm:cxn modelId="{B7D0EF4E-EE06-48E4-B775-6DA61647C173}" type="presParOf" srcId="{A3ADA900-0BA4-42E6-9E52-04319FF2DD2F}" destId="{E69434BF-7D08-443C-8EC3-38327D228CD1}" srcOrd="0" destOrd="0" presId="urn:microsoft.com/office/officeart/2018/2/layout/IconVerticalSolidList"/>
    <dgm:cxn modelId="{63B99C94-ACC4-470C-9884-1F4A2B428175}" type="presParOf" srcId="{A3ADA900-0BA4-42E6-9E52-04319FF2DD2F}" destId="{0F486182-F9E6-42A6-8137-0BA9F9CB32FC}" srcOrd="1" destOrd="0" presId="urn:microsoft.com/office/officeart/2018/2/layout/IconVerticalSolidList"/>
    <dgm:cxn modelId="{E29107F7-A503-416C-AAA4-64192027F5BB}" type="presParOf" srcId="{A3ADA900-0BA4-42E6-9E52-04319FF2DD2F}" destId="{46AE09A5-753D-46BC-9698-C73912295B39}" srcOrd="2" destOrd="0" presId="urn:microsoft.com/office/officeart/2018/2/layout/IconVerticalSolidList"/>
    <dgm:cxn modelId="{7D8B61DF-D723-4F21-A222-5B40BD447C3E}" type="presParOf" srcId="{A3ADA900-0BA4-42E6-9E52-04319FF2DD2F}" destId="{A0D696FC-CA07-45B6-9F41-FD333D6136F7}" srcOrd="3" destOrd="0" presId="urn:microsoft.com/office/officeart/2018/2/layout/IconVerticalSolidList"/>
    <dgm:cxn modelId="{B96B15E8-7CE5-4355-AF14-D351F3B1A373}" type="presParOf" srcId="{9D9F9399-CE6A-4BF2-8B0D-03F1629A03AD}" destId="{C5E35F1B-6CF3-4D0E-9DC0-34567675119F}" srcOrd="1" destOrd="0" presId="urn:microsoft.com/office/officeart/2018/2/layout/IconVerticalSolidList"/>
    <dgm:cxn modelId="{1CAE5FCF-8E94-4CBB-B88F-F2D388C89CC0}" type="presParOf" srcId="{9D9F9399-CE6A-4BF2-8B0D-03F1629A03AD}" destId="{7C597FCE-8922-434A-AB9F-C6B68A87120B}" srcOrd="2" destOrd="0" presId="urn:microsoft.com/office/officeart/2018/2/layout/IconVerticalSolidList"/>
    <dgm:cxn modelId="{2A238F3A-C710-46A1-A89B-C544208A98A4}" type="presParOf" srcId="{7C597FCE-8922-434A-AB9F-C6B68A87120B}" destId="{C45BB272-C3E4-478E-999F-151BC393DCCB}" srcOrd="0" destOrd="0" presId="urn:microsoft.com/office/officeart/2018/2/layout/IconVerticalSolidList"/>
    <dgm:cxn modelId="{E888CB60-9C48-41A6-B854-9E366E618ED7}" type="presParOf" srcId="{7C597FCE-8922-434A-AB9F-C6B68A87120B}" destId="{1E647503-0455-4023-9C02-E8BFD9643C06}" srcOrd="1" destOrd="0" presId="urn:microsoft.com/office/officeart/2018/2/layout/IconVerticalSolidList"/>
    <dgm:cxn modelId="{CD22D918-C065-4535-A935-16712A301514}" type="presParOf" srcId="{7C597FCE-8922-434A-AB9F-C6B68A87120B}" destId="{319BE35C-B5DC-4E74-80DE-3F7EC97CE06E}" srcOrd="2" destOrd="0" presId="urn:microsoft.com/office/officeart/2018/2/layout/IconVerticalSolidList"/>
    <dgm:cxn modelId="{065DCE3F-C440-4D12-8AB6-8830C57186DA}" type="presParOf" srcId="{7C597FCE-8922-434A-AB9F-C6B68A87120B}" destId="{3F9B3B79-DF2F-4DC2-B7B3-190F5E15AD77}" srcOrd="3" destOrd="0" presId="urn:microsoft.com/office/officeart/2018/2/layout/IconVerticalSolidList"/>
    <dgm:cxn modelId="{29902149-13EA-4305-9155-39C06E1525B0}" type="presParOf" srcId="{9D9F9399-CE6A-4BF2-8B0D-03F1629A03AD}" destId="{8C6B0C74-3121-40CE-AA12-401EEAF3B52A}" srcOrd="3" destOrd="0" presId="urn:microsoft.com/office/officeart/2018/2/layout/IconVerticalSolidList"/>
    <dgm:cxn modelId="{367CAEFA-0772-46DE-B046-C1C5C81738CC}" type="presParOf" srcId="{9D9F9399-CE6A-4BF2-8B0D-03F1629A03AD}" destId="{999E0B47-120B-43C4-8366-6AC593F44AFF}" srcOrd="4" destOrd="0" presId="urn:microsoft.com/office/officeart/2018/2/layout/IconVerticalSolidList"/>
    <dgm:cxn modelId="{47C8CA08-B9C6-46BF-8027-7E8C6CC6E74C}" type="presParOf" srcId="{999E0B47-120B-43C4-8366-6AC593F44AFF}" destId="{7A1E4FEA-B1CF-41AB-80DC-9F668B4DB7B3}" srcOrd="0" destOrd="0" presId="urn:microsoft.com/office/officeart/2018/2/layout/IconVerticalSolidList"/>
    <dgm:cxn modelId="{56D93AF7-31E7-43C1-8A67-18A3F88D23F2}" type="presParOf" srcId="{999E0B47-120B-43C4-8366-6AC593F44AFF}" destId="{1405B94F-65B2-4B1A-BB37-D1E7CF00B641}" srcOrd="1" destOrd="0" presId="urn:microsoft.com/office/officeart/2018/2/layout/IconVerticalSolidList"/>
    <dgm:cxn modelId="{FA6EC13C-4AD8-4885-A367-CDC4D977868A}" type="presParOf" srcId="{999E0B47-120B-43C4-8366-6AC593F44AFF}" destId="{CEDB4B83-8C45-46FE-8974-E9A5C0BE26D1}" srcOrd="2" destOrd="0" presId="urn:microsoft.com/office/officeart/2018/2/layout/IconVerticalSolidList"/>
    <dgm:cxn modelId="{464147FF-57A0-47B9-98A2-7A8DB4D1BED3}" type="presParOf" srcId="{999E0B47-120B-43C4-8366-6AC593F44AFF}" destId="{53B76888-294C-428F-85E9-E3EE152AEE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E89E21F-DD31-4A43-9B5E-7BF735F2D4D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49948A1-4884-4D60-A726-916C51E5280C}">
      <dgm:prSet/>
      <dgm:spPr/>
      <dgm:t>
        <a:bodyPr/>
        <a:lstStyle/>
        <a:p>
          <a:pPr>
            <a:lnSpc>
              <a:spcPct val="100000"/>
            </a:lnSpc>
          </a:pPr>
          <a:r>
            <a:rPr lang="en-US"/>
            <a:t>Breadth First Search(BFS)</a:t>
          </a:r>
        </a:p>
      </dgm:t>
    </dgm:pt>
    <dgm:pt modelId="{D468ED01-1C1E-4855-A049-E8BD42B39D8E}" type="parTrans" cxnId="{384768A8-946F-451A-8614-ACD78F73CB77}">
      <dgm:prSet/>
      <dgm:spPr/>
      <dgm:t>
        <a:bodyPr/>
        <a:lstStyle/>
        <a:p>
          <a:endParaRPr lang="en-US"/>
        </a:p>
      </dgm:t>
    </dgm:pt>
    <dgm:pt modelId="{0E221F8B-5C7B-4394-9595-1C11E3E00D82}" type="sibTrans" cxnId="{384768A8-946F-451A-8614-ACD78F73CB77}">
      <dgm:prSet/>
      <dgm:spPr/>
      <dgm:t>
        <a:bodyPr/>
        <a:lstStyle/>
        <a:p>
          <a:endParaRPr lang="en-US"/>
        </a:p>
      </dgm:t>
    </dgm:pt>
    <dgm:pt modelId="{A0BFD3B3-9758-417C-A79A-51763EFF5853}">
      <dgm:prSet/>
      <dgm:spPr/>
      <dgm:t>
        <a:bodyPr/>
        <a:lstStyle/>
        <a:p>
          <a:pPr>
            <a:lnSpc>
              <a:spcPct val="100000"/>
            </a:lnSpc>
          </a:pPr>
          <a:r>
            <a:rPr lang="en-US"/>
            <a:t>Depth First Search(DFS)</a:t>
          </a:r>
        </a:p>
      </dgm:t>
    </dgm:pt>
    <dgm:pt modelId="{BB4EE41A-B2A1-45BB-9220-2C1C4371D591}" type="parTrans" cxnId="{F2A2928E-73CD-4F49-9A10-12C4DB7244E1}">
      <dgm:prSet/>
      <dgm:spPr/>
      <dgm:t>
        <a:bodyPr/>
        <a:lstStyle/>
        <a:p>
          <a:endParaRPr lang="en-US"/>
        </a:p>
      </dgm:t>
    </dgm:pt>
    <dgm:pt modelId="{38E45C9F-1B71-4E2D-82BE-EB7D5B14D258}" type="sibTrans" cxnId="{F2A2928E-73CD-4F49-9A10-12C4DB7244E1}">
      <dgm:prSet/>
      <dgm:spPr/>
      <dgm:t>
        <a:bodyPr/>
        <a:lstStyle/>
        <a:p>
          <a:endParaRPr lang="en-US"/>
        </a:p>
      </dgm:t>
    </dgm:pt>
    <dgm:pt modelId="{0FE61C0D-42CE-48C3-A0A8-EAC9BB421054}">
      <dgm:prSet/>
      <dgm:spPr/>
      <dgm:t>
        <a:bodyPr/>
        <a:lstStyle/>
        <a:p>
          <a:pPr>
            <a:lnSpc>
              <a:spcPct val="100000"/>
            </a:lnSpc>
          </a:pPr>
          <a:r>
            <a:rPr lang="en-US"/>
            <a:t>Depth Limited Search(DLS)</a:t>
          </a:r>
        </a:p>
      </dgm:t>
    </dgm:pt>
    <dgm:pt modelId="{B44DC68D-EAD5-4646-9FFE-6F668C1B9B20}" type="parTrans" cxnId="{35B9D7E8-6A6E-431F-898F-CD59E57A8C0A}">
      <dgm:prSet/>
      <dgm:spPr/>
      <dgm:t>
        <a:bodyPr/>
        <a:lstStyle/>
        <a:p>
          <a:endParaRPr lang="en-US"/>
        </a:p>
      </dgm:t>
    </dgm:pt>
    <dgm:pt modelId="{C30C29E4-D1C3-4A7E-8667-7EF971CBAEB5}" type="sibTrans" cxnId="{35B9D7E8-6A6E-431F-898F-CD59E57A8C0A}">
      <dgm:prSet/>
      <dgm:spPr/>
      <dgm:t>
        <a:bodyPr/>
        <a:lstStyle/>
        <a:p>
          <a:endParaRPr lang="en-US"/>
        </a:p>
      </dgm:t>
    </dgm:pt>
    <dgm:pt modelId="{B94A295B-7666-4528-8F1C-938D5BFA06CF}">
      <dgm:prSet/>
      <dgm:spPr/>
      <dgm:t>
        <a:bodyPr/>
        <a:lstStyle/>
        <a:p>
          <a:pPr>
            <a:lnSpc>
              <a:spcPct val="100000"/>
            </a:lnSpc>
          </a:pPr>
          <a:r>
            <a:rPr lang="en-US"/>
            <a:t>Iterative Deepening DFS (IDDFS)</a:t>
          </a:r>
        </a:p>
      </dgm:t>
    </dgm:pt>
    <dgm:pt modelId="{F2E9C288-5AFD-4EC0-AF82-D4BAFFCD63F8}" type="parTrans" cxnId="{3014B4EA-E4C9-44A5-8850-2B7565511D82}">
      <dgm:prSet/>
      <dgm:spPr/>
      <dgm:t>
        <a:bodyPr/>
        <a:lstStyle/>
        <a:p>
          <a:endParaRPr lang="en-US"/>
        </a:p>
      </dgm:t>
    </dgm:pt>
    <dgm:pt modelId="{A8580854-43EF-4F5F-B168-B2A88A534CC2}" type="sibTrans" cxnId="{3014B4EA-E4C9-44A5-8850-2B7565511D82}">
      <dgm:prSet/>
      <dgm:spPr/>
      <dgm:t>
        <a:bodyPr/>
        <a:lstStyle/>
        <a:p>
          <a:endParaRPr lang="en-US"/>
        </a:p>
      </dgm:t>
    </dgm:pt>
    <dgm:pt modelId="{3E1A41F9-A176-4FAD-840C-3427CAC5637C}">
      <dgm:prSet/>
      <dgm:spPr/>
      <dgm:t>
        <a:bodyPr/>
        <a:lstStyle/>
        <a:p>
          <a:pPr>
            <a:lnSpc>
              <a:spcPct val="100000"/>
            </a:lnSpc>
          </a:pPr>
          <a:r>
            <a:rPr lang="en-US"/>
            <a:t>Uniform Cost Search (UCS)</a:t>
          </a:r>
        </a:p>
      </dgm:t>
    </dgm:pt>
    <dgm:pt modelId="{5C2E0E83-8415-44F3-A2A4-948EA48754BB}" type="parTrans" cxnId="{AFD60C2B-930B-4089-BCB6-4FE957CEA6EF}">
      <dgm:prSet/>
      <dgm:spPr/>
      <dgm:t>
        <a:bodyPr/>
        <a:lstStyle/>
        <a:p>
          <a:endParaRPr lang="en-US"/>
        </a:p>
      </dgm:t>
    </dgm:pt>
    <dgm:pt modelId="{5194F381-26CF-497A-9874-0A6ECFC699B0}" type="sibTrans" cxnId="{AFD60C2B-930B-4089-BCB6-4FE957CEA6EF}">
      <dgm:prSet/>
      <dgm:spPr/>
      <dgm:t>
        <a:bodyPr/>
        <a:lstStyle/>
        <a:p>
          <a:endParaRPr lang="en-US"/>
        </a:p>
      </dgm:t>
    </dgm:pt>
    <dgm:pt modelId="{131FD365-881E-4C30-9BB0-8307D95DC8A5}">
      <dgm:prSet/>
      <dgm:spPr/>
      <dgm:t>
        <a:bodyPr/>
        <a:lstStyle/>
        <a:p>
          <a:pPr>
            <a:lnSpc>
              <a:spcPct val="100000"/>
            </a:lnSpc>
          </a:pPr>
          <a:r>
            <a:rPr lang="en-US"/>
            <a:t>Bidirectional Search</a:t>
          </a:r>
        </a:p>
      </dgm:t>
    </dgm:pt>
    <dgm:pt modelId="{A8B7E243-CF34-4871-B92F-DFDD06BD2C66}" type="parTrans" cxnId="{C73383DF-EF2A-48C5-9ADF-AC1C23B2873E}">
      <dgm:prSet/>
      <dgm:spPr/>
      <dgm:t>
        <a:bodyPr/>
        <a:lstStyle/>
        <a:p>
          <a:endParaRPr lang="en-US"/>
        </a:p>
      </dgm:t>
    </dgm:pt>
    <dgm:pt modelId="{116C7B23-A7A7-4BFB-8E44-5DB565E43D1B}" type="sibTrans" cxnId="{C73383DF-EF2A-48C5-9ADF-AC1C23B2873E}">
      <dgm:prSet/>
      <dgm:spPr/>
      <dgm:t>
        <a:bodyPr/>
        <a:lstStyle/>
        <a:p>
          <a:endParaRPr lang="en-US"/>
        </a:p>
      </dgm:t>
    </dgm:pt>
    <dgm:pt modelId="{269EB70C-3599-4731-88E6-D6844F6796FD}" type="pres">
      <dgm:prSet presAssocID="{FE89E21F-DD31-4A43-9B5E-7BF735F2D4D4}" presName="root" presStyleCnt="0">
        <dgm:presLayoutVars>
          <dgm:dir/>
          <dgm:resizeHandles val="exact"/>
        </dgm:presLayoutVars>
      </dgm:prSet>
      <dgm:spPr/>
    </dgm:pt>
    <dgm:pt modelId="{9DB283F3-780C-499D-962C-A2517C7C7EA7}" type="pres">
      <dgm:prSet presAssocID="{C49948A1-4884-4D60-A726-916C51E5280C}" presName="compNode" presStyleCnt="0"/>
      <dgm:spPr/>
    </dgm:pt>
    <dgm:pt modelId="{A48CD431-BD4F-4C42-83A9-C4A76905EEC1}" type="pres">
      <dgm:prSet presAssocID="{C49948A1-4884-4D60-A726-916C51E5280C}" presName="bgRect" presStyleLbl="bgShp" presStyleIdx="0" presStyleCnt="6"/>
      <dgm:spPr/>
    </dgm:pt>
    <dgm:pt modelId="{D2EDAC6F-A11D-4CAA-A16D-370C27EC9FF2}" type="pres">
      <dgm:prSet presAssocID="{C49948A1-4884-4D60-A726-916C51E5280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esearch"/>
        </a:ext>
      </dgm:extLst>
    </dgm:pt>
    <dgm:pt modelId="{7060ACDC-B6EE-4445-91A6-B55192054B08}" type="pres">
      <dgm:prSet presAssocID="{C49948A1-4884-4D60-A726-916C51E5280C}" presName="spaceRect" presStyleCnt="0"/>
      <dgm:spPr/>
    </dgm:pt>
    <dgm:pt modelId="{C5D4E8D7-1BC0-4FEC-A1CD-6F511678E93B}" type="pres">
      <dgm:prSet presAssocID="{C49948A1-4884-4D60-A726-916C51E5280C}" presName="parTx" presStyleLbl="revTx" presStyleIdx="0" presStyleCnt="6">
        <dgm:presLayoutVars>
          <dgm:chMax val="0"/>
          <dgm:chPref val="0"/>
        </dgm:presLayoutVars>
      </dgm:prSet>
      <dgm:spPr/>
    </dgm:pt>
    <dgm:pt modelId="{FA0BCBD9-3AB2-4121-B9DA-0E0ECEBC26CF}" type="pres">
      <dgm:prSet presAssocID="{0E221F8B-5C7B-4394-9595-1C11E3E00D82}" presName="sibTrans" presStyleCnt="0"/>
      <dgm:spPr/>
    </dgm:pt>
    <dgm:pt modelId="{91178E9E-8C01-478F-BF18-3D4BF4473289}" type="pres">
      <dgm:prSet presAssocID="{A0BFD3B3-9758-417C-A79A-51763EFF5853}" presName="compNode" presStyleCnt="0"/>
      <dgm:spPr/>
    </dgm:pt>
    <dgm:pt modelId="{B3637F96-E774-4C84-9902-87B9BF683DB8}" type="pres">
      <dgm:prSet presAssocID="{A0BFD3B3-9758-417C-A79A-51763EFF5853}" presName="bgRect" presStyleLbl="bgShp" presStyleIdx="1" presStyleCnt="6"/>
      <dgm:spPr/>
    </dgm:pt>
    <dgm:pt modelId="{4DFBF1DD-5EB5-46BA-8BA4-87AD9E63176E}" type="pres">
      <dgm:prSet presAssocID="{A0BFD3B3-9758-417C-A79A-51763EFF5853}"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Zoom In"/>
        </a:ext>
      </dgm:extLst>
    </dgm:pt>
    <dgm:pt modelId="{53EFF719-A438-4E67-AC82-512A8055A371}" type="pres">
      <dgm:prSet presAssocID="{A0BFD3B3-9758-417C-A79A-51763EFF5853}" presName="spaceRect" presStyleCnt="0"/>
      <dgm:spPr/>
    </dgm:pt>
    <dgm:pt modelId="{BE4B9465-2B81-4FA2-96E8-F0E964FC72EA}" type="pres">
      <dgm:prSet presAssocID="{A0BFD3B3-9758-417C-A79A-51763EFF5853}" presName="parTx" presStyleLbl="revTx" presStyleIdx="1" presStyleCnt="6">
        <dgm:presLayoutVars>
          <dgm:chMax val="0"/>
          <dgm:chPref val="0"/>
        </dgm:presLayoutVars>
      </dgm:prSet>
      <dgm:spPr/>
    </dgm:pt>
    <dgm:pt modelId="{62019B20-B2B9-47D2-B81D-1901CD9EECBF}" type="pres">
      <dgm:prSet presAssocID="{38E45C9F-1B71-4E2D-82BE-EB7D5B14D258}" presName="sibTrans" presStyleCnt="0"/>
      <dgm:spPr/>
    </dgm:pt>
    <dgm:pt modelId="{69F60AF0-AB14-45CB-8C02-9DE26E78D1C2}" type="pres">
      <dgm:prSet presAssocID="{0FE61C0D-42CE-48C3-A0A8-EAC9BB421054}" presName="compNode" presStyleCnt="0"/>
      <dgm:spPr/>
    </dgm:pt>
    <dgm:pt modelId="{5533E179-3BB7-49BE-902B-B267B1C6A8DC}" type="pres">
      <dgm:prSet presAssocID="{0FE61C0D-42CE-48C3-A0A8-EAC9BB421054}" presName="bgRect" presStyleLbl="bgShp" presStyleIdx="2" presStyleCnt="6"/>
      <dgm:spPr/>
    </dgm:pt>
    <dgm:pt modelId="{AFC8EA9C-4803-4C75-A42F-4452A77FD7C1}" type="pres">
      <dgm:prSet presAssocID="{0FE61C0D-42CE-48C3-A0A8-EAC9BB42105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agnifying glass"/>
        </a:ext>
      </dgm:extLst>
    </dgm:pt>
    <dgm:pt modelId="{04FB29CC-3ABB-49A0-8A95-B7492AF4BAA4}" type="pres">
      <dgm:prSet presAssocID="{0FE61C0D-42CE-48C3-A0A8-EAC9BB421054}" presName="spaceRect" presStyleCnt="0"/>
      <dgm:spPr/>
    </dgm:pt>
    <dgm:pt modelId="{955FF76A-AFBC-4461-958A-B27464065D36}" type="pres">
      <dgm:prSet presAssocID="{0FE61C0D-42CE-48C3-A0A8-EAC9BB421054}" presName="parTx" presStyleLbl="revTx" presStyleIdx="2" presStyleCnt="6">
        <dgm:presLayoutVars>
          <dgm:chMax val="0"/>
          <dgm:chPref val="0"/>
        </dgm:presLayoutVars>
      </dgm:prSet>
      <dgm:spPr/>
    </dgm:pt>
    <dgm:pt modelId="{E03401DA-9107-4EF0-BF7D-F294F9A1C2B7}" type="pres">
      <dgm:prSet presAssocID="{C30C29E4-D1C3-4A7E-8667-7EF971CBAEB5}" presName="sibTrans" presStyleCnt="0"/>
      <dgm:spPr/>
    </dgm:pt>
    <dgm:pt modelId="{447FBD77-DAFD-408A-9748-EA677FE19F09}" type="pres">
      <dgm:prSet presAssocID="{B94A295B-7666-4528-8F1C-938D5BFA06CF}" presName="compNode" presStyleCnt="0"/>
      <dgm:spPr/>
    </dgm:pt>
    <dgm:pt modelId="{1BF844F4-4C4B-4D68-B2E1-231A9CC8F4FD}" type="pres">
      <dgm:prSet presAssocID="{B94A295B-7666-4528-8F1C-938D5BFA06CF}" presName="bgRect" presStyleLbl="bgShp" presStyleIdx="3" presStyleCnt="6"/>
      <dgm:spPr/>
    </dgm:pt>
    <dgm:pt modelId="{3A0281B6-6106-4D81-91E8-1945DEF2E3C8}" type="pres">
      <dgm:prSet presAssocID="{B94A295B-7666-4528-8F1C-938D5BFA06CF}"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rrow Circle"/>
        </a:ext>
      </dgm:extLst>
    </dgm:pt>
    <dgm:pt modelId="{AD373A96-88A3-47EF-8B97-4FEC9EA88C08}" type="pres">
      <dgm:prSet presAssocID="{B94A295B-7666-4528-8F1C-938D5BFA06CF}" presName="spaceRect" presStyleCnt="0"/>
      <dgm:spPr/>
    </dgm:pt>
    <dgm:pt modelId="{63F11FEE-753A-43F7-84D6-F3E74A88CF37}" type="pres">
      <dgm:prSet presAssocID="{B94A295B-7666-4528-8F1C-938D5BFA06CF}" presName="parTx" presStyleLbl="revTx" presStyleIdx="3" presStyleCnt="6">
        <dgm:presLayoutVars>
          <dgm:chMax val="0"/>
          <dgm:chPref val="0"/>
        </dgm:presLayoutVars>
      </dgm:prSet>
      <dgm:spPr/>
    </dgm:pt>
    <dgm:pt modelId="{606F63F2-534D-40DC-83E5-79C8AE424877}" type="pres">
      <dgm:prSet presAssocID="{A8580854-43EF-4F5F-B168-B2A88A534CC2}" presName="sibTrans" presStyleCnt="0"/>
      <dgm:spPr/>
    </dgm:pt>
    <dgm:pt modelId="{37139C51-2B86-4E19-BD5F-4D7ED882F932}" type="pres">
      <dgm:prSet presAssocID="{3E1A41F9-A176-4FAD-840C-3427CAC5637C}" presName="compNode" presStyleCnt="0"/>
      <dgm:spPr/>
    </dgm:pt>
    <dgm:pt modelId="{B295B3F9-082D-419E-A9F0-58CA3DF8CF59}" type="pres">
      <dgm:prSet presAssocID="{3E1A41F9-A176-4FAD-840C-3427CAC5637C}" presName="bgRect" presStyleLbl="bgShp" presStyleIdx="4" presStyleCnt="6"/>
      <dgm:spPr/>
    </dgm:pt>
    <dgm:pt modelId="{D858AA83-A07D-4EB4-9C30-A097AA7BCBDB}" type="pres">
      <dgm:prSet presAssocID="{3E1A41F9-A176-4FAD-840C-3427CAC5637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etective"/>
        </a:ext>
      </dgm:extLst>
    </dgm:pt>
    <dgm:pt modelId="{84A76D29-6181-47B5-B082-E49707E5D416}" type="pres">
      <dgm:prSet presAssocID="{3E1A41F9-A176-4FAD-840C-3427CAC5637C}" presName="spaceRect" presStyleCnt="0"/>
      <dgm:spPr/>
    </dgm:pt>
    <dgm:pt modelId="{5A43F5D4-A7FF-453F-A349-CD54657E8A64}" type="pres">
      <dgm:prSet presAssocID="{3E1A41F9-A176-4FAD-840C-3427CAC5637C}" presName="parTx" presStyleLbl="revTx" presStyleIdx="4" presStyleCnt="6">
        <dgm:presLayoutVars>
          <dgm:chMax val="0"/>
          <dgm:chPref val="0"/>
        </dgm:presLayoutVars>
      </dgm:prSet>
      <dgm:spPr/>
    </dgm:pt>
    <dgm:pt modelId="{6F1CC6C0-A78F-4878-AA93-85D282C9D978}" type="pres">
      <dgm:prSet presAssocID="{5194F381-26CF-497A-9874-0A6ECFC699B0}" presName="sibTrans" presStyleCnt="0"/>
      <dgm:spPr/>
    </dgm:pt>
    <dgm:pt modelId="{186C4246-BF94-4E93-AB67-6813F417BEB3}" type="pres">
      <dgm:prSet presAssocID="{131FD365-881E-4C30-9BB0-8307D95DC8A5}" presName="compNode" presStyleCnt="0"/>
      <dgm:spPr/>
    </dgm:pt>
    <dgm:pt modelId="{F30D0D82-5AF1-49F5-8AF1-FFFB9DFB836D}" type="pres">
      <dgm:prSet presAssocID="{131FD365-881E-4C30-9BB0-8307D95DC8A5}" presName="bgRect" presStyleLbl="bgShp" presStyleIdx="5" presStyleCnt="6"/>
      <dgm:spPr/>
    </dgm:pt>
    <dgm:pt modelId="{0D3AF95C-C8C1-445A-800F-3E8328294A03}" type="pres">
      <dgm:prSet presAssocID="{131FD365-881E-4C30-9BB0-8307D95DC8A5}"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B3F1D3F1-A60B-4A92-91E4-155708E91151}" type="pres">
      <dgm:prSet presAssocID="{131FD365-881E-4C30-9BB0-8307D95DC8A5}" presName="spaceRect" presStyleCnt="0"/>
      <dgm:spPr/>
    </dgm:pt>
    <dgm:pt modelId="{92C218EB-0701-4309-827D-F974756A73E2}" type="pres">
      <dgm:prSet presAssocID="{131FD365-881E-4C30-9BB0-8307D95DC8A5}" presName="parTx" presStyleLbl="revTx" presStyleIdx="5" presStyleCnt="6">
        <dgm:presLayoutVars>
          <dgm:chMax val="0"/>
          <dgm:chPref val="0"/>
        </dgm:presLayoutVars>
      </dgm:prSet>
      <dgm:spPr/>
    </dgm:pt>
  </dgm:ptLst>
  <dgm:cxnLst>
    <dgm:cxn modelId="{08721603-28EF-4CFB-82C2-10FB471E93CD}" type="presOf" srcId="{131FD365-881E-4C30-9BB0-8307D95DC8A5}" destId="{92C218EB-0701-4309-827D-F974756A73E2}" srcOrd="0" destOrd="0" presId="urn:microsoft.com/office/officeart/2018/2/layout/IconVerticalSolidList"/>
    <dgm:cxn modelId="{C98E6113-053B-4597-A642-5485F6A37EC7}" type="presOf" srcId="{0FE61C0D-42CE-48C3-A0A8-EAC9BB421054}" destId="{955FF76A-AFBC-4461-958A-B27464065D36}" srcOrd="0" destOrd="0" presId="urn:microsoft.com/office/officeart/2018/2/layout/IconVerticalSolidList"/>
    <dgm:cxn modelId="{09528C13-1ABD-4949-A5F9-5AC20993C8F4}" type="presOf" srcId="{FE89E21F-DD31-4A43-9B5E-7BF735F2D4D4}" destId="{269EB70C-3599-4731-88E6-D6844F6796FD}" srcOrd="0" destOrd="0" presId="urn:microsoft.com/office/officeart/2018/2/layout/IconVerticalSolidList"/>
    <dgm:cxn modelId="{918F6A21-DAA0-4583-AFAD-DC42157331C1}" type="presOf" srcId="{3E1A41F9-A176-4FAD-840C-3427CAC5637C}" destId="{5A43F5D4-A7FF-453F-A349-CD54657E8A64}" srcOrd="0" destOrd="0" presId="urn:microsoft.com/office/officeart/2018/2/layout/IconVerticalSolidList"/>
    <dgm:cxn modelId="{AFD60C2B-930B-4089-BCB6-4FE957CEA6EF}" srcId="{FE89E21F-DD31-4A43-9B5E-7BF735F2D4D4}" destId="{3E1A41F9-A176-4FAD-840C-3427CAC5637C}" srcOrd="4" destOrd="0" parTransId="{5C2E0E83-8415-44F3-A2A4-948EA48754BB}" sibTransId="{5194F381-26CF-497A-9874-0A6ECFC699B0}"/>
    <dgm:cxn modelId="{4ADCA154-28E6-47DC-814B-096F2FC1CA11}" type="presOf" srcId="{C49948A1-4884-4D60-A726-916C51E5280C}" destId="{C5D4E8D7-1BC0-4FEC-A1CD-6F511678E93B}" srcOrd="0" destOrd="0" presId="urn:microsoft.com/office/officeart/2018/2/layout/IconVerticalSolidList"/>
    <dgm:cxn modelId="{4802AE79-34AF-4EC8-AA7A-E65F2164EE18}" type="presOf" srcId="{A0BFD3B3-9758-417C-A79A-51763EFF5853}" destId="{BE4B9465-2B81-4FA2-96E8-F0E964FC72EA}" srcOrd="0" destOrd="0" presId="urn:microsoft.com/office/officeart/2018/2/layout/IconVerticalSolidList"/>
    <dgm:cxn modelId="{F2A2928E-73CD-4F49-9A10-12C4DB7244E1}" srcId="{FE89E21F-DD31-4A43-9B5E-7BF735F2D4D4}" destId="{A0BFD3B3-9758-417C-A79A-51763EFF5853}" srcOrd="1" destOrd="0" parTransId="{BB4EE41A-B2A1-45BB-9220-2C1C4371D591}" sibTransId="{38E45C9F-1B71-4E2D-82BE-EB7D5B14D258}"/>
    <dgm:cxn modelId="{384768A8-946F-451A-8614-ACD78F73CB77}" srcId="{FE89E21F-DD31-4A43-9B5E-7BF735F2D4D4}" destId="{C49948A1-4884-4D60-A726-916C51E5280C}" srcOrd="0" destOrd="0" parTransId="{D468ED01-1C1E-4855-A049-E8BD42B39D8E}" sibTransId="{0E221F8B-5C7B-4394-9595-1C11E3E00D82}"/>
    <dgm:cxn modelId="{54BF2DB5-BF9D-4853-AE69-CE0A0DBFEEF6}" type="presOf" srcId="{B94A295B-7666-4528-8F1C-938D5BFA06CF}" destId="{63F11FEE-753A-43F7-84D6-F3E74A88CF37}" srcOrd="0" destOrd="0" presId="urn:microsoft.com/office/officeart/2018/2/layout/IconVerticalSolidList"/>
    <dgm:cxn modelId="{C73383DF-EF2A-48C5-9ADF-AC1C23B2873E}" srcId="{FE89E21F-DD31-4A43-9B5E-7BF735F2D4D4}" destId="{131FD365-881E-4C30-9BB0-8307D95DC8A5}" srcOrd="5" destOrd="0" parTransId="{A8B7E243-CF34-4871-B92F-DFDD06BD2C66}" sibTransId="{116C7B23-A7A7-4BFB-8E44-5DB565E43D1B}"/>
    <dgm:cxn modelId="{35B9D7E8-6A6E-431F-898F-CD59E57A8C0A}" srcId="{FE89E21F-DD31-4A43-9B5E-7BF735F2D4D4}" destId="{0FE61C0D-42CE-48C3-A0A8-EAC9BB421054}" srcOrd="2" destOrd="0" parTransId="{B44DC68D-EAD5-4646-9FFE-6F668C1B9B20}" sibTransId="{C30C29E4-D1C3-4A7E-8667-7EF971CBAEB5}"/>
    <dgm:cxn modelId="{3014B4EA-E4C9-44A5-8850-2B7565511D82}" srcId="{FE89E21F-DD31-4A43-9B5E-7BF735F2D4D4}" destId="{B94A295B-7666-4528-8F1C-938D5BFA06CF}" srcOrd="3" destOrd="0" parTransId="{F2E9C288-5AFD-4EC0-AF82-D4BAFFCD63F8}" sibTransId="{A8580854-43EF-4F5F-B168-B2A88A534CC2}"/>
    <dgm:cxn modelId="{35FE1B29-2BEE-4072-A365-ECDBE4B40325}" type="presParOf" srcId="{269EB70C-3599-4731-88E6-D6844F6796FD}" destId="{9DB283F3-780C-499D-962C-A2517C7C7EA7}" srcOrd="0" destOrd="0" presId="urn:microsoft.com/office/officeart/2018/2/layout/IconVerticalSolidList"/>
    <dgm:cxn modelId="{1F427ADC-DDFE-4115-8B8B-99610234D298}" type="presParOf" srcId="{9DB283F3-780C-499D-962C-A2517C7C7EA7}" destId="{A48CD431-BD4F-4C42-83A9-C4A76905EEC1}" srcOrd="0" destOrd="0" presId="urn:microsoft.com/office/officeart/2018/2/layout/IconVerticalSolidList"/>
    <dgm:cxn modelId="{9356623B-E4EE-45C4-BB24-450E9477AC23}" type="presParOf" srcId="{9DB283F3-780C-499D-962C-A2517C7C7EA7}" destId="{D2EDAC6F-A11D-4CAA-A16D-370C27EC9FF2}" srcOrd="1" destOrd="0" presId="urn:microsoft.com/office/officeart/2018/2/layout/IconVerticalSolidList"/>
    <dgm:cxn modelId="{AB00278E-C8F3-4AA9-B72B-FBAC3D193F76}" type="presParOf" srcId="{9DB283F3-780C-499D-962C-A2517C7C7EA7}" destId="{7060ACDC-B6EE-4445-91A6-B55192054B08}" srcOrd="2" destOrd="0" presId="urn:microsoft.com/office/officeart/2018/2/layout/IconVerticalSolidList"/>
    <dgm:cxn modelId="{1A76D796-9799-4259-B4CF-A9D7F9AB5703}" type="presParOf" srcId="{9DB283F3-780C-499D-962C-A2517C7C7EA7}" destId="{C5D4E8D7-1BC0-4FEC-A1CD-6F511678E93B}" srcOrd="3" destOrd="0" presId="urn:microsoft.com/office/officeart/2018/2/layout/IconVerticalSolidList"/>
    <dgm:cxn modelId="{104572D3-C18D-43A0-8353-19790297A8C1}" type="presParOf" srcId="{269EB70C-3599-4731-88E6-D6844F6796FD}" destId="{FA0BCBD9-3AB2-4121-B9DA-0E0ECEBC26CF}" srcOrd="1" destOrd="0" presId="urn:microsoft.com/office/officeart/2018/2/layout/IconVerticalSolidList"/>
    <dgm:cxn modelId="{0BF948B7-9420-482C-8446-BBE4BCDD26FB}" type="presParOf" srcId="{269EB70C-3599-4731-88E6-D6844F6796FD}" destId="{91178E9E-8C01-478F-BF18-3D4BF4473289}" srcOrd="2" destOrd="0" presId="urn:microsoft.com/office/officeart/2018/2/layout/IconVerticalSolidList"/>
    <dgm:cxn modelId="{17987C37-3D37-4AB6-BC55-8D1C61397FA5}" type="presParOf" srcId="{91178E9E-8C01-478F-BF18-3D4BF4473289}" destId="{B3637F96-E774-4C84-9902-87B9BF683DB8}" srcOrd="0" destOrd="0" presId="urn:microsoft.com/office/officeart/2018/2/layout/IconVerticalSolidList"/>
    <dgm:cxn modelId="{168C2445-6132-4A6B-BF40-1F90DDF0A006}" type="presParOf" srcId="{91178E9E-8C01-478F-BF18-3D4BF4473289}" destId="{4DFBF1DD-5EB5-46BA-8BA4-87AD9E63176E}" srcOrd="1" destOrd="0" presId="urn:microsoft.com/office/officeart/2018/2/layout/IconVerticalSolidList"/>
    <dgm:cxn modelId="{5913D7AA-AE68-494B-B1C6-92C3C8902CBA}" type="presParOf" srcId="{91178E9E-8C01-478F-BF18-3D4BF4473289}" destId="{53EFF719-A438-4E67-AC82-512A8055A371}" srcOrd="2" destOrd="0" presId="urn:microsoft.com/office/officeart/2018/2/layout/IconVerticalSolidList"/>
    <dgm:cxn modelId="{4C129339-7E49-4A01-8518-76E33B1597F3}" type="presParOf" srcId="{91178E9E-8C01-478F-BF18-3D4BF4473289}" destId="{BE4B9465-2B81-4FA2-96E8-F0E964FC72EA}" srcOrd="3" destOrd="0" presId="urn:microsoft.com/office/officeart/2018/2/layout/IconVerticalSolidList"/>
    <dgm:cxn modelId="{F1C932DF-E23B-474C-AEF6-0A07E3C50EDA}" type="presParOf" srcId="{269EB70C-3599-4731-88E6-D6844F6796FD}" destId="{62019B20-B2B9-47D2-B81D-1901CD9EECBF}" srcOrd="3" destOrd="0" presId="urn:microsoft.com/office/officeart/2018/2/layout/IconVerticalSolidList"/>
    <dgm:cxn modelId="{E2FC582D-F97A-4494-AAD1-A6582B46F7EA}" type="presParOf" srcId="{269EB70C-3599-4731-88E6-D6844F6796FD}" destId="{69F60AF0-AB14-45CB-8C02-9DE26E78D1C2}" srcOrd="4" destOrd="0" presId="urn:microsoft.com/office/officeart/2018/2/layout/IconVerticalSolidList"/>
    <dgm:cxn modelId="{3D98D890-DBB3-4B86-937D-52D9A916CCDB}" type="presParOf" srcId="{69F60AF0-AB14-45CB-8C02-9DE26E78D1C2}" destId="{5533E179-3BB7-49BE-902B-B267B1C6A8DC}" srcOrd="0" destOrd="0" presId="urn:microsoft.com/office/officeart/2018/2/layout/IconVerticalSolidList"/>
    <dgm:cxn modelId="{2D7D368E-6302-49C6-88C1-C79CAE4E4C40}" type="presParOf" srcId="{69F60AF0-AB14-45CB-8C02-9DE26E78D1C2}" destId="{AFC8EA9C-4803-4C75-A42F-4452A77FD7C1}" srcOrd="1" destOrd="0" presId="urn:microsoft.com/office/officeart/2018/2/layout/IconVerticalSolidList"/>
    <dgm:cxn modelId="{96902234-848E-4FE0-A772-17824CFAACDD}" type="presParOf" srcId="{69F60AF0-AB14-45CB-8C02-9DE26E78D1C2}" destId="{04FB29CC-3ABB-49A0-8A95-B7492AF4BAA4}" srcOrd="2" destOrd="0" presId="urn:microsoft.com/office/officeart/2018/2/layout/IconVerticalSolidList"/>
    <dgm:cxn modelId="{75011D9C-6C2A-413D-957B-DACF9080D8D1}" type="presParOf" srcId="{69F60AF0-AB14-45CB-8C02-9DE26E78D1C2}" destId="{955FF76A-AFBC-4461-958A-B27464065D36}" srcOrd="3" destOrd="0" presId="urn:microsoft.com/office/officeart/2018/2/layout/IconVerticalSolidList"/>
    <dgm:cxn modelId="{B8088FA9-C9ED-4C8A-B63B-CAA1640F4611}" type="presParOf" srcId="{269EB70C-3599-4731-88E6-D6844F6796FD}" destId="{E03401DA-9107-4EF0-BF7D-F294F9A1C2B7}" srcOrd="5" destOrd="0" presId="urn:microsoft.com/office/officeart/2018/2/layout/IconVerticalSolidList"/>
    <dgm:cxn modelId="{E05C8CE8-85B3-441E-B5E9-AFE84479A44F}" type="presParOf" srcId="{269EB70C-3599-4731-88E6-D6844F6796FD}" destId="{447FBD77-DAFD-408A-9748-EA677FE19F09}" srcOrd="6" destOrd="0" presId="urn:microsoft.com/office/officeart/2018/2/layout/IconVerticalSolidList"/>
    <dgm:cxn modelId="{E18B6DA7-97BC-48CB-A6E7-E0F44FEC3949}" type="presParOf" srcId="{447FBD77-DAFD-408A-9748-EA677FE19F09}" destId="{1BF844F4-4C4B-4D68-B2E1-231A9CC8F4FD}" srcOrd="0" destOrd="0" presId="urn:microsoft.com/office/officeart/2018/2/layout/IconVerticalSolidList"/>
    <dgm:cxn modelId="{A6384571-06FE-4857-9D81-15F27BA8A2EA}" type="presParOf" srcId="{447FBD77-DAFD-408A-9748-EA677FE19F09}" destId="{3A0281B6-6106-4D81-91E8-1945DEF2E3C8}" srcOrd="1" destOrd="0" presId="urn:microsoft.com/office/officeart/2018/2/layout/IconVerticalSolidList"/>
    <dgm:cxn modelId="{5E969839-1BD6-4247-A4BF-5215D06CC276}" type="presParOf" srcId="{447FBD77-DAFD-408A-9748-EA677FE19F09}" destId="{AD373A96-88A3-47EF-8B97-4FEC9EA88C08}" srcOrd="2" destOrd="0" presId="urn:microsoft.com/office/officeart/2018/2/layout/IconVerticalSolidList"/>
    <dgm:cxn modelId="{D0E51DF1-1A13-4D0A-8CCA-B5B3E00DCF54}" type="presParOf" srcId="{447FBD77-DAFD-408A-9748-EA677FE19F09}" destId="{63F11FEE-753A-43F7-84D6-F3E74A88CF37}" srcOrd="3" destOrd="0" presId="urn:microsoft.com/office/officeart/2018/2/layout/IconVerticalSolidList"/>
    <dgm:cxn modelId="{6B238392-4A3D-4565-A4CB-5540BA2B4D2E}" type="presParOf" srcId="{269EB70C-3599-4731-88E6-D6844F6796FD}" destId="{606F63F2-534D-40DC-83E5-79C8AE424877}" srcOrd="7" destOrd="0" presId="urn:microsoft.com/office/officeart/2018/2/layout/IconVerticalSolidList"/>
    <dgm:cxn modelId="{EEBA499A-DBDF-479E-AF4C-76A81BF2473F}" type="presParOf" srcId="{269EB70C-3599-4731-88E6-D6844F6796FD}" destId="{37139C51-2B86-4E19-BD5F-4D7ED882F932}" srcOrd="8" destOrd="0" presId="urn:microsoft.com/office/officeart/2018/2/layout/IconVerticalSolidList"/>
    <dgm:cxn modelId="{5A503311-B7AD-4CDD-9BD5-B2DC3CF1F0DD}" type="presParOf" srcId="{37139C51-2B86-4E19-BD5F-4D7ED882F932}" destId="{B295B3F9-082D-419E-A9F0-58CA3DF8CF59}" srcOrd="0" destOrd="0" presId="urn:microsoft.com/office/officeart/2018/2/layout/IconVerticalSolidList"/>
    <dgm:cxn modelId="{AADFB9FE-C71F-45FF-9B0F-E2927FFCE561}" type="presParOf" srcId="{37139C51-2B86-4E19-BD5F-4D7ED882F932}" destId="{D858AA83-A07D-4EB4-9C30-A097AA7BCBDB}" srcOrd="1" destOrd="0" presId="urn:microsoft.com/office/officeart/2018/2/layout/IconVerticalSolidList"/>
    <dgm:cxn modelId="{1238AD4E-392F-4F6F-BFF3-86DE38BA0F86}" type="presParOf" srcId="{37139C51-2B86-4E19-BD5F-4D7ED882F932}" destId="{84A76D29-6181-47B5-B082-E49707E5D416}" srcOrd="2" destOrd="0" presId="urn:microsoft.com/office/officeart/2018/2/layout/IconVerticalSolidList"/>
    <dgm:cxn modelId="{A0511E1B-7849-466C-8E64-C1F252893019}" type="presParOf" srcId="{37139C51-2B86-4E19-BD5F-4D7ED882F932}" destId="{5A43F5D4-A7FF-453F-A349-CD54657E8A64}" srcOrd="3" destOrd="0" presId="urn:microsoft.com/office/officeart/2018/2/layout/IconVerticalSolidList"/>
    <dgm:cxn modelId="{0820141E-283B-41BE-BF81-9347E0087078}" type="presParOf" srcId="{269EB70C-3599-4731-88E6-D6844F6796FD}" destId="{6F1CC6C0-A78F-4878-AA93-85D282C9D978}" srcOrd="9" destOrd="0" presId="urn:microsoft.com/office/officeart/2018/2/layout/IconVerticalSolidList"/>
    <dgm:cxn modelId="{80E9E31B-70AE-48EA-868A-6343EEE819E5}" type="presParOf" srcId="{269EB70C-3599-4731-88E6-D6844F6796FD}" destId="{186C4246-BF94-4E93-AB67-6813F417BEB3}" srcOrd="10" destOrd="0" presId="urn:microsoft.com/office/officeart/2018/2/layout/IconVerticalSolidList"/>
    <dgm:cxn modelId="{B6E62C2F-74BA-4D54-9E8A-935973E3CAAC}" type="presParOf" srcId="{186C4246-BF94-4E93-AB67-6813F417BEB3}" destId="{F30D0D82-5AF1-49F5-8AF1-FFFB9DFB836D}" srcOrd="0" destOrd="0" presId="urn:microsoft.com/office/officeart/2018/2/layout/IconVerticalSolidList"/>
    <dgm:cxn modelId="{A4ECEB9C-3115-4DD5-BD7C-A12191D7A8C8}" type="presParOf" srcId="{186C4246-BF94-4E93-AB67-6813F417BEB3}" destId="{0D3AF95C-C8C1-445A-800F-3E8328294A03}" srcOrd="1" destOrd="0" presId="urn:microsoft.com/office/officeart/2018/2/layout/IconVerticalSolidList"/>
    <dgm:cxn modelId="{C0572F92-2903-476A-AB99-79F3372C7353}" type="presParOf" srcId="{186C4246-BF94-4E93-AB67-6813F417BEB3}" destId="{B3F1D3F1-A60B-4A92-91E4-155708E91151}" srcOrd="2" destOrd="0" presId="urn:microsoft.com/office/officeart/2018/2/layout/IconVerticalSolidList"/>
    <dgm:cxn modelId="{8D175BE2-DC7D-4F3B-82DC-665B8D330C70}" type="presParOf" srcId="{186C4246-BF94-4E93-AB67-6813F417BEB3}" destId="{92C218EB-0701-4309-827D-F974756A73E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9B96AC-E573-465D-A9A0-50D1CD1C5166}"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22277BCC-AE14-46A1-B7D4-D0961BC6E043}">
      <dgm:prSet/>
      <dgm:spPr/>
      <dgm:t>
        <a:bodyPr/>
        <a:lstStyle/>
        <a:p>
          <a:r>
            <a:rPr lang="en-US" baseline="0"/>
            <a:t>Breadth First Search explores the state space level by level.</a:t>
          </a:r>
          <a:endParaRPr lang="en-US"/>
        </a:p>
      </dgm:t>
    </dgm:pt>
    <dgm:pt modelId="{1A82B3F0-5874-4E5D-AB0F-16D53BEEAB8F}" type="parTrans" cxnId="{7246890F-7FB5-4BC6-9E31-6A74736FC7D0}">
      <dgm:prSet/>
      <dgm:spPr/>
      <dgm:t>
        <a:bodyPr/>
        <a:lstStyle/>
        <a:p>
          <a:endParaRPr lang="en-US"/>
        </a:p>
      </dgm:t>
    </dgm:pt>
    <dgm:pt modelId="{965C7F5C-0F09-429F-AC53-A724C00E9954}" type="sibTrans" cxnId="{7246890F-7FB5-4BC6-9E31-6A74736FC7D0}">
      <dgm:prSet/>
      <dgm:spPr/>
      <dgm:t>
        <a:bodyPr/>
        <a:lstStyle/>
        <a:p>
          <a:endParaRPr lang="en-US"/>
        </a:p>
      </dgm:t>
    </dgm:pt>
    <dgm:pt modelId="{FFD848FE-A984-4BBB-8FF1-69EA70D82B8E}">
      <dgm:prSet/>
      <dgm:spPr/>
      <dgm:t>
        <a:bodyPr/>
        <a:lstStyle/>
        <a:p>
          <a:r>
            <a:rPr lang="en-US" baseline="0"/>
            <a:t>It starts from the root node and expands all neighboring nodes first.</a:t>
          </a:r>
          <a:endParaRPr lang="en-US"/>
        </a:p>
      </dgm:t>
    </dgm:pt>
    <dgm:pt modelId="{298B88BF-17B4-4AD5-8ED4-E03E4C5A015F}" type="parTrans" cxnId="{27E9A795-123D-454C-B697-94CFDCEAEC19}">
      <dgm:prSet/>
      <dgm:spPr/>
      <dgm:t>
        <a:bodyPr/>
        <a:lstStyle/>
        <a:p>
          <a:endParaRPr lang="en-US"/>
        </a:p>
      </dgm:t>
    </dgm:pt>
    <dgm:pt modelId="{15C5668E-BFD9-4708-98D6-DA44596DB166}" type="sibTrans" cxnId="{27E9A795-123D-454C-B697-94CFDCEAEC19}">
      <dgm:prSet/>
      <dgm:spPr/>
      <dgm:t>
        <a:bodyPr/>
        <a:lstStyle/>
        <a:p>
          <a:endParaRPr lang="en-US"/>
        </a:p>
      </dgm:t>
    </dgm:pt>
    <dgm:pt modelId="{98460621-ED76-4238-8C20-4DB317577E64}">
      <dgm:prSet/>
      <dgm:spPr/>
      <dgm:t>
        <a:bodyPr/>
        <a:lstStyle/>
        <a:p>
          <a:r>
            <a:rPr lang="en-US" baseline="0"/>
            <a:t>It visits all nodes at the current level before moving deeper.</a:t>
          </a:r>
          <a:endParaRPr lang="en-US"/>
        </a:p>
      </dgm:t>
    </dgm:pt>
    <dgm:pt modelId="{1568EAC8-AEA1-4438-93FB-75900D9EBFB7}" type="parTrans" cxnId="{7BCDC15E-B49D-4E12-A429-51F5E0F68053}">
      <dgm:prSet/>
      <dgm:spPr/>
      <dgm:t>
        <a:bodyPr/>
        <a:lstStyle/>
        <a:p>
          <a:endParaRPr lang="en-US"/>
        </a:p>
      </dgm:t>
    </dgm:pt>
    <dgm:pt modelId="{53B867FF-E14F-4E67-94CC-5869895840DB}" type="sibTrans" cxnId="{7BCDC15E-B49D-4E12-A429-51F5E0F68053}">
      <dgm:prSet/>
      <dgm:spPr/>
      <dgm:t>
        <a:bodyPr/>
        <a:lstStyle/>
        <a:p>
          <a:endParaRPr lang="en-US"/>
        </a:p>
      </dgm:t>
    </dgm:pt>
    <dgm:pt modelId="{BC2CE6FD-9B98-4F1E-8FD5-BCCFA0E6AFC5}">
      <dgm:prSet/>
      <dgm:spPr/>
      <dgm:t>
        <a:bodyPr/>
        <a:lstStyle/>
        <a:p>
          <a:r>
            <a:rPr lang="en-US" baseline="0"/>
            <a:t>This algorithm uses a queue that follows the FIFO principle.</a:t>
          </a:r>
          <a:endParaRPr lang="en-US"/>
        </a:p>
      </dgm:t>
    </dgm:pt>
    <dgm:pt modelId="{A2428282-5992-4795-A390-4DA809F93DA0}" type="parTrans" cxnId="{107661B9-523C-4E3B-BFF6-02CC07F15FD2}">
      <dgm:prSet/>
      <dgm:spPr/>
      <dgm:t>
        <a:bodyPr/>
        <a:lstStyle/>
        <a:p>
          <a:endParaRPr lang="en-US"/>
        </a:p>
      </dgm:t>
    </dgm:pt>
    <dgm:pt modelId="{FF1A4F1A-6CE5-4AEB-96C0-8ECABCE60D96}" type="sibTrans" cxnId="{107661B9-523C-4E3B-BFF6-02CC07F15FD2}">
      <dgm:prSet/>
      <dgm:spPr/>
      <dgm:t>
        <a:bodyPr/>
        <a:lstStyle/>
        <a:p>
          <a:endParaRPr lang="en-US"/>
        </a:p>
      </dgm:t>
    </dgm:pt>
    <dgm:pt modelId="{14329FF2-96B1-4C9E-B73D-DD41672460A7}" type="pres">
      <dgm:prSet presAssocID="{C39B96AC-E573-465D-A9A0-50D1CD1C5166}" presName="diagram" presStyleCnt="0">
        <dgm:presLayoutVars>
          <dgm:dir/>
          <dgm:resizeHandles val="exact"/>
        </dgm:presLayoutVars>
      </dgm:prSet>
      <dgm:spPr/>
    </dgm:pt>
    <dgm:pt modelId="{081B3F59-1F90-4E39-BB84-6B42AC3DC6EB}" type="pres">
      <dgm:prSet presAssocID="{22277BCC-AE14-46A1-B7D4-D0961BC6E043}" presName="node" presStyleLbl="node1" presStyleIdx="0" presStyleCnt="4">
        <dgm:presLayoutVars>
          <dgm:bulletEnabled val="1"/>
        </dgm:presLayoutVars>
      </dgm:prSet>
      <dgm:spPr/>
    </dgm:pt>
    <dgm:pt modelId="{618810BD-F39B-42AA-913D-99B8A6DB2445}" type="pres">
      <dgm:prSet presAssocID="{965C7F5C-0F09-429F-AC53-A724C00E9954}" presName="sibTrans" presStyleCnt="0"/>
      <dgm:spPr/>
    </dgm:pt>
    <dgm:pt modelId="{E97ECFC2-8CD3-4F57-BD48-16D44C194EE9}" type="pres">
      <dgm:prSet presAssocID="{FFD848FE-A984-4BBB-8FF1-69EA70D82B8E}" presName="node" presStyleLbl="node1" presStyleIdx="1" presStyleCnt="4">
        <dgm:presLayoutVars>
          <dgm:bulletEnabled val="1"/>
        </dgm:presLayoutVars>
      </dgm:prSet>
      <dgm:spPr/>
    </dgm:pt>
    <dgm:pt modelId="{80375C3B-E997-4648-8BEA-C09302514B00}" type="pres">
      <dgm:prSet presAssocID="{15C5668E-BFD9-4708-98D6-DA44596DB166}" presName="sibTrans" presStyleCnt="0"/>
      <dgm:spPr/>
    </dgm:pt>
    <dgm:pt modelId="{C621E93E-2AF0-4363-9B6F-C451313E140F}" type="pres">
      <dgm:prSet presAssocID="{98460621-ED76-4238-8C20-4DB317577E64}" presName="node" presStyleLbl="node1" presStyleIdx="2" presStyleCnt="4">
        <dgm:presLayoutVars>
          <dgm:bulletEnabled val="1"/>
        </dgm:presLayoutVars>
      </dgm:prSet>
      <dgm:spPr/>
    </dgm:pt>
    <dgm:pt modelId="{56439AF7-188C-4018-804B-18145F576D25}" type="pres">
      <dgm:prSet presAssocID="{53B867FF-E14F-4E67-94CC-5869895840DB}" presName="sibTrans" presStyleCnt="0"/>
      <dgm:spPr/>
    </dgm:pt>
    <dgm:pt modelId="{382478FA-3B9D-4B35-8491-15E9F5A99639}" type="pres">
      <dgm:prSet presAssocID="{BC2CE6FD-9B98-4F1E-8FD5-BCCFA0E6AFC5}" presName="node" presStyleLbl="node1" presStyleIdx="3" presStyleCnt="4">
        <dgm:presLayoutVars>
          <dgm:bulletEnabled val="1"/>
        </dgm:presLayoutVars>
      </dgm:prSet>
      <dgm:spPr/>
    </dgm:pt>
  </dgm:ptLst>
  <dgm:cxnLst>
    <dgm:cxn modelId="{62A13C0F-0578-4B33-B70C-9799D5BB2848}" type="presOf" srcId="{BC2CE6FD-9B98-4F1E-8FD5-BCCFA0E6AFC5}" destId="{382478FA-3B9D-4B35-8491-15E9F5A99639}" srcOrd="0" destOrd="0" presId="urn:microsoft.com/office/officeart/2005/8/layout/default"/>
    <dgm:cxn modelId="{7246890F-7FB5-4BC6-9E31-6A74736FC7D0}" srcId="{C39B96AC-E573-465D-A9A0-50D1CD1C5166}" destId="{22277BCC-AE14-46A1-B7D4-D0961BC6E043}" srcOrd="0" destOrd="0" parTransId="{1A82B3F0-5874-4E5D-AB0F-16D53BEEAB8F}" sibTransId="{965C7F5C-0F09-429F-AC53-A724C00E9954}"/>
    <dgm:cxn modelId="{4CFFF412-704F-4AD1-9EA6-758A116DCDD6}" type="presOf" srcId="{FFD848FE-A984-4BBB-8FF1-69EA70D82B8E}" destId="{E97ECFC2-8CD3-4F57-BD48-16D44C194EE9}" srcOrd="0" destOrd="0" presId="urn:microsoft.com/office/officeart/2005/8/layout/default"/>
    <dgm:cxn modelId="{7BCDC15E-B49D-4E12-A429-51F5E0F68053}" srcId="{C39B96AC-E573-465D-A9A0-50D1CD1C5166}" destId="{98460621-ED76-4238-8C20-4DB317577E64}" srcOrd="2" destOrd="0" parTransId="{1568EAC8-AEA1-4438-93FB-75900D9EBFB7}" sibTransId="{53B867FF-E14F-4E67-94CC-5869895840DB}"/>
    <dgm:cxn modelId="{7AD1F15F-A5EC-4142-A96E-FA6A1C9B2EB2}" type="presOf" srcId="{22277BCC-AE14-46A1-B7D4-D0961BC6E043}" destId="{081B3F59-1F90-4E39-BB84-6B42AC3DC6EB}" srcOrd="0" destOrd="0" presId="urn:microsoft.com/office/officeart/2005/8/layout/default"/>
    <dgm:cxn modelId="{27E9A795-123D-454C-B697-94CFDCEAEC19}" srcId="{C39B96AC-E573-465D-A9A0-50D1CD1C5166}" destId="{FFD848FE-A984-4BBB-8FF1-69EA70D82B8E}" srcOrd="1" destOrd="0" parTransId="{298B88BF-17B4-4AD5-8ED4-E03E4C5A015F}" sibTransId="{15C5668E-BFD9-4708-98D6-DA44596DB166}"/>
    <dgm:cxn modelId="{107661B9-523C-4E3B-BFF6-02CC07F15FD2}" srcId="{C39B96AC-E573-465D-A9A0-50D1CD1C5166}" destId="{BC2CE6FD-9B98-4F1E-8FD5-BCCFA0E6AFC5}" srcOrd="3" destOrd="0" parTransId="{A2428282-5992-4795-A390-4DA809F93DA0}" sibTransId="{FF1A4F1A-6CE5-4AEB-96C0-8ECABCE60D96}"/>
    <dgm:cxn modelId="{30CB76D7-873F-4988-87BB-E865DB96415B}" type="presOf" srcId="{98460621-ED76-4238-8C20-4DB317577E64}" destId="{C621E93E-2AF0-4363-9B6F-C451313E140F}" srcOrd="0" destOrd="0" presId="urn:microsoft.com/office/officeart/2005/8/layout/default"/>
    <dgm:cxn modelId="{C77C90F6-2145-4365-8651-13C40255125B}" type="presOf" srcId="{C39B96AC-E573-465D-A9A0-50D1CD1C5166}" destId="{14329FF2-96B1-4C9E-B73D-DD41672460A7}" srcOrd="0" destOrd="0" presId="urn:microsoft.com/office/officeart/2005/8/layout/default"/>
    <dgm:cxn modelId="{3CF3CD27-584A-438A-B81A-64CE2627D1C2}" type="presParOf" srcId="{14329FF2-96B1-4C9E-B73D-DD41672460A7}" destId="{081B3F59-1F90-4E39-BB84-6B42AC3DC6EB}" srcOrd="0" destOrd="0" presId="urn:microsoft.com/office/officeart/2005/8/layout/default"/>
    <dgm:cxn modelId="{0AEC0398-8363-453D-8F3B-076DF85A3226}" type="presParOf" srcId="{14329FF2-96B1-4C9E-B73D-DD41672460A7}" destId="{618810BD-F39B-42AA-913D-99B8A6DB2445}" srcOrd="1" destOrd="0" presId="urn:microsoft.com/office/officeart/2005/8/layout/default"/>
    <dgm:cxn modelId="{D7DDFA2F-7117-42E7-9FED-FDF46AC4AFAD}" type="presParOf" srcId="{14329FF2-96B1-4C9E-B73D-DD41672460A7}" destId="{E97ECFC2-8CD3-4F57-BD48-16D44C194EE9}" srcOrd="2" destOrd="0" presId="urn:microsoft.com/office/officeart/2005/8/layout/default"/>
    <dgm:cxn modelId="{24EE8954-D928-40D4-A278-C3DB832F4F82}" type="presParOf" srcId="{14329FF2-96B1-4C9E-B73D-DD41672460A7}" destId="{80375C3B-E997-4648-8BEA-C09302514B00}" srcOrd="3" destOrd="0" presId="urn:microsoft.com/office/officeart/2005/8/layout/default"/>
    <dgm:cxn modelId="{0D5F070F-3842-482A-AE10-3C8E247EF777}" type="presParOf" srcId="{14329FF2-96B1-4C9E-B73D-DD41672460A7}" destId="{C621E93E-2AF0-4363-9B6F-C451313E140F}" srcOrd="4" destOrd="0" presId="urn:microsoft.com/office/officeart/2005/8/layout/default"/>
    <dgm:cxn modelId="{8A35E1EB-BDF0-49C5-B099-B62BC26ED144}" type="presParOf" srcId="{14329FF2-96B1-4C9E-B73D-DD41672460A7}" destId="{56439AF7-188C-4018-804B-18145F576D25}" srcOrd="5" destOrd="0" presId="urn:microsoft.com/office/officeart/2005/8/layout/default"/>
    <dgm:cxn modelId="{31C6EACF-10EE-4051-A0C2-C46B931BF87E}" type="presParOf" srcId="{14329FF2-96B1-4C9E-B73D-DD41672460A7}" destId="{382478FA-3B9D-4B35-8491-15E9F5A9963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6FD1392-0784-4BC2-B99F-5C059C34938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06AEE2B-536E-4B60-8732-85F1285C9DF3}">
      <dgm:prSet/>
      <dgm:spPr/>
      <dgm:t>
        <a:bodyPr/>
        <a:lstStyle/>
        <a:p>
          <a:pPr>
            <a:lnSpc>
              <a:spcPct val="100000"/>
            </a:lnSpc>
          </a:pPr>
          <a:r>
            <a:rPr lang="en-US" baseline="0"/>
            <a:t>Depth First Search explores the deepest node in the search tree first.</a:t>
          </a:r>
          <a:endParaRPr lang="en-US"/>
        </a:p>
      </dgm:t>
    </dgm:pt>
    <dgm:pt modelId="{570457B8-963F-4D48-9A5E-24CBEE32D664}" type="parTrans" cxnId="{175366BE-D92E-44AF-AA84-2BE8471F3516}">
      <dgm:prSet/>
      <dgm:spPr/>
      <dgm:t>
        <a:bodyPr/>
        <a:lstStyle/>
        <a:p>
          <a:endParaRPr lang="en-US"/>
        </a:p>
      </dgm:t>
    </dgm:pt>
    <dgm:pt modelId="{5DD68569-9A82-49EB-A30C-760683AB1AD2}" type="sibTrans" cxnId="{175366BE-D92E-44AF-AA84-2BE8471F3516}">
      <dgm:prSet/>
      <dgm:spPr/>
      <dgm:t>
        <a:bodyPr/>
        <a:lstStyle/>
        <a:p>
          <a:endParaRPr lang="en-US"/>
        </a:p>
      </dgm:t>
    </dgm:pt>
    <dgm:pt modelId="{32773EED-5D9D-4D63-8BCB-5EA5A387475B}">
      <dgm:prSet/>
      <dgm:spPr/>
      <dgm:t>
        <a:bodyPr/>
        <a:lstStyle/>
        <a:p>
          <a:pPr>
            <a:lnSpc>
              <a:spcPct val="100000"/>
            </a:lnSpc>
          </a:pPr>
          <a:r>
            <a:rPr lang="en-US" baseline="0"/>
            <a:t>It starts from the root node and moves as deep as possible.</a:t>
          </a:r>
          <a:endParaRPr lang="en-US"/>
        </a:p>
      </dgm:t>
    </dgm:pt>
    <dgm:pt modelId="{5678C237-72AD-45BD-B2C4-BB1B5D44FDA9}" type="parTrans" cxnId="{87BE6E2C-A8E9-4D2B-80F0-8878FB2F3786}">
      <dgm:prSet/>
      <dgm:spPr/>
      <dgm:t>
        <a:bodyPr/>
        <a:lstStyle/>
        <a:p>
          <a:endParaRPr lang="en-US"/>
        </a:p>
      </dgm:t>
    </dgm:pt>
    <dgm:pt modelId="{19283004-2C5E-4124-A096-D71FA2F68E3A}" type="sibTrans" cxnId="{87BE6E2C-A8E9-4D2B-80F0-8878FB2F3786}">
      <dgm:prSet/>
      <dgm:spPr/>
      <dgm:t>
        <a:bodyPr/>
        <a:lstStyle/>
        <a:p>
          <a:endParaRPr lang="en-US"/>
        </a:p>
      </dgm:t>
    </dgm:pt>
    <dgm:pt modelId="{EDF8D82D-5EF4-4C5E-A2D6-B5D56B37CC09}">
      <dgm:prSet/>
      <dgm:spPr/>
      <dgm:t>
        <a:bodyPr/>
        <a:lstStyle/>
        <a:p>
          <a:pPr>
            <a:lnSpc>
              <a:spcPct val="100000"/>
            </a:lnSpc>
          </a:pPr>
          <a:r>
            <a:rPr lang="en-US" baseline="0"/>
            <a:t>When it reaches a dead end, it backtracks to explore other paths.</a:t>
          </a:r>
          <a:endParaRPr lang="en-US"/>
        </a:p>
      </dgm:t>
    </dgm:pt>
    <dgm:pt modelId="{807123D1-9EBB-454D-A979-F1FC051AA602}" type="parTrans" cxnId="{B37C850F-0D60-48C6-991C-5D7D112A7BC2}">
      <dgm:prSet/>
      <dgm:spPr/>
      <dgm:t>
        <a:bodyPr/>
        <a:lstStyle/>
        <a:p>
          <a:endParaRPr lang="en-US"/>
        </a:p>
      </dgm:t>
    </dgm:pt>
    <dgm:pt modelId="{EFD9F14D-1324-4257-B069-2C7C8AE1A009}" type="sibTrans" cxnId="{B37C850F-0D60-48C6-991C-5D7D112A7BC2}">
      <dgm:prSet/>
      <dgm:spPr/>
      <dgm:t>
        <a:bodyPr/>
        <a:lstStyle/>
        <a:p>
          <a:endParaRPr lang="en-US"/>
        </a:p>
      </dgm:t>
    </dgm:pt>
    <dgm:pt modelId="{5D947352-3A73-44F4-A11A-2A91671DE6E1}">
      <dgm:prSet/>
      <dgm:spPr/>
      <dgm:t>
        <a:bodyPr/>
        <a:lstStyle/>
        <a:p>
          <a:pPr>
            <a:lnSpc>
              <a:spcPct val="100000"/>
            </a:lnSpc>
          </a:pPr>
          <a:r>
            <a:rPr lang="en-US" baseline="0"/>
            <a:t>This algorithm uses a stack that follows the LIFO principle.</a:t>
          </a:r>
          <a:endParaRPr lang="en-US"/>
        </a:p>
      </dgm:t>
    </dgm:pt>
    <dgm:pt modelId="{3875DE7A-C746-4D90-91F9-DCE4D6761990}" type="parTrans" cxnId="{7F1F617A-ADFE-4316-B2C9-FF8425344BA1}">
      <dgm:prSet/>
      <dgm:spPr/>
      <dgm:t>
        <a:bodyPr/>
        <a:lstStyle/>
        <a:p>
          <a:endParaRPr lang="en-US"/>
        </a:p>
      </dgm:t>
    </dgm:pt>
    <dgm:pt modelId="{7DE104FE-406B-44F4-840A-8CD149BF8DFD}" type="sibTrans" cxnId="{7F1F617A-ADFE-4316-B2C9-FF8425344BA1}">
      <dgm:prSet/>
      <dgm:spPr/>
      <dgm:t>
        <a:bodyPr/>
        <a:lstStyle/>
        <a:p>
          <a:endParaRPr lang="en-US"/>
        </a:p>
      </dgm:t>
    </dgm:pt>
    <dgm:pt modelId="{655E7423-A613-4430-9B87-67BB292B5924}" type="pres">
      <dgm:prSet presAssocID="{96FD1392-0784-4BC2-B99F-5C059C34938C}" presName="root" presStyleCnt="0">
        <dgm:presLayoutVars>
          <dgm:dir/>
          <dgm:resizeHandles val="exact"/>
        </dgm:presLayoutVars>
      </dgm:prSet>
      <dgm:spPr/>
    </dgm:pt>
    <dgm:pt modelId="{DEBD9EBC-3EA4-4CE0-B648-98922F322FF9}" type="pres">
      <dgm:prSet presAssocID="{C06AEE2B-536E-4B60-8732-85F1285C9DF3}" presName="compNode" presStyleCnt="0"/>
      <dgm:spPr/>
    </dgm:pt>
    <dgm:pt modelId="{B1DF7AF9-AC13-4F83-A4C4-130343444131}" type="pres">
      <dgm:prSet presAssocID="{C06AEE2B-536E-4B60-8732-85F1285C9DF3}" presName="bgRect" presStyleLbl="bgShp" presStyleIdx="0" presStyleCnt="4"/>
      <dgm:spPr/>
    </dgm:pt>
    <dgm:pt modelId="{41E9C1D0-3E9B-46E4-A1DF-F0F6C8162558}" type="pres">
      <dgm:prSet presAssocID="{C06AEE2B-536E-4B60-8732-85F1285C9DF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inoculars"/>
        </a:ext>
      </dgm:extLst>
    </dgm:pt>
    <dgm:pt modelId="{DDAFBD3B-298A-4271-91D6-BB047FA452B6}" type="pres">
      <dgm:prSet presAssocID="{C06AEE2B-536E-4B60-8732-85F1285C9DF3}" presName="spaceRect" presStyleCnt="0"/>
      <dgm:spPr/>
    </dgm:pt>
    <dgm:pt modelId="{314A3987-144E-49E2-84D2-E770BD399C19}" type="pres">
      <dgm:prSet presAssocID="{C06AEE2B-536E-4B60-8732-85F1285C9DF3}" presName="parTx" presStyleLbl="revTx" presStyleIdx="0" presStyleCnt="4">
        <dgm:presLayoutVars>
          <dgm:chMax val="0"/>
          <dgm:chPref val="0"/>
        </dgm:presLayoutVars>
      </dgm:prSet>
      <dgm:spPr/>
    </dgm:pt>
    <dgm:pt modelId="{1D0B477E-1EEB-4306-A33B-8EEF1AE486AF}" type="pres">
      <dgm:prSet presAssocID="{5DD68569-9A82-49EB-A30C-760683AB1AD2}" presName="sibTrans" presStyleCnt="0"/>
      <dgm:spPr/>
    </dgm:pt>
    <dgm:pt modelId="{9EAF0E1C-505E-47F3-8896-78FBE0D47903}" type="pres">
      <dgm:prSet presAssocID="{32773EED-5D9D-4D63-8BCB-5EA5A387475B}" presName="compNode" presStyleCnt="0"/>
      <dgm:spPr/>
    </dgm:pt>
    <dgm:pt modelId="{8B53DBC6-7152-4371-8E08-F67287912D2D}" type="pres">
      <dgm:prSet presAssocID="{32773EED-5D9D-4D63-8BCB-5EA5A387475B}" presName="bgRect" presStyleLbl="bgShp" presStyleIdx="1" presStyleCnt="4"/>
      <dgm:spPr/>
    </dgm:pt>
    <dgm:pt modelId="{0E1E98EF-0995-4617-96B9-F2A430CF1870}" type="pres">
      <dgm:prSet presAssocID="{32773EED-5D9D-4D63-8BCB-5EA5A387475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AA63830E-6854-4AEC-ADE1-40B842BF1D61}" type="pres">
      <dgm:prSet presAssocID="{32773EED-5D9D-4D63-8BCB-5EA5A387475B}" presName="spaceRect" presStyleCnt="0"/>
      <dgm:spPr/>
    </dgm:pt>
    <dgm:pt modelId="{961E2D7E-7711-4D05-AC2A-C275AA370D06}" type="pres">
      <dgm:prSet presAssocID="{32773EED-5D9D-4D63-8BCB-5EA5A387475B}" presName="parTx" presStyleLbl="revTx" presStyleIdx="1" presStyleCnt="4">
        <dgm:presLayoutVars>
          <dgm:chMax val="0"/>
          <dgm:chPref val="0"/>
        </dgm:presLayoutVars>
      </dgm:prSet>
      <dgm:spPr/>
    </dgm:pt>
    <dgm:pt modelId="{3C1DA0B3-D735-4F33-950B-6AE0D80D6E7A}" type="pres">
      <dgm:prSet presAssocID="{19283004-2C5E-4124-A096-D71FA2F68E3A}" presName="sibTrans" presStyleCnt="0"/>
      <dgm:spPr/>
    </dgm:pt>
    <dgm:pt modelId="{B681B6CD-02BD-43E4-8A28-1366BCA9ADE6}" type="pres">
      <dgm:prSet presAssocID="{EDF8D82D-5EF4-4C5E-A2D6-B5D56B37CC09}" presName="compNode" presStyleCnt="0"/>
      <dgm:spPr/>
    </dgm:pt>
    <dgm:pt modelId="{2E8CDACE-A79C-4266-8C06-700C3B7155B9}" type="pres">
      <dgm:prSet presAssocID="{EDF8D82D-5EF4-4C5E-A2D6-B5D56B37CC09}" presName="bgRect" presStyleLbl="bgShp" presStyleIdx="2" presStyleCnt="4"/>
      <dgm:spPr/>
    </dgm:pt>
    <dgm:pt modelId="{A812FED8-CD07-4437-BB27-AC27EB8C7D0C}" type="pres">
      <dgm:prSet presAssocID="{EDF8D82D-5EF4-4C5E-A2D6-B5D56B37CC0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rog"/>
        </a:ext>
      </dgm:extLst>
    </dgm:pt>
    <dgm:pt modelId="{3E4ACA1A-E7CE-4B3E-BB4C-A214DF0886E6}" type="pres">
      <dgm:prSet presAssocID="{EDF8D82D-5EF4-4C5E-A2D6-B5D56B37CC09}" presName="spaceRect" presStyleCnt="0"/>
      <dgm:spPr/>
    </dgm:pt>
    <dgm:pt modelId="{41E14BEF-8C15-42FF-AD35-4CD86AC6DD83}" type="pres">
      <dgm:prSet presAssocID="{EDF8D82D-5EF4-4C5E-A2D6-B5D56B37CC09}" presName="parTx" presStyleLbl="revTx" presStyleIdx="2" presStyleCnt="4">
        <dgm:presLayoutVars>
          <dgm:chMax val="0"/>
          <dgm:chPref val="0"/>
        </dgm:presLayoutVars>
      </dgm:prSet>
      <dgm:spPr/>
    </dgm:pt>
    <dgm:pt modelId="{AE168B7E-8EEB-46A0-8A55-ACB1882AD06B}" type="pres">
      <dgm:prSet presAssocID="{EFD9F14D-1324-4257-B069-2C7C8AE1A009}" presName="sibTrans" presStyleCnt="0"/>
      <dgm:spPr/>
    </dgm:pt>
    <dgm:pt modelId="{7C1B7175-44F1-4DB3-AFC1-473824284C2E}" type="pres">
      <dgm:prSet presAssocID="{5D947352-3A73-44F4-A11A-2A91671DE6E1}" presName="compNode" presStyleCnt="0"/>
      <dgm:spPr/>
    </dgm:pt>
    <dgm:pt modelId="{3A6A6D39-B7D2-4E04-9679-440E754436B1}" type="pres">
      <dgm:prSet presAssocID="{5D947352-3A73-44F4-A11A-2A91671DE6E1}" presName="bgRect" presStyleLbl="bgShp" presStyleIdx="3" presStyleCnt="4"/>
      <dgm:spPr/>
    </dgm:pt>
    <dgm:pt modelId="{38AD7565-C99C-45D9-AE9D-916CC69B2E3E}" type="pres">
      <dgm:prSet presAssocID="{5D947352-3A73-44F4-A11A-2A91671DE6E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4A4AEEA5-450D-4F10-85F8-6C49A1C850D5}" type="pres">
      <dgm:prSet presAssocID="{5D947352-3A73-44F4-A11A-2A91671DE6E1}" presName="spaceRect" presStyleCnt="0"/>
      <dgm:spPr/>
    </dgm:pt>
    <dgm:pt modelId="{B0F02E14-21D8-45C7-863C-7DBF987D5D30}" type="pres">
      <dgm:prSet presAssocID="{5D947352-3A73-44F4-A11A-2A91671DE6E1}" presName="parTx" presStyleLbl="revTx" presStyleIdx="3" presStyleCnt="4">
        <dgm:presLayoutVars>
          <dgm:chMax val="0"/>
          <dgm:chPref val="0"/>
        </dgm:presLayoutVars>
      </dgm:prSet>
      <dgm:spPr/>
    </dgm:pt>
  </dgm:ptLst>
  <dgm:cxnLst>
    <dgm:cxn modelId="{B37C850F-0D60-48C6-991C-5D7D112A7BC2}" srcId="{96FD1392-0784-4BC2-B99F-5C059C34938C}" destId="{EDF8D82D-5EF4-4C5E-A2D6-B5D56B37CC09}" srcOrd="2" destOrd="0" parTransId="{807123D1-9EBB-454D-A979-F1FC051AA602}" sibTransId="{EFD9F14D-1324-4257-B069-2C7C8AE1A009}"/>
    <dgm:cxn modelId="{4CC4DF18-3296-4669-8F2C-A522D276AC8E}" type="presOf" srcId="{32773EED-5D9D-4D63-8BCB-5EA5A387475B}" destId="{961E2D7E-7711-4D05-AC2A-C275AA370D06}" srcOrd="0" destOrd="0" presId="urn:microsoft.com/office/officeart/2018/2/layout/IconVerticalSolidList"/>
    <dgm:cxn modelId="{87BE6E2C-A8E9-4D2B-80F0-8878FB2F3786}" srcId="{96FD1392-0784-4BC2-B99F-5C059C34938C}" destId="{32773EED-5D9D-4D63-8BCB-5EA5A387475B}" srcOrd="1" destOrd="0" parTransId="{5678C237-72AD-45BD-B2C4-BB1B5D44FDA9}" sibTransId="{19283004-2C5E-4124-A096-D71FA2F68E3A}"/>
    <dgm:cxn modelId="{892CEB49-FE7C-43A8-814B-A78F09C9A353}" type="presOf" srcId="{96FD1392-0784-4BC2-B99F-5C059C34938C}" destId="{655E7423-A613-4430-9B87-67BB292B5924}" srcOrd="0" destOrd="0" presId="urn:microsoft.com/office/officeart/2018/2/layout/IconVerticalSolidList"/>
    <dgm:cxn modelId="{7F1F617A-ADFE-4316-B2C9-FF8425344BA1}" srcId="{96FD1392-0784-4BC2-B99F-5C059C34938C}" destId="{5D947352-3A73-44F4-A11A-2A91671DE6E1}" srcOrd="3" destOrd="0" parTransId="{3875DE7A-C746-4D90-91F9-DCE4D6761990}" sibTransId="{7DE104FE-406B-44F4-840A-8CD149BF8DFD}"/>
    <dgm:cxn modelId="{FF320AB3-85A7-40C5-B309-6E8A0E237D0A}" type="presOf" srcId="{EDF8D82D-5EF4-4C5E-A2D6-B5D56B37CC09}" destId="{41E14BEF-8C15-42FF-AD35-4CD86AC6DD83}" srcOrd="0" destOrd="0" presId="urn:microsoft.com/office/officeart/2018/2/layout/IconVerticalSolidList"/>
    <dgm:cxn modelId="{175366BE-D92E-44AF-AA84-2BE8471F3516}" srcId="{96FD1392-0784-4BC2-B99F-5C059C34938C}" destId="{C06AEE2B-536E-4B60-8732-85F1285C9DF3}" srcOrd="0" destOrd="0" parTransId="{570457B8-963F-4D48-9A5E-24CBEE32D664}" sibTransId="{5DD68569-9A82-49EB-A30C-760683AB1AD2}"/>
    <dgm:cxn modelId="{3AFD63E6-576C-4861-AD1D-4DF281D50338}" type="presOf" srcId="{5D947352-3A73-44F4-A11A-2A91671DE6E1}" destId="{B0F02E14-21D8-45C7-863C-7DBF987D5D30}" srcOrd="0" destOrd="0" presId="urn:microsoft.com/office/officeart/2018/2/layout/IconVerticalSolidList"/>
    <dgm:cxn modelId="{B5FEFCF7-9EE5-46D9-ACA2-C61E5EB308CC}" type="presOf" srcId="{C06AEE2B-536E-4B60-8732-85F1285C9DF3}" destId="{314A3987-144E-49E2-84D2-E770BD399C19}" srcOrd="0" destOrd="0" presId="urn:microsoft.com/office/officeart/2018/2/layout/IconVerticalSolidList"/>
    <dgm:cxn modelId="{52D0599D-BB74-42E2-ABF0-654A3691DC57}" type="presParOf" srcId="{655E7423-A613-4430-9B87-67BB292B5924}" destId="{DEBD9EBC-3EA4-4CE0-B648-98922F322FF9}" srcOrd="0" destOrd="0" presId="urn:microsoft.com/office/officeart/2018/2/layout/IconVerticalSolidList"/>
    <dgm:cxn modelId="{3F29E064-24D7-46DE-8C8C-8CA931DB8E02}" type="presParOf" srcId="{DEBD9EBC-3EA4-4CE0-B648-98922F322FF9}" destId="{B1DF7AF9-AC13-4F83-A4C4-130343444131}" srcOrd="0" destOrd="0" presId="urn:microsoft.com/office/officeart/2018/2/layout/IconVerticalSolidList"/>
    <dgm:cxn modelId="{D501443A-F4BF-4841-889E-9A1608C7117F}" type="presParOf" srcId="{DEBD9EBC-3EA4-4CE0-B648-98922F322FF9}" destId="{41E9C1D0-3E9B-46E4-A1DF-F0F6C8162558}" srcOrd="1" destOrd="0" presId="urn:microsoft.com/office/officeart/2018/2/layout/IconVerticalSolidList"/>
    <dgm:cxn modelId="{A41EF08E-4C1C-46B7-8D90-84022E3F8095}" type="presParOf" srcId="{DEBD9EBC-3EA4-4CE0-B648-98922F322FF9}" destId="{DDAFBD3B-298A-4271-91D6-BB047FA452B6}" srcOrd="2" destOrd="0" presId="urn:microsoft.com/office/officeart/2018/2/layout/IconVerticalSolidList"/>
    <dgm:cxn modelId="{F9463717-BC78-4402-9511-F6165345E4D2}" type="presParOf" srcId="{DEBD9EBC-3EA4-4CE0-B648-98922F322FF9}" destId="{314A3987-144E-49E2-84D2-E770BD399C19}" srcOrd="3" destOrd="0" presId="urn:microsoft.com/office/officeart/2018/2/layout/IconVerticalSolidList"/>
    <dgm:cxn modelId="{C6D10C39-7797-4470-AE42-68F918B54C7B}" type="presParOf" srcId="{655E7423-A613-4430-9B87-67BB292B5924}" destId="{1D0B477E-1EEB-4306-A33B-8EEF1AE486AF}" srcOrd="1" destOrd="0" presId="urn:microsoft.com/office/officeart/2018/2/layout/IconVerticalSolidList"/>
    <dgm:cxn modelId="{BD4A941D-AF3E-4D78-8343-93479FC32879}" type="presParOf" srcId="{655E7423-A613-4430-9B87-67BB292B5924}" destId="{9EAF0E1C-505E-47F3-8896-78FBE0D47903}" srcOrd="2" destOrd="0" presId="urn:microsoft.com/office/officeart/2018/2/layout/IconVerticalSolidList"/>
    <dgm:cxn modelId="{3012350A-05C3-474A-9E79-753A093B2A50}" type="presParOf" srcId="{9EAF0E1C-505E-47F3-8896-78FBE0D47903}" destId="{8B53DBC6-7152-4371-8E08-F67287912D2D}" srcOrd="0" destOrd="0" presId="urn:microsoft.com/office/officeart/2018/2/layout/IconVerticalSolidList"/>
    <dgm:cxn modelId="{5A617058-4E67-4660-AF8A-40B0C45F01AE}" type="presParOf" srcId="{9EAF0E1C-505E-47F3-8896-78FBE0D47903}" destId="{0E1E98EF-0995-4617-96B9-F2A430CF1870}" srcOrd="1" destOrd="0" presId="urn:microsoft.com/office/officeart/2018/2/layout/IconVerticalSolidList"/>
    <dgm:cxn modelId="{8F7FF4D7-86E3-40E1-8EE9-825FD931AD79}" type="presParOf" srcId="{9EAF0E1C-505E-47F3-8896-78FBE0D47903}" destId="{AA63830E-6854-4AEC-ADE1-40B842BF1D61}" srcOrd="2" destOrd="0" presId="urn:microsoft.com/office/officeart/2018/2/layout/IconVerticalSolidList"/>
    <dgm:cxn modelId="{44859E7B-4657-4DCE-83F8-FD52DE040317}" type="presParOf" srcId="{9EAF0E1C-505E-47F3-8896-78FBE0D47903}" destId="{961E2D7E-7711-4D05-AC2A-C275AA370D06}" srcOrd="3" destOrd="0" presId="urn:microsoft.com/office/officeart/2018/2/layout/IconVerticalSolidList"/>
    <dgm:cxn modelId="{593BFFDE-589B-4098-86C0-B791DCF8B9BD}" type="presParOf" srcId="{655E7423-A613-4430-9B87-67BB292B5924}" destId="{3C1DA0B3-D735-4F33-950B-6AE0D80D6E7A}" srcOrd="3" destOrd="0" presId="urn:microsoft.com/office/officeart/2018/2/layout/IconVerticalSolidList"/>
    <dgm:cxn modelId="{EAB46C8D-3176-4A97-A879-FA2FEC20503D}" type="presParOf" srcId="{655E7423-A613-4430-9B87-67BB292B5924}" destId="{B681B6CD-02BD-43E4-8A28-1366BCA9ADE6}" srcOrd="4" destOrd="0" presId="urn:microsoft.com/office/officeart/2018/2/layout/IconVerticalSolidList"/>
    <dgm:cxn modelId="{E658F2DB-EBD5-4778-B70C-256256586287}" type="presParOf" srcId="{B681B6CD-02BD-43E4-8A28-1366BCA9ADE6}" destId="{2E8CDACE-A79C-4266-8C06-700C3B7155B9}" srcOrd="0" destOrd="0" presId="urn:microsoft.com/office/officeart/2018/2/layout/IconVerticalSolidList"/>
    <dgm:cxn modelId="{34EF439E-E456-4496-96A8-A3481AD5145B}" type="presParOf" srcId="{B681B6CD-02BD-43E4-8A28-1366BCA9ADE6}" destId="{A812FED8-CD07-4437-BB27-AC27EB8C7D0C}" srcOrd="1" destOrd="0" presId="urn:microsoft.com/office/officeart/2018/2/layout/IconVerticalSolidList"/>
    <dgm:cxn modelId="{9D3F66C5-98B8-4F13-B095-3834F0E0BF6D}" type="presParOf" srcId="{B681B6CD-02BD-43E4-8A28-1366BCA9ADE6}" destId="{3E4ACA1A-E7CE-4B3E-BB4C-A214DF0886E6}" srcOrd="2" destOrd="0" presId="urn:microsoft.com/office/officeart/2018/2/layout/IconVerticalSolidList"/>
    <dgm:cxn modelId="{B02CEF78-1D6A-4B44-A86B-17EECE719618}" type="presParOf" srcId="{B681B6CD-02BD-43E4-8A28-1366BCA9ADE6}" destId="{41E14BEF-8C15-42FF-AD35-4CD86AC6DD83}" srcOrd="3" destOrd="0" presId="urn:microsoft.com/office/officeart/2018/2/layout/IconVerticalSolidList"/>
    <dgm:cxn modelId="{ABA78EC0-FA66-47DB-A9F8-53AD69B9B3ED}" type="presParOf" srcId="{655E7423-A613-4430-9B87-67BB292B5924}" destId="{AE168B7E-8EEB-46A0-8A55-ACB1882AD06B}" srcOrd="5" destOrd="0" presId="urn:microsoft.com/office/officeart/2018/2/layout/IconVerticalSolidList"/>
    <dgm:cxn modelId="{B6D076F1-A568-432C-B3F7-1CBEFA0B4E96}" type="presParOf" srcId="{655E7423-A613-4430-9B87-67BB292B5924}" destId="{7C1B7175-44F1-4DB3-AFC1-473824284C2E}" srcOrd="6" destOrd="0" presId="urn:microsoft.com/office/officeart/2018/2/layout/IconVerticalSolidList"/>
    <dgm:cxn modelId="{50755FC9-47DF-49B7-8B88-E55386A45AF5}" type="presParOf" srcId="{7C1B7175-44F1-4DB3-AFC1-473824284C2E}" destId="{3A6A6D39-B7D2-4E04-9679-440E754436B1}" srcOrd="0" destOrd="0" presId="urn:microsoft.com/office/officeart/2018/2/layout/IconVerticalSolidList"/>
    <dgm:cxn modelId="{7FC09A02-BFE5-4AF0-93C3-8FE2A948DDA8}" type="presParOf" srcId="{7C1B7175-44F1-4DB3-AFC1-473824284C2E}" destId="{38AD7565-C99C-45D9-AE9D-916CC69B2E3E}" srcOrd="1" destOrd="0" presId="urn:microsoft.com/office/officeart/2018/2/layout/IconVerticalSolidList"/>
    <dgm:cxn modelId="{AF241D7B-148A-4CB2-AF43-8E272C13D791}" type="presParOf" srcId="{7C1B7175-44F1-4DB3-AFC1-473824284C2E}" destId="{4A4AEEA5-450D-4F10-85F8-6C49A1C850D5}" srcOrd="2" destOrd="0" presId="urn:microsoft.com/office/officeart/2018/2/layout/IconVerticalSolidList"/>
    <dgm:cxn modelId="{2807D3C7-5EBA-4322-93DD-ABF5CCA2E3D8}" type="presParOf" srcId="{7C1B7175-44F1-4DB3-AFC1-473824284C2E}" destId="{B0F02E14-21D8-45C7-863C-7DBF987D5D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0384BF4-41A0-4CF2-A642-8AAE65216542}"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2812C7D1-742E-4B45-BC58-9CBA89CDBF39}">
      <dgm:prSet/>
      <dgm:spPr/>
      <dgm:t>
        <a:bodyPr/>
        <a:lstStyle/>
        <a:p>
          <a:r>
            <a:rPr lang="en-US" baseline="0"/>
            <a:t>Depth Limited Search is an extension of Depth First Search.</a:t>
          </a:r>
          <a:endParaRPr lang="en-US"/>
        </a:p>
      </dgm:t>
    </dgm:pt>
    <dgm:pt modelId="{8BC14F98-D089-4E78-8A0E-4C229811D07A}" type="parTrans" cxnId="{F2F75EB5-E459-4B1C-8498-6B87AAE3B57D}">
      <dgm:prSet/>
      <dgm:spPr/>
      <dgm:t>
        <a:bodyPr/>
        <a:lstStyle/>
        <a:p>
          <a:endParaRPr lang="en-US"/>
        </a:p>
      </dgm:t>
    </dgm:pt>
    <dgm:pt modelId="{8B55AF51-3FC3-4A76-BA89-604AFF08E5D5}" type="sibTrans" cxnId="{F2F75EB5-E459-4B1C-8498-6B87AAE3B57D}">
      <dgm:prSet/>
      <dgm:spPr/>
      <dgm:t>
        <a:bodyPr/>
        <a:lstStyle/>
        <a:p>
          <a:endParaRPr lang="en-US"/>
        </a:p>
      </dgm:t>
    </dgm:pt>
    <dgm:pt modelId="{E235ECCC-8F4B-4DC3-8CC1-B94C44561C80}">
      <dgm:prSet/>
      <dgm:spPr/>
      <dgm:t>
        <a:bodyPr/>
        <a:lstStyle/>
        <a:p>
          <a:r>
            <a:rPr lang="en-US" baseline="0"/>
            <a:t>It introduces a fixed depth limit to control the search process.</a:t>
          </a:r>
          <a:endParaRPr lang="en-US"/>
        </a:p>
      </dgm:t>
    </dgm:pt>
    <dgm:pt modelId="{3C1F88FB-FB43-428F-86CA-EFBA6A42AC51}" type="parTrans" cxnId="{782FDA8B-D765-47AD-A2AD-4ED2E3B9684C}">
      <dgm:prSet/>
      <dgm:spPr/>
      <dgm:t>
        <a:bodyPr/>
        <a:lstStyle/>
        <a:p>
          <a:endParaRPr lang="en-US"/>
        </a:p>
      </dgm:t>
    </dgm:pt>
    <dgm:pt modelId="{908A074E-28A3-414A-B6D5-1E2EF1F7E936}" type="sibTrans" cxnId="{782FDA8B-D765-47AD-A2AD-4ED2E3B9684C}">
      <dgm:prSet/>
      <dgm:spPr/>
      <dgm:t>
        <a:bodyPr/>
        <a:lstStyle/>
        <a:p>
          <a:endParaRPr lang="en-US"/>
        </a:p>
      </dgm:t>
    </dgm:pt>
    <dgm:pt modelId="{EF16A566-A803-4AC5-871D-411D48AD2225}">
      <dgm:prSet/>
      <dgm:spPr/>
      <dgm:t>
        <a:bodyPr/>
        <a:lstStyle/>
        <a:p>
          <a:r>
            <a:rPr lang="en-US" baseline="0"/>
            <a:t>The algorithm stops expanding nodes when the depth limit is reached.</a:t>
          </a:r>
          <a:endParaRPr lang="en-US"/>
        </a:p>
      </dgm:t>
    </dgm:pt>
    <dgm:pt modelId="{4B8C419D-4318-4E2A-83ED-1F552EE8F893}" type="parTrans" cxnId="{5C013BD2-E439-47D0-81A2-273D41DC7A84}">
      <dgm:prSet/>
      <dgm:spPr/>
      <dgm:t>
        <a:bodyPr/>
        <a:lstStyle/>
        <a:p>
          <a:endParaRPr lang="en-US"/>
        </a:p>
      </dgm:t>
    </dgm:pt>
    <dgm:pt modelId="{05253EE3-9242-43DF-8871-2CEDD361B2E8}" type="sibTrans" cxnId="{5C013BD2-E439-47D0-81A2-273D41DC7A84}">
      <dgm:prSet/>
      <dgm:spPr/>
      <dgm:t>
        <a:bodyPr/>
        <a:lstStyle/>
        <a:p>
          <a:endParaRPr lang="en-US"/>
        </a:p>
      </dgm:t>
    </dgm:pt>
    <dgm:pt modelId="{5637ED20-3F44-43F3-B0EE-82FE05E763B8}">
      <dgm:prSet/>
      <dgm:spPr/>
      <dgm:t>
        <a:bodyPr/>
        <a:lstStyle/>
        <a:p>
          <a:r>
            <a:rPr lang="en-US" baseline="0"/>
            <a:t>It helps in preventing infinite loops in deep or infinite search spaces.</a:t>
          </a:r>
          <a:endParaRPr lang="en-US"/>
        </a:p>
      </dgm:t>
    </dgm:pt>
    <dgm:pt modelId="{C9AA55E8-FB40-4528-8212-3C3D21A98F67}" type="parTrans" cxnId="{C624CE80-6184-4240-9B98-9DE8F1FCC1C7}">
      <dgm:prSet/>
      <dgm:spPr/>
      <dgm:t>
        <a:bodyPr/>
        <a:lstStyle/>
        <a:p>
          <a:endParaRPr lang="en-US"/>
        </a:p>
      </dgm:t>
    </dgm:pt>
    <dgm:pt modelId="{621A7C31-8E19-4D02-A953-C8F2A1627A52}" type="sibTrans" cxnId="{C624CE80-6184-4240-9B98-9DE8F1FCC1C7}">
      <dgm:prSet/>
      <dgm:spPr/>
      <dgm:t>
        <a:bodyPr/>
        <a:lstStyle/>
        <a:p>
          <a:endParaRPr lang="en-US"/>
        </a:p>
      </dgm:t>
    </dgm:pt>
    <dgm:pt modelId="{55F708C9-C82D-43BE-8261-332E240474FD}">
      <dgm:prSet/>
      <dgm:spPr/>
      <dgm:t>
        <a:bodyPr/>
        <a:lstStyle/>
        <a:p>
          <a:r>
            <a:rPr lang="en-US" baseline="0"/>
            <a:t>It may result in standard failure or cutoff failure.</a:t>
          </a:r>
          <a:endParaRPr lang="en-US"/>
        </a:p>
      </dgm:t>
    </dgm:pt>
    <dgm:pt modelId="{59F1BCD0-A71F-4033-995E-375389E4F7D4}" type="parTrans" cxnId="{E87946F2-A01E-41AA-AA89-C8246BB0EB79}">
      <dgm:prSet/>
      <dgm:spPr/>
      <dgm:t>
        <a:bodyPr/>
        <a:lstStyle/>
        <a:p>
          <a:endParaRPr lang="en-US"/>
        </a:p>
      </dgm:t>
    </dgm:pt>
    <dgm:pt modelId="{375BB80A-D5F3-481C-A868-165D1B630197}" type="sibTrans" cxnId="{E87946F2-A01E-41AA-AA89-C8246BB0EB79}">
      <dgm:prSet/>
      <dgm:spPr/>
      <dgm:t>
        <a:bodyPr/>
        <a:lstStyle/>
        <a:p>
          <a:endParaRPr lang="en-US"/>
        </a:p>
      </dgm:t>
    </dgm:pt>
    <dgm:pt modelId="{2632C859-8A7F-42E4-A2C8-4EAF3B7185EF}" type="pres">
      <dgm:prSet presAssocID="{90384BF4-41A0-4CF2-A642-8AAE65216542}" presName="linear" presStyleCnt="0">
        <dgm:presLayoutVars>
          <dgm:animLvl val="lvl"/>
          <dgm:resizeHandles val="exact"/>
        </dgm:presLayoutVars>
      </dgm:prSet>
      <dgm:spPr/>
    </dgm:pt>
    <dgm:pt modelId="{851C1F3E-CE94-4BA0-BF13-F93A748CD65C}" type="pres">
      <dgm:prSet presAssocID="{2812C7D1-742E-4B45-BC58-9CBA89CDBF39}" presName="parentText" presStyleLbl="node1" presStyleIdx="0" presStyleCnt="5">
        <dgm:presLayoutVars>
          <dgm:chMax val="0"/>
          <dgm:bulletEnabled val="1"/>
        </dgm:presLayoutVars>
      </dgm:prSet>
      <dgm:spPr/>
    </dgm:pt>
    <dgm:pt modelId="{44D95219-DE27-456E-AAF2-2F423E1C6EC3}" type="pres">
      <dgm:prSet presAssocID="{8B55AF51-3FC3-4A76-BA89-604AFF08E5D5}" presName="spacer" presStyleCnt="0"/>
      <dgm:spPr/>
    </dgm:pt>
    <dgm:pt modelId="{50773424-6C73-47CA-ACF6-967C9B009F1E}" type="pres">
      <dgm:prSet presAssocID="{E235ECCC-8F4B-4DC3-8CC1-B94C44561C80}" presName="parentText" presStyleLbl="node1" presStyleIdx="1" presStyleCnt="5">
        <dgm:presLayoutVars>
          <dgm:chMax val="0"/>
          <dgm:bulletEnabled val="1"/>
        </dgm:presLayoutVars>
      </dgm:prSet>
      <dgm:spPr/>
    </dgm:pt>
    <dgm:pt modelId="{CB125D95-47C9-42C9-833E-5AA9057B4609}" type="pres">
      <dgm:prSet presAssocID="{908A074E-28A3-414A-B6D5-1E2EF1F7E936}" presName="spacer" presStyleCnt="0"/>
      <dgm:spPr/>
    </dgm:pt>
    <dgm:pt modelId="{0B5F1054-3E4F-4EFB-A9F5-E018F31AEA2F}" type="pres">
      <dgm:prSet presAssocID="{EF16A566-A803-4AC5-871D-411D48AD2225}" presName="parentText" presStyleLbl="node1" presStyleIdx="2" presStyleCnt="5">
        <dgm:presLayoutVars>
          <dgm:chMax val="0"/>
          <dgm:bulletEnabled val="1"/>
        </dgm:presLayoutVars>
      </dgm:prSet>
      <dgm:spPr/>
    </dgm:pt>
    <dgm:pt modelId="{30BF4AB2-9984-4B7C-9D34-A789B50285F2}" type="pres">
      <dgm:prSet presAssocID="{05253EE3-9242-43DF-8871-2CEDD361B2E8}" presName="spacer" presStyleCnt="0"/>
      <dgm:spPr/>
    </dgm:pt>
    <dgm:pt modelId="{14324E4C-261E-4EFB-A200-7CA163C67BFB}" type="pres">
      <dgm:prSet presAssocID="{5637ED20-3F44-43F3-B0EE-82FE05E763B8}" presName="parentText" presStyleLbl="node1" presStyleIdx="3" presStyleCnt="5">
        <dgm:presLayoutVars>
          <dgm:chMax val="0"/>
          <dgm:bulletEnabled val="1"/>
        </dgm:presLayoutVars>
      </dgm:prSet>
      <dgm:spPr/>
    </dgm:pt>
    <dgm:pt modelId="{9F056B05-7F0D-460B-9F56-3EB7255F05B5}" type="pres">
      <dgm:prSet presAssocID="{621A7C31-8E19-4D02-A953-C8F2A1627A52}" presName="spacer" presStyleCnt="0"/>
      <dgm:spPr/>
    </dgm:pt>
    <dgm:pt modelId="{58F8C147-8163-4405-9965-8124E061035F}" type="pres">
      <dgm:prSet presAssocID="{55F708C9-C82D-43BE-8261-332E240474FD}" presName="parentText" presStyleLbl="node1" presStyleIdx="4" presStyleCnt="5">
        <dgm:presLayoutVars>
          <dgm:chMax val="0"/>
          <dgm:bulletEnabled val="1"/>
        </dgm:presLayoutVars>
      </dgm:prSet>
      <dgm:spPr/>
    </dgm:pt>
  </dgm:ptLst>
  <dgm:cxnLst>
    <dgm:cxn modelId="{5D47830C-4FC5-4679-BE18-0F8039540500}" type="presOf" srcId="{5637ED20-3F44-43F3-B0EE-82FE05E763B8}" destId="{14324E4C-261E-4EFB-A200-7CA163C67BFB}" srcOrd="0" destOrd="0" presId="urn:microsoft.com/office/officeart/2005/8/layout/vList2"/>
    <dgm:cxn modelId="{6EC6E84D-E66C-4251-A8E8-86C9445EBFEA}" type="presOf" srcId="{EF16A566-A803-4AC5-871D-411D48AD2225}" destId="{0B5F1054-3E4F-4EFB-A9F5-E018F31AEA2F}" srcOrd="0" destOrd="0" presId="urn:microsoft.com/office/officeart/2005/8/layout/vList2"/>
    <dgm:cxn modelId="{C624CE80-6184-4240-9B98-9DE8F1FCC1C7}" srcId="{90384BF4-41A0-4CF2-A642-8AAE65216542}" destId="{5637ED20-3F44-43F3-B0EE-82FE05E763B8}" srcOrd="3" destOrd="0" parTransId="{C9AA55E8-FB40-4528-8212-3C3D21A98F67}" sibTransId="{621A7C31-8E19-4D02-A953-C8F2A1627A52}"/>
    <dgm:cxn modelId="{782FDA8B-D765-47AD-A2AD-4ED2E3B9684C}" srcId="{90384BF4-41A0-4CF2-A642-8AAE65216542}" destId="{E235ECCC-8F4B-4DC3-8CC1-B94C44561C80}" srcOrd="1" destOrd="0" parTransId="{3C1F88FB-FB43-428F-86CA-EFBA6A42AC51}" sibTransId="{908A074E-28A3-414A-B6D5-1E2EF1F7E936}"/>
    <dgm:cxn modelId="{D40AE997-5AE1-467D-B6F3-4F10E8DAE825}" type="presOf" srcId="{2812C7D1-742E-4B45-BC58-9CBA89CDBF39}" destId="{851C1F3E-CE94-4BA0-BF13-F93A748CD65C}" srcOrd="0" destOrd="0" presId="urn:microsoft.com/office/officeart/2005/8/layout/vList2"/>
    <dgm:cxn modelId="{F2F75EB5-E459-4B1C-8498-6B87AAE3B57D}" srcId="{90384BF4-41A0-4CF2-A642-8AAE65216542}" destId="{2812C7D1-742E-4B45-BC58-9CBA89CDBF39}" srcOrd="0" destOrd="0" parTransId="{8BC14F98-D089-4E78-8A0E-4C229811D07A}" sibTransId="{8B55AF51-3FC3-4A76-BA89-604AFF08E5D5}"/>
    <dgm:cxn modelId="{B378DBCE-2773-4BC5-83B0-95C48B2C0385}" type="presOf" srcId="{E235ECCC-8F4B-4DC3-8CC1-B94C44561C80}" destId="{50773424-6C73-47CA-ACF6-967C9B009F1E}" srcOrd="0" destOrd="0" presId="urn:microsoft.com/office/officeart/2005/8/layout/vList2"/>
    <dgm:cxn modelId="{5C013BD2-E439-47D0-81A2-273D41DC7A84}" srcId="{90384BF4-41A0-4CF2-A642-8AAE65216542}" destId="{EF16A566-A803-4AC5-871D-411D48AD2225}" srcOrd="2" destOrd="0" parTransId="{4B8C419D-4318-4E2A-83ED-1F552EE8F893}" sibTransId="{05253EE3-9242-43DF-8871-2CEDD361B2E8}"/>
    <dgm:cxn modelId="{82790AD8-E3EC-4304-9C91-61AC140B5420}" type="presOf" srcId="{55F708C9-C82D-43BE-8261-332E240474FD}" destId="{58F8C147-8163-4405-9965-8124E061035F}" srcOrd="0" destOrd="0" presId="urn:microsoft.com/office/officeart/2005/8/layout/vList2"/>
    <dgm:cxn modelId="{E87946F2-A01E-41AA-AA89-C8246BB0EB79}" srcId="{90384BF4-41A0-4CF2-A642-8AAE65216542}" destId="{55F708C9-C82D-43BE-8261-332E240474FD}" srcOrd="4" destOrd="0" parTransId="{59F1BCD0-A71F-4033-995E-375389E4F7D4}" sibTransId="{375BB80A-D5F3-481C-A868-165D1B630197}"/>
    <dgm:cxn modelId="{682922F9-B49C-4F79-9E30-1D3FB9CC1E2B}" type="presOf" srcId="{90384BF4-41A0-4CF2-A642-8AAE65216542}" destId="{2632C859-8A7F-42E4-A2C8-4EAF3B7185EF}" srcOrd="0" destOrd="0" presId="urn:microsoft.com/office/officeart/2005/8/layout/vList2"/>
    <dgm:cxn modelId="{70DB000B-3274-4B57-A944-B9722DE91676}" type="presParOf" srcId="{2632C859-8A7F-42E4-A2C8-4EAF3B7185EF}" destId="{851C1F3E-CE94-4BA0-BF13-F93A748CD65C}" srcOrd="0" destOrd="0" presId="urn:microsoft.com/office/officeart/2005/8/layout/vList2"/>
    <dgm:cxn modelId="{884D16EA-AD21-410F-8BC4-637669F9E2FB}" type="presParOf" srcId="{2632C859-8A7F-42E4-A2C8-4EAF3B7185EF}" destId="{44D95219-DE27-456E-AAF2-2F423E1C6EC3}" srcOrd="1" destOrd="0" presId="urn:microsoft.com/office/officeart/2005/8/layout/vList2"/>
    <dgm:cxn modelId="{1D6BEB1E-5F64-4819-80AF-5FAB2D02B9C7}" type="presParOf" srcId="{2632C859-8A7F-42E4-A2C8-4EAF3B7185EF}" destId="{50773424-6C73-47CA-ACF6-967C9B009F1E}" srcOrd="2" destOrd="0" presId="urn:microsoft.com/office/officeart/2005/8/layout/vList2"/>
    <dgm:cxn modelId="{4ABDBFDF-9AEA-4986-A2B2-710DEF929EC0}" type="presParOf" srcId="{2632C859-8A7F-42E4-A2C8-4EAF3B7185EF}" destId="{CB125D95-47C9-42C9-833E-5AA9057B4609}" srcOrd="3" destOrd="0" presId="urn:microsoft.com/office/officeart/2005/8/layout/vList2"/>
    <dgm:cxn modelId="{2484B085-AF74-43AE-82C5-0A93A81A5FE9}" type="presParOf" srcId="{2632C859-8A7F-42E4-A2C8-4EAF3B7185EF}" destId="{0B5F1054-3E4F-4EFB-A9F5-E018F31AEA2F}" srcOrd="4" destOrd="0" presId="urn:microsoft.com/office/officeart/2005/8/layout/vList2"/>
    <dgm:cxn modelId="{4583542A-FD54-442E-BDCD-90A24AB10280}" type="presParOf" srcId="{2632C859-8A7F-42E4-A2C8-4EAF3B7185EF}" destId="{30BF4AB2-9984-4B7C-9D34-A789B50285F2}" srcOrd="5" destOrd="0" presId="urn:microsoft.com/office/officeart/2005/8/layout/vList2"/>
    <dgm:cxn modelId="{77EB51E8-F17F-4B5B-A1C3-E2AA6F951AEA}" type="presParOf" srcId="{2632C859-8A7F-42E4-A2C8-4EAF3B7185EF}" destId="{14324E4C-261E-4EFB-A200-7CA163C67BFB}" srcOrd="6" destOrd="0" presId="urn:microsoft.com/office/officeart/2005/8/layout/vList2"/>
    <dgm:cxn modelId="{3F128863-FC1D-4428-9442-C3F967685CD0}" type="presParOf" srcId="{2632C859-8A7F-42E4-A2C8-4EAF3B7185EF}" destId="{9F056B05-7F0D-460B-9F56-3EB7255F05B5}" srcOrd="7" destOrd="0" presId="urn:microsoft.com/office/officeart/2005/8/layout/vList2"/>
    <dgm:cxn modelId="{B0B6BDF1-19B1-49A9-A06F-4CB28B15A511}" type="presParOf" srcId="{2632C859-8A7F-42E4-A2C8-4EAF3B7185EF}" destId="{58F8C147-8163-4405-9965-8124E061035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FE08A8D-6518-4E75-86C8-2C23F8E34D4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9BA5E22-CEA1-4E41-A289-0557A81D9D07}">
      <dgm:prSet/>
      <dgm:spPr/>
      <dgm:t>
        <a:bodyPr/>
        <a:lstStyle/>
        <a:p>
          <a:pPr>
            <a:lnSpc>
              <a:spcPct val="100000"/>
            </a:lnSpc>
          </a:pPr>
          <a:r>
            <a:rPr lang="en-US" baseline="0"/>
            <a:t>Iterative Deepening Depth First Search combines the features of DFS and BFS.</a:t>
          </a:r>
          <a:endParaRPr lang="en-US"/>
        </a:p>
      </dgm:t>
    </dgm:pt>
    <dgm:pt modelId="{FDD40EC7-16A2-4107-9433-44C67FC32D11}" type="parTrans" cxnId="{679C519E-BF27-4514-9626-D06DCC128031}">
      <dgm:prSet/>
      <dgm:spPr/>
      <dgm:t>
        <a:bodyPr/>
        <a:lstStyle/>
        <a:p>
          <a:endParaRPr lang="en-US"/>
        </a:p>
      </dgm:t>
    </dgm:pt>
    <dgm:pt modelId="{94AF34FE-661B-43B3-A362-C64F8BA27C10}" type="sibTrans" cxnId="{679C519E-BF27-4514-9626-D06DCC128031}">
      <dgm:prSet/>
      <dgm:spPr/>
      <dgm:t>
        <a:bodyPr/>
        <a:lstStyle/>
        <a:p>
          <a:endParaRPr lang="en-US"/>
        </a:p>
      </dgm:t>
    </dgm:pt>
    <dgm:pt modelId="{41B66B98-D9E7-4C61-A219-BB0E4530ECB4}">
      <dgm:prSet/>
      <dgm:spPr/>
      <dgm:t>
        <a:bodyPr/>
        <a:lstStyle/>
        <a:p>
          <a:pPr>
            <a:lnSpc>
              <a:spcPct val="100000"/>
            </a:lnSpc>
          </a:pPr>
          <a:r>
            <a:rPr lang="en-US" baseline="0" dirty="0"/>
            <a:t>It performs depth-limited search repeatedly with increasing depth limits.</a:t>
          </a:r>
          <a:endParaRPr lang="en-US" dirty="0"/>
        </a:p>
      </dgm:t>
    </dgm:pt>
    <dgm:pt modelId="{EB0373B1-4621-4658-ADF2-42FBC5C12FE1}" type="parTrans" cxnId="{F98307AB-A962-4E95-81BF-53BBA35124E8}">
      <dgm:prSet/>
      <dgm:spPr/>
      <dgm:t>
        <a:bodyPr/>
        <a:lstStyle/>
        <a:p>
          <a:endParaRPr lang="en-US"/>
        </a:p>
      </dgm:t>
    </dgm:pt>
    <dgm:pt modelId="{BDA5E329-9AF8-4C56-9748-C2A5807A2E65}" type="sibTrans" cxnId="{F98307AB-A962-4E95-81BF-53BBA35124E8}">
      <dgm:prSet/>
      <dgm:spPr/>
      <dgm:t>
        <a:bodyPr/>
        <a:lstStyle/>
        <a:p>
          <a:endParaRPr lang="en-US"/>
        </a:p>
      </dgm:t>
    </dgm:pt>
    <dgm:pt modelId="{DEBED03E-2917-4E40-9A9C-682A107A65D3}">
      <dgm:prSet/>
      <dgm:spPr/>
      <dgm:t>
        <a:bodyPr/>
        <a:lstStyle/>
        <a:p>
          <a:pPr>
            <a:lnSpc>
              <a:spcPct val="100000"/>
            </a:lnSpc>
          </a:pPr>
          <a:r>
            <a:rPr lang="en-US" baseline="0"/>
            <a:t>The depth limit is increased step by step until the goal is found.</a:t>
          </a:r>
          <a:endParaRPr lang="en-US"/>
        </a:p>
      </dgm:t>
    </dgm:pt>
    <dgm:pt modelId="{B9B6CC70-6422-45F0-B865-F1D3C4FF1E8C}" type="parTrans" cxnId="{55BA5ED1-B7B0-4C7D-B634-D7033FFA1C07}">
      <dgm:prSet/>
      <dgm:spPr/>
      <dgm:t>
        <a:bodyPr/>
        <a:lstStyle/>
        <a:p>
          <a:endParaRPr lang="en-US"/>
        </a:p>
      </dgm:t>
    </dgm:pt>
    <dgm:pt modelId="{971B3EA2-D215-474B-950B-D6A9C3DDB5FA}" type="sibTrans" cxnId="{55BA5ED1-B7B0-4C7D-B634-D7033FFA1C07}">
      <dgm:prSet/>
      <dgm:spPr/>
      <dgm:t>
        <a:bodyPr/>
        <a:lstStyle/>
        <a:p>
          <a:endParaRPr lang="en-US"/>
        </a:p>
      </dgm:t>
    </dgm:pt>
    <dgm:pt modelId="{48648C6A-C43C-467A-B10A-79B181F55D60}">
      <dgm:prSet/>
      <dgm:spPr/>
      <dgm:t>
        <a:bodyPr/>
        <a:lstStyle/>
        <a:p>
          <a:pPr>
            <a:lnSpc>
              <a:spcPct val="100000"/>
            </a:lnSpc>
          </a:pPr>
          <a:r>
            <a:rPr lang="en-US" baseline="0"/>
            <a:t>This method ensures systematic exploration of the search space.</a:t>
          </a:r>
          <a:endParaRPr lang="en-US"/>
        </a:p>
      </dgm:t>
    </dgm:pt>
    <dgm:pt modelId="{2DFCA763-DD1D-4A36-9A44-BB4C43249F1C}" type="parTrans" cxnId="{83EE2048-663A-4054-8B0B-47FD3E505584}">
      <dgm:prSet/>
      <dgm:spPr/>
      <dgm:t>
        <a:bodyPr/>
        <a:lstStyle/>
        <a:p>
          <a:endParaRPr lang="en-US"/>
        </a:p>
      </dgm:t>
    </dgm:pt>
    <dgm:pt modelId="{A101CB65-A3C7-4704-B330-07B1C89BD8C7}" type="sibTrans" cxnId="{83EE2048-663A-4054-8B0B-47FD3E505584}">
      <dgm:prSet/>
      <dgm:spPr/>
      <dgm:t>
        <a:bodyPr/>
        <a:lstStyle/>
        <a:p>
          <a:endParaRPr lang="en-US"/>
        </a:p>
      </dgm:t>
    </dgm:pt>
    <dgm:pt modelId="{D797D2A3-3A4E-4B4A-A9BB-1398B3E0788C}" type="pres">
      <dgm:prSet presAssocID="{9FE08A8D-6518-4E75-86C8-2C23F8E34D46}" presName="root" presStyleCnt="0">
        <dgm:presLayoutVars>
          <dgm:dir/>
          <dgm:resizeHandles val="exact"/>
        </dgm:presLayoutVars>
      </dgm:prSet>
      <dgm:spPr/>
    </dgm:pt>
    <dgm:pt modelId="{23A3FBB7-379E-4CEF-927A-B180BFE840F1}" type="pres">
      <dgm:prSet presAssocID="{89BA5E22-CEA1-4E41-A289-0557A81D9D07}" presName="compNode" presStyleCnt="0"/>
      <dgm:spPr/>
    </dgm:pt>
    <dgm:pt modelId="{384860A0-A462-4FD4-9DCB-82A6B1510202}" type="pres">
      <dgm:prSet presAssocID="{89BA5E22-CEA1-4E41-A289-0557A81D9D07}" presName="bgRect" presStyleLbl="bgShp" presStyleIdx="0" presStyleCnt="4"/>
      <dgm:spPr/>
    </dgm:pt>
    <dgm:pt modelId="{5D6EEA47-C54E-42ED-8E48-35DF79C9D42C}" type="pres">
      <dgm:prSet presAssocID="{89BA5E22-CEA1-4E41-A289-0557A81D9D0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search"/>
        </a:ext>
      </dgm:extLst>
    </dgm:pt>
    <dgm:pt modelId="{8A7B99CB-A3EC-4B2F-9D43-80AA832E035E}" type="pres">
      <dgm:prSet presAssocID="{89BA5E22-CEA1-4E41-A289-0557A81D9D07}" presName="spaceRect" presStyleCnt="0"/>
      <dgm:spPr/>
    </dgm:pt>
    <dgm:pt modelId="{9852B9B0-0C83-4217-BBA0-FC06E6DE5ECC}" type="pres">
      <dgm:prSet presAssocID="{89BA5E22-CEA1-4E41-A289-0557A81D9D07}" presName="parTx" presStyleLbl="revTx" presStyleIdx="0" presStyleCnt="4">
        <dgm:presLayoutVars>
          <dgm:chMax val="0"/>
          <dgm:chPref val="0"/>
        </dgm:presLayoutVars>
      </dgm:prSet>
      <dgm:spPr/>
    </dgm:pt>
    <dgm:pt modelId="{85B197F1-7158-4129-9394-B07A287C2945}" type="pres">
      <dgm:prSet presAssocID="{94AF34FE-661B-43B3-A362-C64F8BA27C10}" presName="sibTrans" presStyleCnt="0"/>
      <dgm:spPr/>
    </dgm:pt>
    <dgm:pt modelId="{390F1181-4D9C-43B4-B5A1-3140406D0047}" type="pres">
      <dgm:prSet presAssocID="{41B66B98-D9E7-4C61-A219-BB0E4530ECB4}" presName="compNode" presStyleCnt="0"/>
      <dgm:spPr/>
    </dgm:pt>
    <dgm:pt modelId="{AD84CCAE-3839-4DEF-9189-F47DB3B05D97}" type="pres">
      <dgm:prSet presAssocID="{41B66B98-D9E7-4C61-A219-BB0E4530ECB4}" presName="bgRect" presStyleLbl="bgShp" presStyleIdx="1" presStyleCnt="4"/>
      <dgm:spPr/>
    </dgm:pt>
    <dgm:pt modelId="{60CB5C85-B2D6-4DC9-A41D-BBDD93D27586}" type="pres">
      <dgm:prSet presAssocID="{41B66B98-D9E7-4C61-A219-BB0E4530ECB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7F55905A-249E-4A68-B84F-FD6EC2BA2067}" type="pres">
      <dgm:prSet presAssocID="{41B66B98-D9E7-4C61-A219-BB0E4530ECB4}" presName="spaceRect" presStyleCnt="0"/>
      <dgm:spPr/>
    </dgm:pt>
    <dgm:pt modelId="{1F8C8948-CAD5-4948-B523-ED333453478A}" type="pres">
      <dgm:prSet presAssocID="{41B66B98-D9E7-4C61-A219-BB0E4530ECB4}" presName="parTx" presStyleLbl="revTx" presStyleIdx="1" presStyleCnt="4">
        <dgm:presLayoutVars>
          <dgm:chMax val="0"/>
          <dgm:chPref val="0"/>
        </dgm:presLayoutVars>
      </dgm:prSet>
      <dgm:spPr/>
    </dgm:pt>
    <dgm:pt modelId="{95ADE31B-D72E-4E9B-83AB-C7F38EF5EDD9}" type="pres">
      <dgm:prSet presAssocID="{BDA5E329-9AF8-4C56-9748-C2A5807A2E65}" presName="sibTrans" presStyleCnt="0"/>
      <dgm:spPr/>
    </dgm:pt>
    <dgm:pt modelId="{D2CF52D8-3F87-40DF-AE35-EE475970BDC4}" type="pres">
      <dgm:prSet presAssocID="{DEBED03E-2917-4E40-9A9C-682A107A65D3}" presName="compNode" presStyleCnt="0"/>
      <dgm:spPr/>
    </dgm:pt>
    <dgm:pt modelId="{48FF885B-310A-42E3-9699-9AA6E53C6237}" type="pres">
      <dgm:prSet presAssocID="{DEBED03E-2917-4E40-9A9C-682A107A65D3}" presName="bgRect" presStyleLbl="bgShp" presStyleIdx="2" presStyleCnt="4"/>
      <dgm:spPr/>
    </dgm:pt>
    <dgm:pt modelId="{7A50D933-E71B-4D62-ACF7-47EF3EDC82BD}" type="pres">
      <dgm:prSet presAssocID="{DEBED03E-2917-4E40-9A9C-682A107A65D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ext>
      </dgm:extLst>
    </dgm:pt>
    <dgm:pt modelId="{FD20264C-A3CB-44B3-9AC0-94813DF7124F}" type="pres">
      <dgm:prSet presAssocID="{DEBED03E-2917-4E40-9A9C-682A107A65D3}" presName="spaceRect" presStyleCnt="0"/>
      <dgm:spPr/>
    </dgm:pt>
    <dgm:pt modelId="{C5AD37A7-5706-4774-9E7C-FC992DD8B0F7}" type="pres">
      <dgm:prSet presAssocID="{DEBED03E-2917-4E40-9A9C-682A107A65D3}" presName="parTx" presStyleLbl="revTx" presStyleIdx="2" presStyleCnt="4">
        <dgm:presLayoutVars>
          <dgm:chMax val="0"/>
          <dgm:chPref val="0"/>
        </dgm:presLayoutVars>
      </dgm:prSet>
      <dgm:spPr/>
    </dgm:pt>
    <dgm:pt modelId="{AD1D037C-0B7E-4B54-B1E8-2A23F7EAFA30}" type="pres">
      <dgm:prSet presAssocID="{971B3EA2-D215-474B-950B-D6A9C3DDB5FA}" presName="sibTrans" presStyleCnt="0"/>
      <dgm:spPr/>
    </dgm:pt>
    <dgm:pt modelId="{E0B2A9CF-E562-46C8-9D33-2A3F1C3B8F37}" type="pres">
      <dgm:prSet presAssocID="{48648C6A-C43C-467A-B10A-79B181F55D60}" presName="compNode" presStyleCnt="0"/>
      <dgm:spPr/>
    </dgm:pt>
    <dgm:pt modelId="{CF975BDF-5256-49C4-9CCD-C5538DBC424F}" type="pres">
      <dgm:prSet presAssocID="{48648C6A-C43C-467A-B10A-79B181F55D60}" presName="bgRect" presStyleLbl="bgShp" presStyleIdx="3" presStyleCnt="4"/>
      <dgm:spPr/>
    </dgm:pt>
    <dgm:pt modelId="{AA31EA91-A242-48D3-83F4-DD4425A008FF}" type="pres">
      <dgm:prSet presAssocID="{48648C6A-C43C-467A-B10A-79B181F55D6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lescope"/>
        </a:ext>
      </dgm:extLst>
    </dgm:pt>
    <dgm:pt modelId="{DCA20166-28FA-4486-BFB6-CD607ACE2404}" type="pres">
      <dgm:prSet presAssocID="{48648C6A-C43C-467A-B10A-79B181F55D60}" presName="spaceRect" presStyleCnt="0"/>
      <dgm:spPr/>
    </dgm:pt>
    <dgm:pt modelId="{91D4A664-0C30-4FAC-A457-C875311DB61E}" type="pres">
      <dgm:prSet presAssocID="{48648C6A-C43C-467A-B10A-79B181F55D60}" presName="parTx" presStyleLbl="revTx" presStyleIdx="3" presStyleCnt="4">
        <dgm:presLayoutVars>
          <dgm:chMax val="0"/>
          <dgm:chPref val="0"/>
        </dgm:presLayoutVars>
      </dgm:prSet>
      <dgm:spPr/>
    </dgm:pt>
  </dgm:ptLst>
  <dgm:cxnLst>
    <dgm:cxn modelId="{F05E5711-B920-4444-A58B-4475AFEAF077}" type="presOf" srcId="{9FE08A8D-6518-4E75-86C8-2C23F8E34D46}" destId="{D797D2A3-3A4E-4B4A-A9BB-1398B3E0788C}" srcOrd="0" destOrd="0" presId="urn:microsoft.com/office/officeart/2018/2/layout/IconVerticalSolidList"/>
    <dgm:cxn modelId="{83EE2048-663A-4054-8B0B-47FD3E505584}" srcId="{9FE08A8D-6518-4E75-86C8-2C23F8E34D46}" destId="{48648C6A-C43C-467A-B10A-79B181F55D60}" srcOrd="3" destOrd="0" parTransId="{2DFCA763-DD1D-4A36-9A44-BB4C43249F1C}" sibTransId="{A101CB65-A3C7-4704-B330-07B1C89BD8C7}"/>
    <dgm:cxn modelId="{0948778B-C882-45D7-92DE-89D543732D58}" type="presOf" srcId="{DEBED03E-2917-4E40-9A9C-682A107A65D3}" destId="{C5AD37A7-5706-4774-9E7C-FC992DD8B0F7}" srcOrd="0" destOrd="0" presId="urn:microsoft.com/office/officeart/2018/2/layout/IconVerticalSolidList"/>
    <dgm:cxn modelId="{9C369D94-2610-4ECE-9729-EC77A2CCF1B7}" type="presOf" srcId="{41B66B98-D9E7-4C61-A219-BB0E4530ECB4}" destId="{1F8C8948-CAD5-4948-B523-ED333453478A}" srcOrd="0" destOrd="0" presId="urn:microsoft.com/office/officeart/2018/2/layout/IconVerticalSolidList"/>
    <dgm:cxn modelId="{8BD1E79D-3A35-48AE-AE9E-CB48616937C2}" type="presOf" srcId="{48648C6A-C43C-467A-B10A-79B181F55D60}" destId="{91D4A664-0C30-4FAC-A457-C875311DB61E}" srcOrd="0" destOrd="0" presId="urn:microsoft.com/office/officeart/2018/2/layout/IconVerticalSolidList"/>
    <dgm:cxn modelId="{679C519E-BF27-4514-9626-D06DCC128031}" srcId="{9FE08A8D-6518-4E75-86C8-2C23F8E34D46}" destId="{89BA5E22-CEA1-4E41-A289-0557A81D9D07}" srcOrd="0" destOrd="0" parTransId="{FDD40EC7-16A2-4107-9433-44C67FC32D11}" sibTransId="{94AF34FE-661B-43B3-A362-C64F8BA27C10}"/>
    <dgm:cxn modelId="{F98307AB-A962-4E95-81BF-53BBA35124E8}" srcId="{9FE08A8D-6518-4E75-86C8-2C23F8E34D46}" destId="{41B66B98-D9E7-4C61-A219-BB0E4530ECB4}" srcOrd="1" destOrd="0" parTransId="{EB0373B1-4621-4658-ADF2-42FBC5C12FE1}" sibTransId="{BDA5E329-9AF8-4C56-9748-C2A5807A2E65}"/>
    <dgm:cxn modelId="{55BA5ED1-B7B0-4C7D-B634-D7033FFA1C07}" srcId="{9FE08A8D-6518-4E75-86C8-2C23F8E34D46}" destId="{DEBED03E-2917-4E40-9A9C-682A107A65D3}" srcOrd="2" destOrd="0" parTransId="{B9B6CC70-6422-45F0-B865-F1D3C4FF1E8C}" sibTransId="{971B3EA2-D215-474B-950B-D6A9C3DDB5FA}"/>
    <dgm:cxn modelId="{BD2245DB-9A22-44AF-ABEC-F0DDF03CDCEB}" type="presOf" srcId="{89BA5E22-CEA1-4E41-A289-0557A81D9D07}" destId="{9852B9B0-0C83-4217-BBA0-FC06E6DE5ECC}" srcOrd="0" destOrd="0" presId="urn:microsoft.com/office/officeart/2018/2/layout/IconVerticalSolidList"/>
    <dgm:cxn modelId="{B19581BA-28FF-481E-8C80-8483E574DE2A}" type="presParOf" srcId="{D797D2A3-3A4E-4B4A-A9BB-1398B3E0788C}" destId="{23A3FBB7-379E-4CEF-927A-B180BFE840F1}" srcOrd="0" destOrd="0" presId="urn:microsoft.com/office/officeart/2018/2/layout/IconVerticalSolidList"/>
    <dgm:cxn modelId="{1D8084DC-A61E-42E9-A452-2B2A55836C9E}" type="presParOf" srcId="{23A3FBB7-379E-4CEF-927A-B180BFE840F1}" destId="{384860A0-A462-4FD4-9DCB-82A6B1510202}" srcOrd="0" destOrd="0" presId="urn:microsoft.com/office/officeart/2018/2/layout/IconVerticalSolidList"/>
    <dgm:cxn modelId="{35B4A78C-EB47-4F0F-8709-08C9DB83446B}" type="presParOf" srcId="{23A3FBB7-379E-4CEF-927A-B180BFE840F1}" destId="{5D6EEA47-C54E-42ED-8E48-35DF79C9D42C}" srcOrd="1" destOrd="0" presId="urn:microsoft.com/office/officeart/2018/2/layout/IconVerticalSolidList"/>
    <dgm:cxn modelId="{C2E23F1A-BF4C-4C0A-8310-602811E5BB81}" type="presParOf" srcId="{23A3FBB7-379E-4CEF-927A-B180BFE840F1}" destId="{8A7B99CB-A3EC-4B2F-9D43-80AA832E035E}" srcOrd="2" destOrd="0" presId="urn:microsoft.com/office/officeart/2018/2/layout/IconVerticalSolidList"/>
    <dgm:cxn modelId="{0F65663F-71F4-4148-8351-30CB0C49A9C0}" type="presParOf" srcId="{23A3FBB7-379E-4CEF-927A-B180BFE840F1}" destId="{9852B9B0-0C83-4217-BBA0-FC06E6DE5ECC}" srcOrd="3" destOrd="0" presId="urn:microsoft.com/office/officeart/2018/2/layout/IconVerticalSolidList"/>
    <dgm:cxn modelId="{228D4F5B-8F00-4E64-9FF4-378C848D0D37}" type="presParOf" srcId="{D797D2A3-3A4E-4B4A-A9BB-1398B3E0788C}" destId="{85B197F1-7158-4129-9394-B07A287C2945}" srcOrd="1" destOrd="0" presId="urn:microsoft.com/office/officeart/2018/2/layout/IconVerticalSolidList"/>
    <dgm:cxn modelId="{20FF3310-B92E-43BD-9113-A1824DAE1DC6}" type="presParOf" srcId="{D797D2A3-3A4E-4B4A-A9BB-1398B3E0788C}" destId="{390F1181-4D9C-43B4-B5A1-3140406D0047}" srcOrd="2" destOrd="0" presId="urn:microsoft.com/office/officeart/2018/2/layout/IconVerticalSolidList"/>
    <dgm:cxn modelId="{4D83D2B7-4C79-47B7-BA1F-184BD42315B1}" type="presParOf" srcId="{390F1181-4D9C-43B4-B5A1-3140406D0047}" destId="{AD84CCAE-3839-4DEF-9189-F47DB3B05D97}" srcOrd="0" destOrd="0" presId="urn:microsoft.com/office/officeart/2018/2/layout/IconVerticalSolidList"/>
    <dgm:cxn modelId="{CD09B621-2800-4E6F-8386-F39CCDF57E69}" type="presParOf" srcId="{390F1181-4D9C-43B4-B5A1-3140406D0047}" destId="{60CB5C85-B2D6-4DC9-A41D-BBDD93D27586}" srcOrd="1" destOrd="0" presId="urn:microsoft.com/office/officeart/2018/2/layout/IconVerticalSolidList"/>
    <dgm:cxn modelId="{399E40CC-C992-4A16-99F4-647DE5A6AF2E}" type="presParOf" srcId="{390F1181-4D9C-43B4-B5A1-3140406D0047}" destId="{7F55905A-249E-4A68-B84F-FD6EC2BA2067}" srcOrd="2" destOrd="0" presId="urn:microsoft.com/office/officeart/2018/2/layout/IconVerticalSolidList"/>
    <dgm:cxn modelId="{51E0C5DD-3ED8-45BC-8E2D-4D7062733993}" type="presParOf" srcId="{390F1181-4D9C-43B4-B5A1-3140406D0047}" destId="{1F8C8948-CAD5-4948-B523-ED333453478A}" srcOrd="3" destOrd="0" presId="urn:microsoft.com/office/officeart/2018/2/layout/IconVerticalSolidList"/>
    <dgm:cxn modelId="{C1347E89-E354-4865-B484-4B131CE5315A}" type="presParOf" srcId="{D797D2A3-3A4E-4B4A-A9BB-1398B3E0788C}" destId="{95ADE31B-D72E-4E9B-83AB-C7F38EF5EDD9}" srcOrd="3" destOrd="0" presId="urn:microsoft.com/office/officeart/2018/2/layout/IconVerticalSolidList"/>
    <dgm:cxn modelId="{F53FF6F7-12CF-418B-8B8B-ED5059366257}" type="presParOf" srcId="{D797D2A3-3A4E-4B4A-A9BB-1398B3E0788C}" destId="{D2CF52D8-3F87-40DF-AE35-EE475970BDC4}" srcOrd="4" destOrd="0" presId="urn:microsoft.com/office/officeart/2018/2/layout/IconVerticalSolidList"/>
    <dgm:cxn modelId="{C30B9D42-FDBE-4C6C-A31C-E2976EDD90AD}" type="presParOf" srcId="{D2CF52D8-3F87-40DF-AE35-EE475970BDC4}" destId="{48FF885B-310A-42E3-9699-9AA6E53C6237}" srcOrd="0" destOrd="0" presId="urn:microsoft.com/office/officeart/2018/2/layout/IconVerticalSolidList"/>
    <dgm:cxn modelId="{1C6E88BC-BB4B-4F93-8CEB-9F08632B6D10}" type="presParOf" srcId="{D2CF52D8-3F87-40DF-AE35-EE475970BDC4}" destId="{7A50D933-E71B-4D62-ACF7-47EF3EDC82BD}" srcOrd="1" destOrd="0" presId="urn:microsoft.com/office/officeart/2018/2/layout/IconVerticalSolidList"/>
    <dgm:cxn modelId="{C931130F-C2C4-4AE4-9CC9-ED5BEA746CA6}" type="presParOf" srcId="{D2CF52D8-3F87-40DF-AE35-EE475970BDC4}" destId="{FD20264C-A3CB-44B3-9AC0-94813DF7124F}" srcOrd="2" destOrd="0" presId="urn:microsoft.com/office/officeart/2018/2/layout/IconVerticalSolidList"/>
    <dgm:cxn modelId="{4E081DD3-4B97-4D2E-881E-FBE4A11E9D2A}" type="presParOf" srcId="{D2CF52D8-3F87-40DF-AE35-EE475970BDC4}" destId="{C5AD37A7-5706-4774-9E7C-FC992DD8B0F7}" srcOrd="3" destOrd="0" presId="urn:microsoft.com/office/officeart/2018/2/layout/IconVerticalSolidList"/>
    <dgm:cxn modelId="{DC5D453D-482E-49BD-BB18-A01920CB0950}" type="presParOf" srcId="{D797D2A3-3A4E-4B4A-A9BB-1398B3E0788C}" destId="{AD1D037C-0B7E-4B54-B1E8-2A23F7EAFA30}" srcOrd="5" destOrd="0" presId="urn:microsoft.com/office/officeart/2018/2/layout/IconVerticalSolidList"/>
    <dgm:cxn modelId="{480D3CA1-C1DC-4435-BB3B-E6A3D599A212}" type="presParOf" srcId="{D797D2A3-3A4E-4B4A-A9BB-1398B3E0788C}" destId="{E0B2A9CF-E562-46C8-9D33-2A3F1C3B8F37}" srcOrd="6" destOrd="0" presId="urn:microsoft.com/office/officeart/2018/2/layout/IconVerticalSolidList"/>
    <dgm:cxn modelId="{F1EC5846-5C80-4D78-BF9B-D3EB4FF95239}" type="presParOf" srcId="{E0B2A9CF-E562-46C8-9D33-2A3F1C3B8F37}" destId="{CF975BDF-5256-49C4-9CCD-C5538DBC424F}" srcOrd="0" destOrd="0" presId="urn:microsoft.com/office/officeart/2018/2/layout/IconVerticalSolidList"/>
    <dgm:cxn modelId="{9DD45F0B-8B24-4DB6-AB6B-89123096F05A}" type="presParOf" srcId="{E0B2A9CF-E562-46C8-9D33-2A3F1C3B8F37}" destId="{AA31EA91-A242-48D3-83F4-DD4425A008FF}" srcOrd="1" destOrd="0" presId="urn:microsoft.com/office/officeart/2018/2/layout/IconVerticalSolidList"/>
    <dgm:cxn modelId="{E6EB8257-F477-4C90-A877-C208BE67C2CA}" type="presParOf" srcId="{E0B2A9CF-E562-46C8-9D33-2A3F1C3B8F37}" destId="{DCA20166-28FA-4486-BFB6-CD607ACE2404}" srcOrd="2" destOrd="0" presId="urn:microsoft.com/office/officeart/2018/2/layout/IconVerticalSolidList"/>
    <dgm:cxn modelId="{591AD08E-D259-4527-BA68-F470EFB689BD}" type="presParOf" srcId="{E0B2A9CF-E562-46C8-9D33-2A3F1C3B8F37}" destId="{91D4A664-0C30-4FAC-A457-C875311DB61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CD031C-52C2-4ECA-8763-461E8EBEE93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8290BFF-C791-446C-AA54-49AD8B4DC11D}">
      <dgm:prSet/>
      <dgm:spPr/>
      <dgm:t>
        <a:bodyPr/>
        <a:lstStyle/>
        <a:p>
          <a:r>
            <a:rPr lang="en-US" baseline="0"/>
            <a:t>Uniform Cost Search finds the path with the least cumulative cost.</a:t>
          </a:r>
          <a:endParaRPr lang="en-US"/>
        </a:p>
      </dgm:t>
    </dgm:pt>
    <dgm:pt modelId="{1C47C663-EFF8-411F-ADB2-64B01D941424}" type="parTrans" cxnId="{5F68E297-D174-41E1-9789-50508E28BAD7}">
      <dgm:prSet/>
      <dgm:spPr/>
      <dgm:t>
        <a:bodyPr/>
        <a:lstStyle/>
        <a:p>
          <a:endParaRPr lang="en-US"/>
        </a:p>
      </dgm:t>
    </dgm:pt>
    <dgm:pt modelId="{71C287DF-F958-4CB0-A52F-EE12EE44D045}" type="sibTrans" cxnId="{5F68E297-D174-41E1-9789-50508E28BAD7}">
      <dgm:prSet/>
      <dgm:spPr/>
      <dgm:t>
        <a:bodyPr/>
        <a:lstStyle/>
        <a:p>
          <a:endParaRPr lang="en-US"/>
        </a:p>
      </dgm:t>
    </dgm:pt>
    <dgm:pt modelId="{3D01E649-FE76-4BBD-8895-D0DB85B88E0B}">
      <dgm:prSet/>
      <dgm:spPr/>
      <dgm:t>
        <a:bodyPr/>
        <a:lstStyle/>
        <a:p>
          <a:r>
            <a:rPr lang="en-US" baseline="0"/>
            <a:t>It is mainly used in weighted graphs where costs are involved.</a:t>
          </a:r>
          <a:endParaRPr lang="en-US"/>
        </a:p>
      </dgm:t>
    </dgm:pt>
    <dgm:pt modelId="{2911BA37-CCAF-4A10-AF91-0A424CAE7632}" type="parTrans" cxnId="{AB93811C-2728-41CB-A1A5-B23A3612A6BD}">
      <dgm:prSet/>
      <dgm:spPr/>
      <dgm:t>
        <a:bodyPr/>
        <a:lstStyle/>
        <a:p>
          <a:endParaRPr lang="en-US"/>
        </a:p>
      </dgm:t>
    </dgm:pt>
    <dgm:pt modelId="{BAF4022A-F113-4667-81AC-C51FEEF3A340}" type="sibTrans" cxnId="{AB93811C-2728-41CB-A1A5-B23A3612A6BD}">
      <dgm:prSet/>
      <dgm:spPr/>
      <dgm:t>
        <a:bodyPr/>
        <a:lstStyle/>
        <a:p>
          <a:endParaRPr lang="en-US"/>
        </a:p>
      </dgm:t>
    </dgm:pt>
    <dgm:pt modelId="{17A0B78A-CBCA-4BAF-A846-28A7757EB80B}">
      <dgm:prSet/>
      <dgm:spPr/>
      <dgm:t>
        <a:bodyPr/>
        <a:lstStyle/>
        <a:p>
          <a:r>
            <a:rPr lang="en-US" baseline="0"/>
            <a:t>The algorithm uses a priority queue to select the lowest cost node.</a:t>
          </a:r>
          <a:endParaRPr lang="en-US"/>
        </a:p>
      </dgm:t>
    </dgm:pt>
    <dgm:pt modelId="{49FE3512-5953-4198-8BD4-1D39BD01CE4A}" type="parTrans" cxnId="{58F87059-716A-467F-8A78-774CA8D9150A}">
      <dgm:prSet/>
      <dgm:spPr/>
      <dgm:t>
        <a:bodyPr/>
        <a:lstStyle/>
        <a:p>
          <a:endParaRPr lang="en-US"/>
        </a:p>
      </dgm:t>
    </dgm:pt>
    <dgm:pt modelId="{3F15A5DA-8E3C-4B57-94BF-B2D434BB6BA2}" type="sibTrans" cxnId="{58F87059-716A-467F-8A78-774CA8D9150A}">
      <dgm:prSet/>
      <dgm:spPr/>
      <dgm:t>
        <a:bodyPr/>
        <a:lstStyle/>
        <a:p>
          <a:endParaRPr lang="en-US"/>
        </a:p>
      </dgm:t>
    </dgm:pt>
    <dgm:pt modelId="{9DDD40D5-9CAA-49D0-8C67-FA8A611CAB7A}">
      <dgm:prSet/>
      <dgm:spPr/>
      <dgm:t>
        <a:bodyPr/>
        <a:lstStyle/>
        <a:p>
          <a:r>
            <a:rPr lang="en-US" baseline="0"/>
            <a:t>A node is updated only if a lower cost path is found.</a:t>
          </a:r>
          <a:endParaRPr lang="en-US"/>
        </a:p>
      </dgm:t>
    </dgm:pt>
    <dgm:pt modelId="{99F031BF-7073-4AF9-89EA-B16E50944CD6}" type="parTrans" cxnId="{407BB41C-B4F9-4617-81F9-E9BE93EE5023}">
      <dgm:prSet/>
      <dgm:spPr/>
      <dgm:t>
        <a:bodyPr/>
        <a:lstStyle/>
        <a:p>
          <a:endParaRPr lang="en-US"/>
        </a:p>
      </dgm:t>
    </dgm:pt>
    <dgm:pt modelId="{9962AB64-A606-4318-B4E5-AEEADBFC94CA}" type="sibTrans" cxnId="{407BB41C-B4F9-4617-81F9-E9BE93EE5023}">
      <dgm:prSet/>
      <dgm:spPr/>
      <dgm:t>
        <a:bodyPr/>
        <a:lstStyle/>
        <a:p>
          <a:endParaRPr lang="en-US"/>
        </a:p>
      </dgm:t>
    </dgm:pt>
    <dgm:pt modelId="{4EEF0DB1-B25E-4C04-AD97-0FF4FB541144}" type="pres">
      <dgm:prSet presAssocID="{39CD031C-52C2-4ECA-8763-461E8EBEE931}" presName="linear" presStyleCnt="0">
        <dgm:presLayoutVars>
          <dgm:animLvl val="lvl"/>
          <dgm:resizeHandles val="exact"/>
        </dgm:presLayoutVars>
      </dgm:prSet>
      <dgm:spPr/>
    </dgm:pt>
    <dgm:pt modelId="{DFB36139-A47A-456D-A996-3D6038B978BD}" type="pres">
      <dgm:prSet presAssocID="{E8290BFF-C791-446C-AA54-49AD8B4DC11D}" presName="parentText" presStyleLbl="node1" presStyleIdx="0" presStyleCnt="4">
        <dgm:presLayoutVars>
          <dgm:chMax val="0"/>
          <dgm:bulletEnabled val="1"/>
        </dgm:presLayoutVars>
      </dgm:prSet>
      <dgm:spPr/>
    </dgm:pt>
    <dgm:pt modelId="{8865FDAA-013D-4C32-AA65-56903DD605FD}" type="pres">
      <dgm:prSet presAssocID="{71C287DF-F958-4CB0-A52F-EE12EE44D045}" presName="spacer" presStyleCnt="0"/>
      <dgm:spPr/>
    </dgm:pt>
    <dgm:pt modelId="{B56B058A-CD05-44F6-BD21-62740DBBAB79}" type="pres">
      <dgm:prSet presAssocID="{3D01E649-FE76-4BBD-8895-D0DB85B88E0B}" presName="parentText" presStyleLbl="node1" presStyleIdx="1" presStyleCnt="4">
        <dgm:presLayoutVars>
          <dgm:chMax val="0"/>
          <dgm:bulletEnabled val="1"/>
        </dgm:presLayoutVars>
      </dgm:prSet>
      <dgm:spPr/>
    </dgm:pt>
    <dgm:pt modelId="{2360A357-F2C1-46AF-BA04-5264274E6075}" type="pres">
      <dgm:prSet presAssocID="{BAF4022A-F113-4667-81AC-C51FEEF3A340}" presName="spacer" presStyleCnt="0"/>
      <dgm:spPr/>
    </dgm:pt>
    <dgm:pt modelId="{11AFF2F9-4BA6-4C5C-A5F1-E1CE7826C33F}" type="pres">
      <dgm:prSet presAssocID="{17A0B78A-CBCA-4BAF-A846-28A7757EB80B}" presName="parentText" presStyleLbl="node1" presStyleIdx="2" presStyleCnt="4">
        <dgm:presLayoutVars>
          <dgm:chMax val="0"/>
          <dgm:bulletEnabled val="1"/>
        </dgm:presLayoutVars>
      </dgm:prSet>
      <dgm:spPr/>
    </dgm:pt>
    <dgm:pt modelId="{48A723C0-27F6-4A9C-814E-6A531576C5BD}" type="pres">
      <dgm:prSet presAssocID="{3F15A5DA-8E3C-4B57-94BF-B2D434BB6BA2}" presName="spacer" presStyleCnt="0"/>
      <dgm:spPr/>
    </dgm:pt>
    <dgm:pt modelId="{22FCABDC-84C2-4D5E-9ABD-A7BDE4C50C68}" type="pres">
      <dgm:prSet presAssocID="{9DDD40D5-9CAA-49D0-8C67-FA8A611CAB7A}" presName="parentText" presStyleLbl="node1" presStyleIdx="3" presStyleCnt="4">
        <dgm:presLayoutVars>
          <dgm:chMax val="0"/>
          <dgm:bulletEnabled val="1"/>
        </dgm:presLayoutVars>
      </dgm:prSet>
      <dgm:spPr/>
    </dgm:pt>
  </dgm:ptLst>
  <dgm:cxnLst>
    <dgm:cxn modelId="{0B34C508-A2A6-48B9-8175-F189A80EDCCB}" type="presOf" srcId="{3D01E649-FE76-4BBD-8895-D0DB85B88E0B}" destId="{B56B058A-CD05-44F6-BD21-62740DBBAB79}" srcOrd="0" destOrd="0" presId="urn:microsoft.com/office/officeart/2005/8/layout/vList2"/>
    <dgm:cxn modelId="{AB7E441C-2C54-4114-BB06-60D83894A95C}" type="presOf" srcId="{E8290BFF-C791-446C-AA54-49AD8B4DC11D}" destId="{DFB36139-A47A-456D-A996-3D6038B978BD}" srcOrd="0" destOrd="0" presId="urn:microsoft.com/office/officeart/2005/8/layout/vList2"/>
    <dgm:cxn modelId="{AB93811C-2728-41CB-A1A5-B23A3612A6BD}" srcId="{39CD031C-52C2-4ECA-8763-461E8EBEE931}" destId="{3D01E649-FE76-4BBD-8895-D0DB85B88E0B}" srcOrd="1" destOrd="0" parTransId="{2911BA37-CCAF-4A10-AF91-0A424CAE7632}" sibTransId="{BAF4022A-F113-4667-81AC-C51FEEF3A340}"/>
    <dgm:cxn modelId="{407BB41C-B4F9-4617-81F9-E9BE93EE5023}" srcId="{39CD031C-52C2-4ECA-8763-461E8EBEE931}" destId="{9DDD40D5-9CAA-49D0-8C67-FA8A611CAB7A}" srcOrd="3" destOrd="0" parTransId="{99F031BF-7073-4AF9-89EA-B16E50944CD6}" sibTransId="{9962AB64-A606-4318-B4E5-AEEADBFC94CA}"/>
    <dgm:cxn modelId="{8D9E482F-FC70-485E-A2DA-DC4B474C48C1}" type="presOf" srcId="{17A0B78A-CBCA-4BAF-A846-28A7757EB80B}" destId="{11AFF2F9-4BA6-4C5C-A5F1-E1CE7826C33F}" srcOrd="0" destOrd="0" presId="urn:microsoft.com/office/officeart/2005/8/layout/vList2"/>
    <dgm:cxn modelId="{C7379C5F-6936-4A27-B0E6-23E6C7D3EC3A}" type="presOf" srcId="{9DDD40D5-9CAA-49D0-8C67-FA8A611CAB7A}" destId="{22FCABDC-84C2-4D5E-9ABD-A7BDE4C50C68}" srcOrd="0" destOrd="0" presId="urn:microsoft.com/office/officeart/2005/8/layout/vList2"/>
    <dgm:cxn modelId="{58F87059-716A-467F-8A78-774CA8D9150A}" srcId="{39CD031C-52C2-4ECA-8763-461E8EBEE931}" destId="{17A0B78A-CBCA-4BAF-A846-28A7757EB80B}" srcOrd="2" destOrd="0" parTransId="{49FE3512-5953-4198-8BD4-1D39BD01CE4A}" sibTransId="{3F15A5DA-8E3C-4B57-94BF-B2D434BB6BA2}"/>
    <dgm:cxn modelId="{5F68E297-D174-41E1-9789-50508E28BAD7}" srcId="{39CD031C-52C2-4ECA-8763-461E8EBEE931}" destId="{E8290BFF-C791-446C-AA54-49AD8B4DC11D}" srcOrd="0" destOrd="0" parTransId="{1C47C663-EFF8-411F-ADB2-64B01D941424}" sibTransId="{71C287DF-F958-4CB0-A52F-EE12EE44D045}"/>
    <dgm:cxn modelId="{48F8A2DC-CDA1-4C62-AD72-73D7DAE25F49}" type="presOf" srcId="{39CD031C-52C2-4ECA-8763-461E8EBEE931}" destId="{4EEF0DB1-B25E-4C04-AD97-0FF4FB541144}" srcOrd="0" destOrd="0" presId="urn:microsoft.com/office/officeart/2005/8/layout/vList2"/>
    <dgm:cxn modelId="{921B45F3-3A91-46E5-8C97-11B79B2F9644}" type="presParOf" srcId="{4EEF0DB1-B25E-4C04-AD97-0FF4FB541144}" destId="{DFB36139-A47A-456D-A996-3D6038B978BD}" srcOrd="0" destOrd="0" presId="urn:microsoft.com/office/officeart/2005/8/layout/vList2"/>
    <dgm:cxn modelId="{BD858155-7EDC-4F8F-9461-D3187848FD58}" type="presParOf" srcId="{4EEF0DB1-B25E-4C04-AD97-0FF4FB541144}" destId="{8865FDAA-013D-4C32-AA65-56903DD605FD}" srcOrd="1" destOrd="0" presId="urn:microsoft.com/office/officeart/2005/8/layout/vList2"/>
    <dgm:cxn modelId="{E4945D89-C2DB-40D7-B7A2-6A99FE37E725}" type="presParOf" srcId="{4EEF0DB1-B25E-4C04-AD97-0FF4FB541144}" destId="{B56B058A-CD05-44F6-BD21-62740DBBAB79}" srcOrd="2" destOrd="0" presId="urn:microsoft.com/office/officeart/2005/8/layout/vList2"/>
    <dgm:cxn modelId="{F1AC713E-F222-4206-B608-2FDC98822A91}" type="presParOf" srcId="{4EEF0DB1-B25E-4C04-AD97-0FF4FB541144}" destId="{2360A357-F2C1-46AF-BA04-5264274E6075}" srcOrd="3" destOrd="0" presId="urn:microsoft.com/office/officeart/2005/8/layout/vList2"/>
    <dgm:cxn modelId="{78C045C2-7240-4053-90A6-E7B52DC7FC6C}" type="presParOf" srcId="{4EEF0DB1-B25E-4C04-AD97-0FF4FB541144}" destId="{11AFF2F9-4BA6-4C5C-A5F1-E1CE7826C33F}" srcOrd="4" destOrd="0" presId="urn:microsoft.com/office/officeart/2005/8/layout/vList2"/>
    <dgm:cxn modelId="{77028759-1A93-4208-8BC0-555C5A4968FE}" type="presParOf" srcId="{4EEF0DB1-B25E-4C04-AD97-0FF4FB541144}" destId="{48A723C0-27F6-4A9C-814E-6A531576C5BD}" srcOrd="5" destOrd="0" presId="urn:microsoft.com/office/officeart/2005/8/layout/vList2"/>
    <dgm:cxn modelId="{A86E9757-75D8-45CB-99E2-B96EA6B683EA}" type="presParOf" srcId="{4EEF0DB1-B25E-4C04-AD97-0FF4FB541144}" destId="{22FCABDC-84C2-4D5E-9ABD-A7BDE4C50C6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9177FEF-8F6A-465B-821D-40EBB7F9AFC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86668BA-7B74-4D52-9DC4-3EE9ACBA72B3}">
      <dgm:prSet/>
      <dgm:spPr/>
      <dgm:t>
        <a:bodyPr/>
        <a:lstStyle/>
        <a:p>
          <a:pPr>
            <a:lnSpc>
              <a:spcPct val="100000"/>
            </a:lnSpc>
          </a:pPr>
          <a:r>
            <a:rPr lang="en-US" baseline="0"/>
            <a:t>Bidirectional search runs two searches simultaneously.</a:t>
          </a:r>
          <a:endParaRPr lang="en-US"/>
        </a:p>
      </dgm:t>
    </dgm:pt>
    <dgm:pt modelId="{4AFABC3D-6034-4EF8-BE65-0F535F5CDE4A}" type="parTrans" cxnId="{D7B9A73A-621C-4925-B3B3-2D3F504FAAAC}">
      <dgm:prSet/>
      <dgm:spPr/>
      <dgm:t>
        <a:bodyPr/>
        <a:lstStyle/>
        <a:p>
          <a:endParaRPr lang="en-US"/>
        </a:p>
      </dgm:t>
    </dgm:pt>
    <dgm:pt modelId="{B2D77F02-CB07-4326-88C6-CEA3EC4157A1}" type="sibTrans" cxnId="{D7B9A73A-621C-4925-B3B3-2D3F504FAAAC}">
      <dgm:prSet/>
      <dgm:spPr/>
      <dgm:t>
        <a:bodyPr/>
        <a:lstStyle/>
        <a:p>
          <a:endParaRPr lang="en-US"/>
        </a:p>
      </dgm:t>
    </dgm:pt>
    <dgm:pt modelId="{510199D7-5404-4E6D-A5CC-A165DC48E4B2}">
      <dgm:prSet/>
      <dgm:spPr/>
      <dgm:t>
        <a:bodyPr/>
        <a:lstStyle/>
        <a:p>
          <a:pPr>
            <a:lnSpc>
              <a:spcPct val="100000"/>
            </a:lnSpc>
          </a:pPr>
          <a:r>
            <a:rPr lang="en-US" baseline="0"/>
            <a:t>One search starts from the initial state and moves forward.</a:t>
          </a:r>
          <a:endParaRPr lang="en-US"/>
        </a:p>
      </dgm:t>
    </dgm:pt>
    <dgm:pt modelId="{4FC76626-4530-4846-945F-AF6A7733CF4C}" type="parTrans" cxnId="{825310A5-338F-4317-9012-B578BD603EDC}">
      <dgm:prSet/>
      <dgm:spPr/>
      <dgm:t>
        <a:bodyPr/>
        <a:lstStyle/>
        <a:p>
          <a:endParaRPr lang="en-US"/>
        </a:p>
      </dgm:t>
    </dgm:pt>
    <dgm:pt modelId="{3A23EF8B-BE1A-4F1A-B536-0F0B2DCC18FD}" type="sibTrans" cxnId="{825310A5-338F-4317-9012-B578BD603EDC}">
      <dgm:prSet/>
      <dgm:spPr/>
      <dgm:t>
        <a:bodyPr/>
        <a:lstStyle/>
        <a:p>
          <a:endParaRPr lang="en-US"/>
        </a:p>
      </dgm:t>
    </dgm:pt>
    <dgm:pt modelId="{A394E000-7964-4EAE-9164-A578957DD7A5}">
      <dgm:prSet/>
      <dgm:spPr/>
      <dgm:t>
        <a:bodyPr/>
        <a:lstStyle/>
        <a:p>
          <a:pPr>
            <a:lnSpc>
              <a:spcPct val="100000"/>
            </a:lnSpc>
          </a:pPr>
          <a:r>
            <a:rPr lang="en-US" baseline="0" dirty="0"/>
            <a:t>The other search starts from the goal state and moves backward.</a:t>
          </a:r>
          <a:endParaRPr lang="en-US" dirty="0"/>
        </a:p>
      </dgm:t>
    </dgm:pt>
    <dgm:pt modelId="{911ED90C-79AC-44C9-AB9D-A7F2813517E6}" type="parTrans" cxnId="{5A5B091F-4122-436E-AD6C-AC2B36600CC3}">
      <dgm:prSet/>
      <dgm:spPr/>
      <dgm:t>
        <a:bodyPr/>
        <a:lstStyle/>
        <a:p>
          <a:endParaRPr lang="en-US"/>
        </a:p>
      </dgm:t>
    </dgm:pt>
    <dgm:pt modelId="{8D3B6048-0908-4C59-B5CB-F85A01B9C997}" type="sibTrans" cxnId="{5A5B091F-4122-436E-AD6C-AC2B36600CC3}">
      <dgm:prSet/>
      <dgm:spPr/>
      <dgm:t>
        <a:bodyPr/>
        <a:lstStyle/>
        <a:p>
          <a:endParaRPr lang="en-US"/>
        </a:p>
      </dgm:t>
    </dgm:pt>
    <dgm:pt modelId="{0028EB52-1625-4314-A9B0-9083A482C75C}">
      <dgm:prSet/>
      <dgm:spPr/>
      <dgm:t>
        <a:bodyPr/>
        <a:lstStyle/>
        <a:p>
          <a:pPr>
            <a:lnSpc>
              <a:spcPct val="100000"/>
            </a:lnSpc>
          </a:pPr>
          <a:r>
            <a:rPr lang="en-US" baseline="0"/>
            <a:t>The process stops when both searches meet at a common node.</a:t>
          </a:r>
          <a:endParaRPr lang="en-US"/>
        </a:p>
      </dgm:t>
    </dgm:pt>
    <dgm:pt modelId="{CE502755-E5FE-46D0-BC25-42E0DFE883C8}" type="parTrans" cxnId="{FCAFC4C4-54BD-4865-BA50-470F8A12428D}">
      <dgm:prSet/>
      <dgm:spPr/>
      <dgm:t>
        <a:bodyPr/>
        <a:lstStyle/>
        <a:p>
          <a:endParaRPr lang="en-US"/>
        </a:p>
      </dgm:t>
    </dgm:pt>
    <dgm:pt modelId="{A350F6FF-472A-444F-AC84-47FBFB3B8227}" type="sibTrans" cxnId="{FCAFC4C4-54BD-4865-BA50-470F8A12428D}">
      <dgm:prSet/>
      <dgm:spPr/>
      <dgm:t>
        <a:bodyPr/>
        <a:lstStyle/>
        <a:p>
          <a:endParaRPr lang="en-US"/>
        </a:p>
      </dgm:t>
    </dgm:pt>
    <dgm:pt modelId="{7F42B9EF-AEB1-4DA6-BAA0-3AA678BC3D05}">
      <dgm:prSet/>
      <dgm:spPr/>
      <dgm:t>
        <a:bodyPr/>
        <a:lstStyle/>
        <a:p>
          <a:pPr>
            <a:lnSpc>
              <a:spcPct val="100000"/>
            </a:lnSpc>
          </a:pPr>
          <a:r>
            <a:rPr lang="en-US" baseline="0"/>
            <a:t>It can be implemented using BFS or DFS.</a:t>
          </a:r>
          <a:endParaRPr lang="en-US"/>
        </a:p>
      </dgm:t>
    </dgm:pt>
    <dgm:pt modelId="{D1C9FB70-EA58-4AA8-B435-393A84AC6733}" type="parTrans" cxnId="{0E8B33E7-95EF-4E9F-9249-619834E1B404}">
      <dgm:prSet/>
      <dgm:spPr/>
      <dgm:t>
        <a:bodyPr/>
        <a:lstStyle/>
        <a:p>
          <a:endParaRPr lang="en-US"/>
        </a:p>
      </dgm:t>
    </dgm:pt>
    <dgm:pt modelId="{3A3B7BC8-793D-4B42-A570-F77C269738D4}" type="sibTrans" cxnId="{0E8B33E7-95EF-4E9F-9249-619834E1B404}">
      <dgm:prSet/>
      <dgm:spPr/>
      <dgm:t>
        <a:bodyPr/>
        <a:lstStyle/>
        <a:p>
          <a:endParaRPr lang="en-US"/>
        </a:p>
      </dgm:t>
    </dgm:pt>
    <dgm:pt modelId="{DB070784-7109-4B3E-A9A3-058921A0C5BE}" type="pres">
      <dgm:prSet presAssocID="{69177FEF-8F6A-465B-821D-40EBB7F9AFC6}" presName="root" presStyleCnt="0">
        <dgm:presLayoutVars>
          <dgm:dir/>
          <dgm:resizeHandles val="exact"/>
        </dgm:presLayoutVars>
      </dgm:prSet>
      <dgm:spPr/>
    </dgm:pt>
    <dgm:pt modelId="{EC2BC869-43E7-48CE-BA72-82F6B65AE07A}" type="pres">
      <dgm:prSet presAssocID="{F86668BA-7B74-4D52-9DC4-3EE9ACBA72B3}" presName="compNode" presStyleCnt="0"/>
      <dgm:spPr/>
    </dgm:pt>
    <dgm:pt modelId="{170092A3-5ED6-4915-92B7-5C33B60E3300}" type="pres">
      <dgm:prSet presAssocID="{F86668BA-7B74-4D52-9DC4-3EE9ACBA72B3}" presName="bgRect" presStyleLbl="bgShp" presStyleIdx="0" presStyleCnt="5"/>
      <dgm:spPr/>
    </dgm:pt>
    <dgm:pt modelId="{1D9D189F-3149-4B4E-B6F3-2B34D2C2BB48}" type="pres">
      <dgm:prSet presAssocID="{F86668BA-7B74-4D52-9DC4-3EE9ACBA72B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ursor"/>
        </a:ext>
      </dgm:extLst>
    </dgm:pt>
    <dgm:pt modelId="{DAE01827-5B43-4883-B18F-522448E504D2}" type="pres">
      <dgm:prSet presAssocID="{F86668BA-7B74-4D52-9DC4-3EE9ACBA72B3}" presName="spaceRect" presStyleCnt="0"/>
      <dgm:spPr/>
    </dgm:pt>
    <dgm:pt modelId="{97F44E67-C779-410B-B5E9-4B6C7A86D989}" type="pres">
      <dgm:prSet presAssocID="{F86668BA-7B74-4D52-9DC4-3EE9ACBA72B3}" presName="parTx" presStyleLbl="revTx" presStyleIdx="0" presStyleCnt="5">
        <dgm:presLayoutVars>
          <dgm:chMax val="0"/>
          <dgm:chPref val="0"/>
        </dgm:presLayoutVars>
      </dgm:prSet>
      <dgm:spPr/>
    </dgm:pt>
    <dgm:pt modelId="{6B5778AD-ECD3-4354-B95B-479216C57166}" type="pres">
      <dgm:prSet presAssocID="{B2D77F02-CB07-4326-88C6-CEA3EC4157A1}" presName="sibTrans" presStyleCnt="0"/>
      <dgm:spPr/>
    </dgm:pt>
    <dgm:pt modelId="{3517C8F3-3EA8-4BE7-90BC-B0409C98B96B}" type="pres">
      <dgm:prSet presAssocID="{510199D7-5404-4E6D-A5CC-A165DC48E4B2}" presName="compNode" presStyleCnt="0"/>
      <dgm:spPr/>
    </dgm:pt>
    <dgm:pt modelId="{A86AF8B2-E568-4A2D-8327-F9DCF138A2C5}" type="pres">
      <dgm:prSet presAssocID="{510199D7-5404-4E6D-A5CC-A165DC48E4B2}" presName="bgRect" presStyleLbl="bgShp" presStyleIdx="1" presStyleCnt="5"/>
      <dgm:spPr/>
    </dgm:pt>
    <dgm:pt modelId="{AEE91FDD-B638-448A-9979-24563EBA8440}" type="pres">
      <dgm:prSet presAssocID="{510199D7-5404-4E6D-A5CC-A165DC48E4B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le with Left Arrow"/>
        </a:ext>
      </dgm:extLst>
    </dgm:pt>
    <dgm:pt modelId="{13EEDD55-A05D-498E-BF35-772D2417A154}" type="pres">
      <dgm:prSet presAssocID="{510199D7-5404-4E6D-A5CC-A165DC48E4B2}" presName="spaceRect" presStyleCnt="0"/>
      <dgm:spPr/>
    </dgm:pt>
    <dgm:pt modelId="{CF42DE55-9513-4C18-B391-B8D993E2B53A}" type="pres">
      <dgm:prSet presAssocID="{510199D7-5404-4E6D-A5CC-A165DC48E4B2}" presName="parTx" presStyleLbl="revTx" presStyleIdx="1" presStyleCnt="5">
        <dgm:presLayoutVars>
          <dgm:chMax val="0"/>
          <dgm:chPref val="0"/>
        </dgm:presLayoutVars>
      </dgm:prSet>
      <dgm:spPr/>
    </dgm:pt>
    <dgm:pt modelId="{BB889151-8CA4-4EB8-A2C3-978CDEBAAAB5}" type="pres">
      <dgm:prSet presAssocID="{3A23EF8B-BE1A-4F1A-B536-0F0B2DCC18FD}" presName="sibTrans" presStyleCnt="0"/>
      <dgm:spPr/>
    </dgm:pt>
    <dgm:pt modelId="{139C0A1D-86D7-4E94-A055-54C7BE8FBB50}" type="pres">
      <dgm:prSet presAssocID="{A394E000-7964-4EAE-9164-A578957DD7A5}" presName="compNode" presStyleCnt="0"/>
      <dgm:spPr/>
    </dgm:pt>
    <dgm:pt modelId="{D8E93D61-2944-44FD-B009-A30A0A91D190}" type="pres">
      <dgm:prSet presAssocID="{A394E000-7964-4EAE-9164-A578957DD7A5}" presName="bgRect" presStyleLbl="bgShp" presStyleIdx="2" presStyleCnt="5"/>
      <dgm:spPr/>
    </dgm:pt>
    <dgm:pt modelId="{DB2A5353-6218-4894-8799-3DDC42342C63}" type="pres">
      <dgm:prSet presAssocID="{A394E000-7964-4EAE-9164-A578957DD7A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ext>
      </dgm:extLst>
    </dgm:pt>
    <dgm:pt modelId="{99478D2B-50A4-436A-A0A5-D2A1A485D0C6}" type="pres">
      <dgm:prSet presAssocID="{A394E000-7964-4EAE-9164-A578957DD7A5}" presName="spaceRect" presStyleCnt="0"/>
      <dgm:spPr/>
    </dgm:pt>
    <dgm:pt modelId="{557634E3-EF4A-4910-B724-2A774E0BA6D8}" type="pres">
      <dgm:prSet presAssocID="{A394E000-7964-4EAE-9164-A578957DD7A5}" presName="parTx" presStyleLbl="revTx" presStyleIdx="2" presStyleCnt="5">
        <dgm:presLayoutVars>
          <dgm:chMax val="0"/>
          <dgm:chPref val="0"/>
        </dgm:presLayoutVars>
      </dgm:prSet>
      <dgm:spPr/>
    </dgm:pt>
    <dgm:pt modelId="{0A04E175-C36F-4F27-A368-8917F9F4319C}" type="pres">
      <dgm:prSet presAssocID="{8D3B6048-0908-4C59-B5CB-F85A01B9C997}" presName="sibTrans" presStyleCnt="0"/>
      <dgm:spPr/>
    </dgm:pt>
    <dgm:pt modelId="{2D59EF6A-ECEE-479A-9C0F-C4543B77E6A5}" type="pres">
      <dgm:prSet presAssocID="{0028EB52-1625-4314-A9B0-9083A482C75C}" presName="compNode" presStyleCnt="0"/>
      <dgm:spPr/>
    </dgm:pt>
    <dgm:pt modelId="{C19AB058-8D99-4D9A-9D5E-EDA271456363}" type="pres">
      <dgm:prSet presAssocID="{0028EB52-1625-4314-A9B0-9083A482C75C}" presName="bgRect" presStyleLbl="bgShp" presStyleIdx="3" presStyleCnt="5"/>
      <dgm:spPr/>
    </dgm:pt>
    <dgm:pt modelId="{BB2828E7-19D9-413E-AE90-F4F1F914C22A}" type="pres">
      <dgm:prSet presAssocID="{0028EB52-1625-4314-A9B0-9083A482C75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65D125BC-9A50-4030-A212-526C64974A49}" type="pres">
      <dgm:prSet presAssocID="{0028EB52-1625-4314-A9B0-9083A482C75C}" presName="spaceRect" presStyleCnt="0"/>
      <dgm:spPr/>
    </dgm:pt>
    <dgm:pt modelId="{52037168-A995-4790-BE2E-32E498A9DA99}" type="pres">
      <dgm:prSet presAssocID="{0028EB52-1625-4314-A9B0-9083A482C75C}" presName="parTx" presStyleLbl="revTx" presStyleIdx="3" presStyleCnt="5">
        <dgm:presLayoutVars>
          <dgm:chMax val="0"/>
          <dgm:chPref val="0"/>
        </dgm:presLayoutVars>
      </dgm:prSet>
      <dgm:spPr/>
    </dgm:pt>
    <dgm:pt modelId="{5CC40A10-E0A4-4847-A3D4-4508108FC15C}" type="pres">
      <dgm:prSet presAssocID="{A350F6FF-472A-444F-AC84-47FBFB3B8227}" presName="sibTrans" presStyleCnt="0"/>
      <dgm:spPr/>
    </dgm:pt>
    <dgm:pt modelId="{4D26C5B9-994D-4A96-84EB-B5711F153CCD}" type="pres">
      <dgm:prSet presAssocID="{7F42B9EF-AEB1-4DA6-BAA0-3AA678BC3D05}" presName="compNode" presStyleCnt="0"/>
      <dgm:spPr/>
    </dgm:pt>
    <dgm:pt modelId="{0E91D496-AD45-41E0-96BC-7034B4070984}" type="pres">
      <dgm:prSet presAssocID="{7F42B9EF-AEB1-4DA6-BAA0-3AA678BC3D05}" presName="bgRect" presStyleLbl="bgShp" presStyleIdx="4" presStyleCnt="5"/>
      <dgm:spPr/>
    </dgm:pt>
    <dgm:pt modelId="{760A73FF-E6C2-49E2-8D07-C6C6C9F9171A}" type="pres">
      <dgm:prSet presAssocID="{7F42B9EF-AEB1-4DA6-BAA0-3AA678BC3D0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able"/>
        </a:ext>
      </dgm:extLst>
    </dgm:pt>
    <dgm:pt modelId="{53013335-8F6B-4D43-B91C-430074C711F7}" type="pres">
      <dgm:prSet presAssocID="{7F42B9EF-AEB1-4DA6-BAA0-3AA678BC3D05}" presName="spaceRect" presStyleCnt="0"/>
      <dgm:spPr/>
    </dgm:pt>
    <dgm:pt modelId="{40538D46-DC01-4D12-A37D-8C734A9A4A04}" type="pres">
      <dgm:prSet presAssocID="{7F42B9EF-AEB1-4DA6-BAA0-3AA678BC3D05}" presName="parTx" presStyleLbl="revTx" presStyleIdx="4" presStyleCnt="5">
        <dgm:presLayoutVars>
          <dgm:chMax val="0"/>
          <dgm:chPref val="0"/>
        </dgm:presLayoutVars>
      </dgm:prSet>
      <dgm:spPr/>
    </dgm:pt>
  </dgm:ptLst>
  <dgm:cxnLst>
    <dgm:cxn modelId="{5A5B091F-4122-436E-AD6C-AC2B36600CC3}" srcId="{69177FEF-8F6A-465B-821D-40EBB7F9AFC6}" destId="{A394E000-7964-4EAE-9164-A578957DD7A5}" srcOrd="2" destOrd="0" parTransId="{911ED90C-79AC-44C9-AB9D-A7F2813517E6}" sibTransId="{8D3B6048-0908-4C59-B5CB-F85A01B9C997}"/>
    <dgm:cxn modelId="{D7B9A73A-621C-4925-B3B3-2D3F504FAAAC}" srcId="{69177FEF-8F6A-465B-821D-40EBB7F9AFC6}" destId="{F86668BA-7B74-4D52-9DC4-3EE9ACBA72B3}" srcOrd="0" destOrd="0" parTransId="{4AFABC3D-6034-4EF8-BE65-0F535F5CDE4A}" sibTransId="{B2D77F02-CB07-4326-88C6-CEA3EC4157A1}"/>
    <dgm:cxn modelId="{70EEBF3C-774C-4CEE-B617-4A9A14AFFDB6}" type="presOf" srcId="{510199D7-5404-4E6D-A5CC-A165DC48E4B2}" destId="{CF42DE55-9513-4C18-B391-B8D993E2B53A}" srcOrd="0" destOrd="0" presId="urn:microsoft.com/office/officeart/2018/2/layout/IconVerticalSolidList"/>
    <dgm:cxn modelId="{FC7E1383-25A7-4EB2-834C-3572A420D5E0}" type="presOf" srcId="{A394E000-7964-4EAE-9164-A578957DD7A5}" destId="{557634E3-EF4A-4910-B724-2A774E0BA6D8}" srcOrd="0" destOrd="0" presId="urn:microsoft.com/office/officeart/2018/2/layout/IconVerticalSolidList"/>
    <dgm:cxn modelId="{841ED589-1AE9-487E-A604-5CF5E0E38855}" type="presOf" srcId="{F86668BA-7B74-4D52-9DC4-3EE9ACBA72B3}" destId="{97F44E67-C779-410B-B5E9-4B6C7A86D989}" srcOrd="0" destOrd="0" presId="urn:microsoft.com/office/officeart/2018/2/layout/IconVerticalSolidList"/>
    <dgm:cxn modelId="{00923AA4-43DC-43E4-976C-07A64F031D13}" type="presOf" srcId="{7F42B9EF-AEB1-4DA6-BAA0-3AA678BC3D05}" destId="{40538D46-DC01-4D12-A37D-8C734A9A4A04}" srcOrd="0" destOrd="0" presId="urn:microsoft.com/office/officeart/2018/2/layout/IconVerticalSolidList"/>
    <dgm:cxn modelId="{825310A5-338F-4317-9012-B578BD603EDC}" srcId="{69177FEF-8F6A-465B-821D-40EBB7F9AFC6}" destId="{510199D7-5404-4E6D-A5CC-A165DC48E4B2}" srcOrd="1" destOrd="0" parTransId="{4FC76626-4530-4846-945F-AF6A7733CF4C}" sibTransId="{3A23EF8B-BE1A-4F1A-B536-0F0B2DCC18FD}"/>
    <dgm:cxn modelId="{4DAA10C4-9E21-4AD1-869D-CCB8FC4128CD}" type="presOf" srcId="{0028EB52-1625-4314-A9B0-9083A482C75C}" destId="{52037168-A995-4790-BE2E-32E498A9DA99}" srcOrd="0" destOrd="0" presId="urn:microsoft.com/office/officeart/2018/2/layout/IconVerticalSolidList"/>
    <dgm:cxn modelId="{FCAFC4C4-54BD-4865-BA50-470F8A12428D}" srcId="{69177FEF-8F6A-465B-821D-40EBB7F9AFC6}" destId="{0028EB52-1625-4314-A9B0-9083A482C75C}" srcOrd="3" destOrd="0" parTransId="{CE502755-E5FE-46D0-BC25-42E0DFE883C8}" sibTransId="{A350F6FF-472A-444F-AC84-47FBFB3B8227}"/>
    <dgm:cxn modelId="{6E6258D2-8AA8-46A4-B794-547A86CCF6C1}" type="presOf" srcId="{69177FEF-8F6A-465B-821D-40EBB7F9AFC6}" destId="{DB070784-7109-4B3E-A9A3-058921A0C5BE}" srcOrd="0" destOrd="0" presId="urn:microsoft.com/office/officeart/2018/2/layout/IconVerticalSolidList"/>
    <dgm:cxn modelId="{0E8B33E7-95EF-4E9F-9249-619834E1B404}" srcId="{69177FEF-8F6A-465B-821D-40EBB7F9AFC6}" destId="{7F42B9EF-AEB1-4DA6-BAA0-3AA678BC3D05}" srcOrd="4" destOrd="0" parTransId="{D1C9FB70-EA58-4AA8-B435-393A84AC6733}" sibTransId="{3A3B7BC8-793D-4B42-A570-F77C269738D4}"/>
    <dgm:cxn modelId="{7B95B857-7144-4F1D-A7B3-595DC546949D}" type="presParOf" srcId="{DB070784-7109-4B3E-A9A3-058921A0C5BE}" destId="{EC2BC869-43E7-48CE-BA72-82F6B65AE07A}" srcOrd="0" destOrd="0" presId="urn:microsoft.com/office/officeart/2018/2/layout/IconVerticalSolidList"/>
    <dgm:cxn modelId="{67FF6E2A-0405-49DC-A3E6-7703F256CC3D}" type="presParOf" srcId="{EC2BC869-43E7-48CE-BA72-82F6B65AE07A}" destId="{170092A3-5ED6-4915-92B7-5C33B60E3300}" srcOrd="0" destOrd="0" presId="urn:microsoft.com/office/officeart/2018/2/layout/IconVerticalSolidList"/>
    <dgm:cxn modelId="{3AD45EA6-0901-45D5-91C8-080E1E6BB828}" type="presParOf" srcId="{EC2BC869-43E7-48CE-BA72-82F6B65AE07A}" destId="{1D9D189F-3149-4B4E-B6F3-2B34D2C2BB48}" srcOrd="1" destOrd="0" presId="urn:microsoft.com/office/officeart/2018/2/layout/IconVerticalSolidList"/>
    <dgm:cxn modelId="{96318F71-800D-4A52-96D2-F32B299A3944}" type="presParOf" srcId="{EC2BC869-43E7-48CE-BA72-82F6B65AE07A}" destId="{DAE01827-5B43-4883-B18F-522448E504D2}" srcOrd="2" destOrd="0" presId="urn:microsoft.com/office/officeart/2018/2/layout/IconVerticalSolidList"/>
    <dgm:cxn modelId="{D042CE2D-A913-4BCE-83C6-86AF00AE2744}" type="presParOf" srcId="{EC2BC869-43E7-48CE-BA72-82F6B65AE07A}" destId="{97F44E67-C779-410B-B5E9-4B6C7A86D989}" srcOrd="3" destOrd="0" presId="urn:microsoft.com/office/officeart/2018/2/layout/IconVerticalSolidList"/>
    <dgm:cxn modelId="{B68D4D5B-B0D3-42A3-9BD5-0660EFBF74E3}" type="presParOf" srcId="{DB070784-7109-4B3E-A9A3-058921A0C5BE}" destId="{6B5778AD-ECD3-4354-B95B-479216C57166}" srcOrd="1" destOrd="0" presId="urn:microsoft.com/office/officeart/2018/2/layout/IconVerticalSolidList"/>
    <dgm:cxn modelId="{81D07B13-66D4-4608-92A1-7B8ADF9B3C54}" type="presParOf" srcId="{DB070784-7109-4B3E-A9A3-058921A0C5BE}" destId="{3517C8F3-3EA8-4BE7-90BC-B0409C98B96B}" srcOrd="2" destOrd="0" presId="urn:microsoft.com/office/officeart/2018/2/layout/IconVerticalSolidList"/>
    <dgm:cxn modelId="{F8C6961F-FBEE-4BCC-A97F-866A5ACA8E5D}" type="presParOf" srcId="{3517C8F3-3EA8-4BE7-90BC-B0409C98B96B}" destId="{A86AF8B2-E568-4A2D-8327-F9DCF138A2C5}" srcOrd="0" destOrd="0" presId="urn:microsoft.com/office/officeart/2018/2/layout/IconVerticalSolidList"/>
    <dgm:cxn modelId="{63909D96-38AD-425E-A5F8-15B54BE51A84}" type="presParOf" srcId="{3517C8F3-3EA8-4BE7-90BC-B0409C98B96B}" destId="{AEE91FDD-B638-448A-9979-24563EBA8440}" srcOrd="1" destOrd="0" presId="urn:microsoft.com/office/officeart/2018/2/layout/IconVerticalSolidList"/>
    <dgm:cxn modelId="{6A0CEC64-2C75-4AAC-9655-08A6D96C821E}" type="presParOf" srcId="{3517C8F3-3EA8-4BE7-90BC-B0409C98B96B}" destId="{13EEDD55-A05D-498E-BF35-772D2417A154}" srcOrd="2" destOrd="0" presId="urn:microsoft.com/office/officeart/2018/2/layout/IconVerticalSolidList"/>
    <dgm:cxn modelId="{8729D779-0120-4E55-BFC5-CF31C726D65E}" type="presParOf" srcId="{3517C8F3-3EA8-4BE7-90BC-B0409C98B96B}" destId="{CF42DE55-9513-4C18-B391-B8D993E2B53A}" srcOrd="3" destOrd="0" presId="urn:microsoft.com/office/officeart/2018/2/layout/IconVerticalSolidList"/>
    <dgm:cxn modelId="{D5537A42-2497-45B4-AC5F-99296E2DE1D3}" type="presParOf" srcId="{DB070784-7109-4B3E-A9A3-058921A0C5BE}" destId="{BB889151-8CA4-4EB8-A2C3-978CDEBAAAB5}" srcOrd="3" destOrd="0" presId="urn:microsoft.com/office/officeart/2018/2/layout/IconVerticalSolidList"/>
    <dgm:cxn modelId="{457E78F5-4F98-41A8-80AD-E558E0500151}" type="presParOf" srcId="{DB070784-7109-4B3E-A9A3-058921A0C5BE}" destId="{139C0A1D-86D7-4E94-A055-54C7BE8FBB50}" srcOrd="4" destOrd="0" presId="urn:microsoft.com/office/officeart/2018/2/layout/IconVerticalSolidList"/>
    <dgm:cxn modelId="{31F7B4BD-646A-415F-AEE8-276FBA9850BF}" type="presParOf" srcId="{139C0A1D-86D7-4E94-A055-54C7BE8FBB50}" destId="{D8E93D61-2944-44FD-B009-A30A0A91D190}" srcOrd="0" destOrd="0" presId="urn:microsoft.com/office/officeart/2018/2/layout/IconVerticalSolidList"/>
    <dgm:cxn modelId="{31AA0C4D-814B-4214-AC6F-6FA35844CE27}" type="presParOf" srcId="{139C0A1D-86D7-4E94-A055-54C7BE8FBB50}" destId="{DB2A5353-6218-4894-8799-3DDC42342C63}" srcOrd="1" destOrd="0" presId="urn:microsoft.com/office/officeart/2018/2/layout/IconVerticalSolidList"/>
    <dgm:cxn modelId="{F471C2BF-006B-4B5B-81BA-854A88ECFCBA}" type="presParOf" srcId="{139C0A1D-86D7-4E94-A055-54C7BE8FBB50}" destId="{99478D2B-50A4-436A-A0A5-D2A1A485D0C6}" srcOrd="2" destOrd="0" presId="urn:microsoft.com/office/officeart/2018/2/layout/IconVerticalSolidList"/>
    <dgm:cxn modelId="{3D48F0D7-A4FA-4386-8A6F-FD94E2DC1813}" type="presParOf" srcId="{139C0A1D-86D7-4E94-A055-54C7BE8FBB50}" destId="{557634E3-EF4A-4910-B724-2A774E0BA6D8}" srcOrd="3" destOrd="0" presId="urn:microsoft.com/office/officeart/2018/2/layout/IconVerticalSolidList"/>
    <dgm:cxn modelId="{5512AD92-E4E1-43E5-B2C3-124151C25D6D}" type="presParOf" srcId="{DB070784-7109-4B3E-A9A3-058921A0C5BE}" destId="{0A04E175-C36F-4F27-A368-8917F9F4319C}" srcOrd="5" destOrd="0" presId="urn:microsoft.com/office/officeart/2018/2/layout/IconVerticalSolidList"/>
    <dgm:cxn modelId="{8B3FD4F7-71D4-4072-97AB-3A0FE2EF42C5}" type="presParOf" srcId="{DB070784-7109-4B3E-A9A3-058921A0C5BE}" destId="{2D59EF6A-ECEE-479A-9C0F-C4543B77E6A5}" srcOrd="6" destOrd="0" presId="urn:microsoft.com/office/officeart/2018/2/layout/IconVerticalSolidList"/>
    <dgm:cxn modelId="{2CBC62FB-4811-478F-882B-C16BB6DA3BAD}" type="presParOf" srcId="{2D59EF6A-ECEE-479A-9C0F-C4543B77E6A5}" destId="{C19AB058-8D99-4D9A-9D5E-EDA271456363}" srcOrd="0" destOrd="0" presId="urn:microsoft.com/office/officeart/2018/2/layout/IconVerticalSolidList"/>
    <dgm:cxn modelId="{59CBAE1B-EBFC-47FE-BB85-5D2EE778FBB0}" type="presParOf" srcId="{2D59EF6A-ECEE-479A-9C0F-C4543B77E6A5}" destId="{BB2828E7-19D9-413E-AE90-F4F1F914C22A}" srcOrd="1" destOrd="0" presId="urn:microsoft.com/office/officeart/2018/2/layout/IconVerticalSolidList"/>
    <dgm:cxn modelId="{7CA09E56-F7EA-4410-BACC-826F9B7A9BE3}" type="presParOf" srcId="{2D59EF6A-ECEE-479A-9C0F-C4543B77E6A5}" destId="{65D125BC-9A50-4030-A212-526C64974A49}" srcOrd="2" destOrd="0" presId="urn:microsoft.com/office/officeart/2018/2/layout/IconVerticalSolidList"/>
    <dgm:cxn modelId="{1885B680-F36F-4C81-BF2F-15AEAEA34A0F}" type="presParOf" srcId="{2D59EF6A-ECEE-479A-9C0F-C4543B77E6A5}" destId="{52037168-A995-4790-BE2E-32E498A9DA99}" srcOrd="3" destOrd="0" presId="urn:microsoft.com/office/officeart/2018/2/layout/IconVerticalSolidList"/>
    <dgm:cxn modelId="{0F44FBF8-BBF4-445D-A19D-AD240B7D81B0}" type="presParOf" srcId="{DB070784-7109-4B3E-A9A3-058921A0C5BE}" destId="{5CC40A10-E0A4-4847-A3D4-4508108FC15C}" srcOrd="7" destOrd="0" presId="urn:microsoft.com/office/officeart/2018/2/layout/IconVerticalSolidList"/>
    <dgm:cxn modelId="{7461A052-3A1C-4041-AB4B-B613103A30D5}" type="presParOf" srcId="{DB070784-7109-4B3E-A9A3-058921A0C5BE}" destId="{4D26C5B9-994D-4A96-84EB-B5711F153CCD}" srcOrd="8" destOrd="0" presId="urn:microsoft.com/office/officeart/2018/2/layout/IconVerticalSolidList"/>
    <dgm:cxn modelId="{F66598DE-EE71-4BBB-A857-6186799C3131}" type="presParOf" srcId="{4D26C5B9-994D-4A96-84EB-B5711F153CCD}" destId="{0E91D496-AD45-41E0-96BC-7034B4070984}" srcOrd="0" destOrd="0" presId="urn:microsoft.com/office/officeart/2018/2/layout/IconVerticalSolidList"/>
    <dgm:cxn modelId="{AF8DAF51-9D07-49C8-B2FA-1754AF5BBAC3}" type="presParOf" srcId="{4D26C5B9-994D-4A96-84EB-B5711F153CCD}" destId="{760A73FF-E6C2-49E2-8D07-C6C6C9F9171A}" srcOrd="1" destOrd="0" presId="urn:microsoft.com/office/officeart/2018/2/layout/IconVerticalSolidList"/>
    <dgm:cxn modelId="{17142548-D6E7-41AD-8A21-866C2FDA46A2}" type="presParOf" srcId="{4D26C5B9-994D-4A96-84EB-B5711F153CCD}" destId="{53013335-8F6B-4D43-B91C-430074C711F7}" srcOrd="2" destOrd="0" presId="urn:microsoft.com/office/officeart/2018/2/layout/IconVerticalSolidList"/>
    <dgm:cxn modelId="{5C10BAA1-05EF-4267-865E-3D75A7442DB6}" type="presParOf" srcId="{4D26C5B9-994D-4A96-84EB-B5711F153CCD}" destId="{40538D46-DC01-4D12-A37D-8C734A9A4A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8EB4C35-7D30-433C-9819-7E123649C4F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1FF1228-AD12-4A11-8A74-4AD3F05C68F7}">
      <dgm:prSet/>
      <dgm:spPr/>
      <dgm:t>
        <a:bodyPr/>
        <a:lstStyle/>
        <a:p>
          <a:r>
            <a:rPr lang="en-US"/>
            <a:t>Greedy Best-First Search (GBFS)</a:t>
          </a:r>
        </a:p>
      </dgm:t>
    </dgm:pt>
    <dgm:pt modelId="{70CCA66B-A687-4EDF-ACDD-A412CF6E328F}" type="parTrans" cxnId="{CCF3E80D-DB88-410C-8B75-B6C72CAF81EA}">
      <dgm:prSet/>
      <dgm:spPr/>
      <dgm:t>
        <a:bodyPr/>
        <a:lstStyle/>
        <a:p>
          <a:endParaRPr lang="en-US"/>
        </a:p>
      </dgm:t>
    </dgm:pt>
    <dgm:pt modelId="{F5E15749-EB6B-46B2-B1EB-69300E4146E9}" type="sibTrans" cxnId="{CCF3E80D-DB88-410C-8B75-B6C72CAF81EA}">
      <dgm:prSet/>
      <dgm:spPr/>
      <dgm:t>
        <a:bodyPr/>
        <a:lstStyle/>
        <a:p>
          <a:endParaRPr lang="en-US"/>
        </a:p>
      </dgm:t>
    </dgm:pt>
    <dgm:pt modelId="{57869150-D041-4908-8B78-3AEEBBE16499}">
      <dgm:prSet/>
      <dgm:spPr/>
      <dgm:t>
        <a:bodyPr/>
        <a:lstStyle/>
        <a:p>
          <a:r>
            <a:rPr lang="en-US" i="1" dirty="0"/>
            <a:t>A</a:t>
          </a:r>
          <a:r>
            <a:rPr lang="en-US" dirty="0"/>
            <a:t>*</a:t>
          </a:r>
          <a:r>
            <a:rPr lang="en-US" i="1" dirty="0"/>
            <a:t> Search (A-Star)</a:t>
          </a:r>
          <a:endParaRPr lang="en-US" dirty="0"/>
        </a:p>
      </dgm:t>
    </dgm:pt>
    <dgm:pt modelId="{88A241B3-3A97-456A-8573-AD7013B2E537}" type="parTrans" cxnId="{BCDCD532-88E0-4D10-A865-63DD8664D486}">
      <dgm:prSet/>
      <dgm:spPr/>
      <dgm:t>
        <a:bodyPr/>
        <a:lstStyle/>
        <a:p>
          <a:endParaRPr lang="en-US"/>
        </a:p>
      </dgm:t>
    </dgm:pt>
    <dgm:pt modelId="{2F2D3DAD-41E9-4DA8-B157-13D7D1F50855}" type="sibTrans" cxnId="{BCDCD532-88E0-4D10-A865-63DD8664D486}">
      <dgm:prSet/>
      <dgm:spPr/>
      <dgm:t>
        <a:bodyPr/>
        <a:lstStyle/>
        <a:p>
          <a:endParaRPr lang="en-US"/>
        </a:p>
      </dgm:t>
    </dgm:pt>
    <dgm:pt modelId="{0E956E9E-B959-4AEB-A0C3-C3E6AF963AEA}" type="pres">
      <dgm:prSet presAssocID="{58EB4C35-7D30-433C-9819-7E123649C4F2}" presName="root" presStyleCnt="0">
        <dgm:presLayoutVars>
          <dgm:dir/>
          <dgm:resizeHandles val="exact"/>
        </dgm:presLayoutVars>
      </dgm:prSet>
      <dgm:spPr/>
    </dgm:pt>
    <dgm:pt modelId="{F011B632-808B-444F-8B7E-4A655023D7A4}" type="pres">
      <dgm:prSet presAssocID="{11FF1228-AD12-4A11-8A74-4AD3F05C68F7}" presName="compNode" presStyleCnt="0"/>
      <dgm:spPr/>
    </dgm:pt>
    <dgm:pt modelId="{275CE259-BD4A-4D17-AB6C-F52C625F1978}" type="pres">
      <dgm:prSet presAssocID="{11FF1228-AD12-4A11-8A74-4AD3F05C68F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Joker Hat"/>
        </a:ext>
      </dgm:extLst>
    </dgm:pt>
    <dgm:pt modelId="{F1A8CD23-918D-4DDB-A1D3-97EC161EA1C0}" type="pres">
      <dgm:prSet presAssocID="{11FF1228-AD12-4A11-8A74-4AD3F05C68F7}" presName="spaceRect" presStyleCnt="0"/>
      <dgm:spPr/>
    </dgm:pt>
    <dgm:pt modelId="{12D26D1E-CFBE-49C5-B8B7-F4912A040999}" type="pres">
      <dgm:prSet presAssocID="{11FF1228-AD12-4A11-8A74-4AD3F05C68F7}" presName="textRect" presStyleLbl="revTx" presStyleIdx="0" presStyleCnt="2">
        <dgm:presLayoutVars>
          <dgm:chMax val="1"/>
          <dgm:chPref val="1"/>
        </dgm:presLayoutVars>
      </dgm:prSet>
      <dgm:spPr/>
    </dgm:pt>
    <dgm:pt modelId="{16D3A804-4FD6-4480-8E9C-4F082BED3426}" type="pres">
      <dgm:prSet presAssocID="{F5E15749-EB6B-46B2-B1EB-69300E4146E9}" presName="sibTrans" presStyleCnt="0"/>
      <dgm:spPr/>
    </dgm:pt>
    <dgm:pt modelId="{DEDAF946-A54A-45F9-8A5B-59310382E57A}" type="pres">
      <dgm:prSet presAssocID="{57869150-D041-4908-8B78-3AEEBBE16499}" presName="compNode" presStyleCnt="0"/>
      <dgm:spPr/>
    </dgm:pt>
    <dgm:pt modelId="{94DD634F-E1C1-45F1-8A4B-89D9CD3469E7}" type="pres">
      <dgm:prSet presAssocID="{57869150-D041-4908-8B78-3AEEBBE1649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r"/>
        </a:ext>
      </dgm:extLst>
    </dgm:pt>
    <dgm:pt modelId="{613B3103-7689-4758-A302-A62AD8CE7A83}" type="pres">
      <dgm:prSet presAssocID="{57869150-D041-4908-8B78-3AEEBBE16499}" presName="spaceRect" presStyleCnt="0"/>
      <dgm:spPr/>
    </dgm:pt>
    <dgm:pt modelId="{BDEA8319-B192-4F1D-B551-79201B75D290}" type="pres">
      <dgm:prSet presAssocID="{57869150-D041-4908-8B78-3AEEBBE16499}" presName="textRect" presStyleLbl="revTx" presStyleIdx="1" presStyleCnt="2">
        <dgm:presLayoutVars>
          <dgm:chMax val="1"/>
          <dgm:chPref val="1"/>
        </dgm:presLayoutVars>
      </dgm:prSet>
      <dgm:spPr/>
    </dgm:pt>
  </dgm:ptLst>
  <dgm:cxnLst>
    <dgm:cxn modelId="{011B5F06-0BA4-4DF0-AAC3-4323BFAFB3E5}" type="presOf" srcId="{58EB4C35-7D30-433C-9819-7E123649C4F2}" destId="{0E956E9E-B959-4AEB-A0C3-C3E6AF963AEA}" srcOrd="0" destOrd="0" presId="urn:microsoft.com/office/officeart/2018/2/layout/IconLabelList"/>
    <dgm:cxn modelId="{CCF3E80D-DB88-410C-8B75-B6C72CAF81EA}" srcId="{58EB4C35-7D30-433C-9819-7E123649C4F2}" destId="{11FF1228-AD12-4A11-8A74-4AD3F05C68F7}" srcOrd="0" destOrd="0" parTransId="{70CCA66B-A687-4EDF-ACDD-A412CF6E328F}" sibTransId="{F5E15749-EB6B-46B2-B1EB-69300E4146E9}"/>
    <dgm:cxn modelId="{BCDCD532-88E0-4D10-A865-63DD8664D486}" srcId="{58EB4C35-7D30-433C-9819-7E123649C4F2}" destId="{57869150-D041-4908-8B78-3AEEBBE16499}" srcOrd="1" destOrd="0" parTransId="{88A241B3-3A97-456A-8573-AD7013B2E537}" sibTransId="{2F2D3DAD-41E9-4DA8-B157-13D7D1F50855}"/>
    <dgm:cxn modelId="{742DB95F-801A-49A1-87B1-32B822220592}" type="presOf" srcId="{11FF1228-AD12-4A11-8A74-4AD3F05C68F7}" destId="{12D26D1E-CFBE-49C5-B8B7-F4912A040999}" srcOrd="0" destOrd="0" presId="urn:microsoft.com/office/officeart/2018/2/layout/IconLabelList"/>
    <dgm:cxn modelId="{7F757B9C-AFC8-4FF2-9A1C-3A4C7D39FA05}" type="presOf" srcId="{57869150-D041-4908-8B78-3AEEBBE16499}" destId="{BDEA8319-B192-4F1D-B551-79201B75D290}" srcOrd="0" destOrd="0" presId="urn:microsoft.com/office/officeart/2018/2/layout/IconLabelList"/>
    <dgm:cxn modelId="{8381E626-12F7-4AED-BAF6-5589779D6BA5}" type="presParOf" srcId="{0E956E9E-B959-4AEB-A0C3-C3E6AF963AEA}" destId="{F011B632-808B-444F-8B7E-4A655023D7A4}" srcOrd="0" destOrd="0" presId="urn:microsoft.com/office/officeart/2018/2/layout/IconLabelList"/>
    <dgm:cxn modelId="{818F5D38-F6CC-48A9-AC67-705CBBA1704B}" type="presParOf" srcId="{F011B632-808B-444F-8B7E-4A655023D7A4}" destId="{275CE259-BD4A-4D17-AB6C-F52C625F1978}" srcOrd="0" destOrd="0" presId="urn:microsoft.com/office/officeart/2018/2/layout/IconLabelList"/>
    <dgm:cxn modelId="{EC479E82-70E1-4A64-B207-882DB9F01029}" type="presParOf" srcId="{F011B632-808B-444F-8B7E-4A655023D7A4}" destId="{F1A8CD23-918D-4DDB-A1D3-97EC161EA1C0}" srcOrd="1" destOrd="0" presId="urn:microsoft.com/office/officeart/2018/2/layout/IconLabelList"/>
    <dgm:cxn modelId="{AF3176B7-5B7A-4D44-B13B-07AC15ABCE20}" type="presParOf" srcId="{F011B632-808B-444F-8B7E-4A655023D7A4}" destId="{12D26D1E-CFBE-49C5-B8B7-F4912A040999}" srcOrd="2" destOrd="0" presId="urn:microsoft.com/office/officeart/2018/2/layout/IconLabelList"/>
    <dgm:cxn modelId="{EB97F94F-08C9-4B68-8923-E09638FF7D76}" type="presParOf" srcId="{0E956E9E-B959-4AEB-A0C3-C3E6AF963AEA}" destId="{16D3A804-4FD6-4480-8E9C-4F082BED3426}" srcOrd="1" destOrd="0" presId="urn:microsoft.com/office/officeart/2018/2/layout/IconLabelList"/>
    <dgm:cxn modelId="{BD98FA11-2F8A-43C3-842C-ABDBE8E66007}" type="presParOf" srcId="{0E956E9E-B959-4AEB-A0C3-C3E6AF963AEA}" destId="{DEDAF946-A54A-45F9-8A5B-59310382E57A}" srcOrd="2" destOrd="0" presId="urn:microsoft.com/office/officeart/2018/2/layout/IconLabelList"/>
    <dgm:cxn modelId="{741319F3-9A11-45D6-8ACA-6C0A5F46473F}" type="presParOf" srcId="{DEDAF946-A54A-45F9-8A5B-59310382E57A}" destId="{94DD634F-E1C1-45F1-8A4B-89D9CD3469E7}" srcOrd="0" destOrd="0" presId="urn:microsoft.com/office/officeart/2018/2/layout/IconLabelList"/>
    <dgm:cxn modelId="{2FFDEA12-1D1B-4A84-8BAA-E4119AF87D2E}" type="presParOf" srcId="{DEDAF946-A54A-45F9-8A5B-59310382E57A}" destId="{613B3103-7689-4758-A302-A62AD8CE7A83}" srcOrd="1" destOrd="0" presId="urn:microsoft.com/office/officeart/2018/2/layout/IconLabelList"/>
    <dgm:cxn modelId="{AECB68DA-B929-4DCF-BB24-0364E77BCAD5}" type="presParOf" srcId="{DEDAF946-A54A-45F9-8A5B-59310382E57A}" destId="{BDEA8319-B192-4F1D-B551-79201B75D29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50F11E-B0F9-47B6-B7BA-08FC9F17E745}"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4D1A4C24-BE10-4B2B-906F-08CD0C6BBEA4}">
      <dgm:prSet/>
      <dgm:spPr/>
      <dgm:t>
        <a:bodyPr/>
        <a:lstStyle/>
        <a:p>
          <a:r>
            <a:rPr lang="en-US" baseline="0"/>
            <a:t>Greedy Best-First Search is an </a:t>
          </a:r>
          <a:r>
            <a:rPr lang="en-US" b="1" baseline="0"/>
            <a:t>Informed Search</a:t>
          </a:r>
          <a:r>
            <a:rPr lang="en-US" baseline="0"/>
            <a:t> algorithm that uses a heuristic to guide its path toward a goal.</a:t>
          </a:r>
          <a:br>
            <a:rPr lang="en-US" baseline="0"/>
          </a:br>
          <a:endParaRPr lang="en-US"/>
        </a:p>
      </dgm:t>
    </dgm:pt>
    <dgm:pt modelId="{8EB599AA-D9A0-4F45-867E-2A346F6D72EE}" type="parTrans" cxnId="{6654B8C2-6AED-49B3-96A4-36E2A73ACF96}">
      <dgm:prSet/>
      <dgm:spPr/>
      <dgm:t>
        <a:bodyPr/>
        <a:lstStyle/>
        <a:p>
          <a:endParaRPr lang="en-US"/>
        </a:p>
      </dgm:t>
    </dgm:pt>
    <dgm:pt modelId="{CE4E1BEA-003D-4115-9E07-C1F93753DFE5}" type="sibTrans" cxnId="{6654B8C2-6AED-49B3-96A4-36E2A73ACF96}">
      <dgm:prSet/>
      <dgm:spPr/>
      <dgm:t>
        <a:bodyPr/>
        <a:lstStyle/>
        <a:p>
          <a:endParaRPr lang="en-US"/>
        </a:p>
      </dgm:t>
    </dgm:pt>
    <dgm:pt modelId="{D17A2F59-1BD1-4B0B-B283-464CAA29B075}">
      <dgm:prSet/>
      <dgm:spPr/>
      <dgm:t>
        <a:bodyPr/>
        <a:lstStyle/>
        <a:p>
          <a:r>
            <a:rPr lang="en-US" baseline="0"/>
            <a:t>It is called "Greedy" because at each step, it picks the path that </a:t>
          </a:r>
          <a:r>
            <a:rPr lang="en-US" i="1" baseline="0"/>
            <a:t>appears</a:t>
          </a:r>
          <a:r>
            <a:rPr lang="en-US" baseline="0"/>
            <a:t> to provide the most immediate benefit, without considering the total journey cost.</a:t>
          </a:r>
          <a:br>
            <a:rPr lang="en-US" baseline="0"/>
          </a:br>
          <a:endParaRPr lang="en-US"/>
        </a:p>
      </dgm:t>
    </dgm:pt>
    <dgm:pt modelId="{27B0EBDA-41B1-4929-8314-44BCFB001ACF}" type="parTrans" cxnId="{0B090B8A-6000-4BC8-8C94-10DD5D8548DD}">
      <dgm:prSet/>
      <dgm:spPr/>
      <dgm:t>
        <a:bodyPr/>
        <a:lstStyle/>
        <a:p>
          <a:endParaRPr lang="en-US"/>
        </a:p>
      </dgm:t>
    </dgm:pt>
    <dgm:pt modelId="{4797B85D-8EA2-4FB1-AD02-65479C7C8402}" type="sibTrans" cxnId="{0B090B8A-6000-4BC8-8C94-10DD5D8548DD}">
      <dgm:prSet/>
      <dgm:spPr/>
      <dgm:t>
        <a:bodyPr/>
        <a:lstStyle/>
        <a:p>
          <a:endParaRPr lang="en-US"/>
        </a:p>
      </dgm:t>
    </dgm:pt>
    <dgm:pt modelId="{C3DB940F-24B7-4416-920E-712055831EDA}">
      <dgm:prSet/>
      <dgm:spPr/>
      <dgm:t>
        <a:bodyPr/>
        <a:lstStyle/>
        <a:p>
          <a:r>
            <a:rPr lang="en-US" baseline="0"/>
            <a:t>Evaluation Function :  f(n)=h(n)</a:t>
          </a:r>
          <a:br>
            <a:rPr lang="en-US" baseline="0"/>
          </a:br>
          <a:br>
            <a:rPr lang="en-US" baseline="0"/>
          </a:br>
          <a:r>
            <a:rPr lang="en-US" baseline="0"/>
            <a:t>n : The current node being evaluated.</a:t>
          </a:r>
          <a:endParaRPr lang="en-US"/>
        </a:p>
      </dgm:t>
    </dgm:pt>
    <dgm:pt modelId="{F5BDF2C6-C4D4-4FB4-9EB6-5F9F649F0D8D}" type="parTrans" cxnId="{B2D6DEF1-2DDF-4374-BADF-0058B877DAF9}">
      <dgm:prSet/>
      <dgm:spPr/>
      <dgm:t>
        <a:bodyPr/>
        <a:lstStyle/>
        <a:p>
          <a:endParaRPr lang="en-US"/>
        </a:p>
      </dgm:t>
    </dgm:pt>
    <dgm:pt modelId="{CC430891-5800-4F2F-904A-F6F7298A447E}" type="sibTrans" cxnId="{B2D6DEF1-2DDF-4374-BADF-0058B877DAF9}">
      <dgm:prSet/>
      <dgm:spPr/>
      <dgm:t>
        <a:bodyPr/>
        <a:lstStyle/>
        <a:p>
          <a:endParaRPr lang="en-US"/>
        </a:p>
      </dgm:t>
    </dgm:pt>
    <dgm:pt modelId="{AE1054C3-3AEA-4C7B-9D6D-818CCD6824FF}">
      <dgm:prSet/>
      <dgm:spPr/>
      <dgm:t>
        <a:bodyPr/>
        <a:lstStyle/>
        <a:p>
          <a:r>
            <a:rPr lang="en-US" baseline="0"/>
            <a:t>h(n): The Heuristic Function. This is an estimate of the cost from node n to the goal</a:t>
          </a:r>
          <a:br>
            <a:rPr lang="en-US" baseline="0"/>
          </a:br>
          <a:endParaRPr lang="en-US"/>
        </a:p>
      </dgm:t>
    </dgm:pt>
    <dgm:pt modelId="{8F43241B-7EEC-4672-8B01-59D7EF302322}" type="parTrans" cxnId="{E5B54E08-1D9F-4C12-9CFE-523BCEAFCFFD}">
      <dgm:prSet/>
      <dgm:spPr/>
      <dgm:t>
        <a:bodyPr/>
        <a:lstStyle/>
        <a:p>
          <a:endParaRPr lang="en-US"/>
        </a:p>
      </dgm:t>
    </dgm:pt>
    <dgm:pt modelId="{B4CCEAAC-4556-4F51-BBFD-E585414EA3F1}" type="sibTrans" cxnId="{E5B54E08-1D9F-4C12-9CFE-523BCEAFCFFD}">
      <dgm:prSet/>
      <dgm:spPr/>
      <dgm:t>
        <a:bodyPr/>
        <a:lstStyle/>
        <a:p>
          <a:endParaRPr lang="en-US"/>
        </a:p>
      </dgm:t>
    </dgm:pt>
    <dgm:pt modelId="{182DD7EC-C06E-4444-857C-F7A817E88BC3}" type="pres">
      <dgm:prSet presAssocID="{0750F11E-B0F9-47B6-B7BA-08FC9F17E745}" presName="root" presStyleCnt="0">
        <dgm:presLayoutVars>
          <dgm:dir/>
          <dgm:resizeHandles val="exact"/>
        </dgm:presLayoutVars>
      </dgm:prSet>
      <dgm:spPr/>
    </dgm:pt>
    <dgm:pt modelId="{F01263E5-B00E-4BCD-AF9A-08C5D6F0F7E5}" type="pres">
      <dgm:prSet presAssocID="{4D1A4C24-BE10-4B2B-906F-08CD0C6BBEA4}" presName="compNode" presStyleCnt="0"/>
      <dgm:spPr/>
    </dgm:pt>
    <dgm:pt modelId="{C3A84C95-65FF-4273-ADB1-993B20EA0348}" type="pres">
      <dgm:prSet presAssocID="{4D1A4C24-BE10-4B2B-906F-08CD0C6BBEA4}" presName="bgRect" presStyleLbl="bgShp" presStyleIdx="0" presStyleCnt="4"/>
      <dgm:spPr/>
    </dgm:pt>
    <dgm:pt modelId="{FDAF94F2-DB3F-4BCC-8DA3-0F12F92324BB}" type="pres">
      <dgm:prSet presAssocID="{4D1A4C24-BE10-4B2B-906F-08CD0C6BBEA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rget Audience"/>
        </a:ext>
      </dgm:extLst>
    </dgm:pt>
    <dgm:pt modelId="{27C44F21-A44D-42F5-B4C9-0DA6843D356B}" type="pres">
      <dgm:prSet presAssocID="{4D1A4C24-BE10-4B2B-906F-08CD0C6BBEA4}" presName="spaceRect" presStyleCnt="0"/>
      <dgm:spPr/>
    </dgm:pt>
    <dgm:pt modelId="{E17AFA91-F3D3-43F4-9149-E992EC573BD8}" type="pres">
      <dgm:prSet presAssocID="{4D1A4C24-BE10-4B2B-906F-08CD0C6BBEA4}" presName="parTx" presStyleLbl="revTx" presStyleIdx="0" presStyleCnt="4">
        <dgm:presLayoutVars>
          <dgm:chMax val="0"/>
          <dgm:chPref val="0"/>
        </dgm:presLayoutVars>
      </dgm:prSet>
      <dgm:spPr/>
    </dgm:pt>
    <dgm:pt modelId="{C3AA3E92-9BD8-440C-8028-A6C3C65E8EE7}" type="pres">
      <dgm:prSet presAssocID="{CE4E1BEA-003D-4115-9E07-C1F93753DFE5}" presName="sibTrans" presStyleCnt="0"/>
      <dgm:spPr/>
    </dgm:pt>
    <dgm:pt modelId="{2FCE6989-8590-4AE9-9E87-019907EE29C6}" type="pres">
      <dgm:prSet presAssocID="{D17A2F59-1BD1-4B0B-B283-464CAA29B075}" presName="compNode" presStyleCnt="0"/>
      <dgm:spPr/>
    </dgm:pt>
    <dgm:pt modelId="{D46A849C-6A3A-4263-B60B-3CA78F39BD83}" type="pres">
      <dgm:prSet presAssocID="{D17A2F59-1BD1-4B0B-B283-464CAA29B075}" presName="bgRect" presStyleLbl="bgShp" presStyleIdx="1" presStyleCnt="4"/>
      <dgm:spPr/>
    </dgm:pt>
    <dgm:pt modelId="{08760E3D-C981-45F2-9A21-3D3C01AB5F34}" type="pres">
      <dgm:prSet presAssocID="{D17A2F59-1BD1-4B0B-B283-464CAA29B07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783CF8A3-B5BF-4622-B87C-82BD324A5131}" type="pres">
      <dgm:prSet presAssocID="{D17A2F59-1BD1-4B0B-B283-464CAA29B075}" presName="spaceRect" presStyleCnt="0"/>
      <dgm:spPr/>
    </dgm:pt>
    <dgm:pt modelId="{3A5DBA54-CB8A-4C98-89D2-65F8CEA558FE}" type="pres">
      <dgm:prSet presAssocID="{D17A2F59-1BD1-4B0B-B283-464CAA29B075}" presName="parTx" presStyleLbl="revTx" presStyleIdx="1" presStyleCnt="4">
        <dgm:presLayoutVars>
          <dgm:chMax val="0"/>
          <dgm:chPref val="0"/>
        </dgm:presLayoutVars>
      </dgm:prSet>
      <dgm:spPr/>
    </dgm:pt>
    <dgm:pt modelId="{CD76F9F4-C0AB-414B-AA98-55B8A1A408CB}" type="pres">
      <dgm:prSet presAssocID="{4797B85D-8EA2-4FB1-AD02-65479C7C8402}" presName="sibTrans" presStyleCnt="0"/>
      <dgm:spPr/>
    </dgm:pt>
    <dgm:pt modelId="{E9464FD8-2864-4435-AB38-E77CA5740F81}" type="pres">
      <dgm:prSet presAssocID="{C3DB940F-24B7-4416-920E-712055831EDA}" presName="compNode" presStyleCnt="0"/>
      <dgm:spPr/>
    </dgm:pt>
    <dgm:pt modelId="{C5B2056B-8B4A-4C1D-B673-BBA7C55C33FA}" type="pres">
      <dgm:prSet presAssocID="{C3DB940F-24B7-4416-920E-712055831EDA}" presName="bgRect" presStyleLbl="bgShp" presStyleIdx="2" presStyleCnt="4"/>
      <dgm:spPr/>
    </dgm:pt>
    <dgm:pt modelId="{261DD7DC-73DD-477F-89E5-ED732CA0F063}" type="pres">
      <dgm:prSet presAssocID="{C3DB940F-24B7-4416-920E-712055831ED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74999EEF-04B6-468D-BFAB-671A21BE0ABA}" type="pres">
      <dgm:prSet presAssocID="{C3DB940F-24B7-4416-920E-712055831EDA}" presName="spaceRect" presStyleCnt="0"/>
      <dgm:spPr/>
    </dgm:pt>
    <dgm:pt modelId="{B250A39B-4DDB-4282-8CAB-92A1E0FBFA9B}" type="pres">
      <dgm:prSet presAssocID="{C3DB940F-24B7-4416-920E-712055831EDA}" presName="parTx" presStyleLbl="revTx" presStyleIdx="2" presStyleCnt="4">
        <dgm:presLayoutVars>
          <dgm:chMax val="0"/>
          <dgm:chPref val="0"/>
        </dgm:presLayoutVars>
      </dgm:prSet>
      <dgm:spPr/>
    </dgm:pt>
    <dgm:pt modelId="{A1227488-8FC5-40A7-9FB6-4D8FDE1E0E0D}" type="pres">
      <dgm:prSet presAssocID="{CC430891-5800-4F2F-904A-F6F7298A447E}" presName="sibTrans" presStyleCnt="0"/>
      <dgm:spPr/>
    </dgm:pt>
    <dgm:pt modelId="{E5CEEA49-2C14-4C87-A8B8-B45F26BA2B0A}" type="pres">
      <dgm:prSet presAssocID="{AE1054C3-3AEA-4C7B-9D6D-818CCD6824FF}" presName="compNode" presStyleCnt="0"/>
      <dgm:spPr/>
    </dgm:pt>
    <dgm:pt modelId="{2B76BDC3-AC67-4962-86DE-852660B0E5A5}" type="pres">
      <dgm:prSet presAssocID="{AE1054C3-3AEA-4C7B-9D6D-818CCD6824FF}" presName="bgRect" presStyleLbl="bgShp" presStyleIdx="3" presStyleCnt="4"/>
      <dgm:spPr/>
    </dgm:pt>
    <dgm:pt modelId="{A97D23BB-2CB1-46DB-9E33-D91A4AF5147F}" type="pres">
      <dgm:prSet presAssocID="{AE1054C3-3AEA-4C7B-9D6D-818CCD6824F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70DE8780-10CE-465C-BF79-3D51D9A36DE5}" type="pres">
      <dgm:prSet presAssocID="{AE1054C3-3AEA-4C7B-9D6D-818CCD6824FF}" presName="spaceRect" presStyleCnt="0"/>
      <dgm:spPr/>
    </dgm:pt>
    <dgm:pt modelId="{8D9537DC-C4AE-47BF-AEA2-0EE9711ED6C0}" type="pres">
      <dgm:prSet presAssocID="{AE1054C3-3AEA-4C7B-9D6D-818CCD6824FF}" presName="parTx" presStyleLbl="revTx" presStyleIdx="3" presStyleCnt="4">
        <dgm:presLayoutVars>
          <dgm:chMax val="0"/>
          <dgm:chPref val="0"/>
        </dgm:presLayoutVars>
      </dgm:prSet>
      <dgm:spPr/>
    </dgm:pt>
  </dgm:ptLst>
  <dgm:cxnLst>
    <dgm:cxn modelId="{E5B54E08-1D9F-4C12-9CFE-523BCEAFCFFD}" srcId="{0750F11E-B0F9-47B6-B7BA-08FC9F17E745}" destId="{AE1054C3-3AEA-4C7B-9D6D-818CCD6824FF}" srcOrd="3" destOrd="0" parTransId="{8F43241B-7EEC-4672-8B01-59D7EF302322}" sibTransId="{B4CCEAAC-4556-4F51-BBFD-E585414EA3F1}"/>
    <dgm:cxn modelId="{CAFA871F-B95D-4DDB-BAD2-FF13CC8F856A}" type="presOf" srcId="{D17A2F59-1BD1-4B0B-B283-464CAA29B075}" destId="{3A5DBA54-CB8A-4C98-89D2-65F8CEA558FE}" srcOrd="0" destOrd="0" presId="urn:microsoft.com/office/officeart/2018/2/layout/IconVerticalSolidList"/>
    <dgm:cxn modelId="{C4D43347-CD5F-48E4-ABB8-5B3B1814F687}" type="presOf" srcId="{0750F11E-B0F9-47B6-B7BA-08FC9F17E745}" destId="{182DD7EC-C06E-4444-857C-F7A817E88BC3}" srcOrd="0" destOrd="0" presId="urn:microsoft.com/office/officeart/2018/2/layout/IconVerticalSolidList"/>
    <dgm:cxn modelId="{0B090B8A-6000-4BC8-8C94-10DD5D8548DD}" srcId="{0750F11E-B0F9-47B6-B7BA-08FC9F17E745}" destId="{D17A2F59-1BD1-4B0B-B283-464CAA29B075}" srcOrd="1" destOrd="0" parTransId="{27B0EBDA-41B1-4929-8314-44BCFB001ACF}" sibTransId="{4797B85D-8EA2-4FB1-AD02-65479C7C8402}"/>
    <dgm:cxn modelId="{6654B8C2-6AED-49B3-96A4-36E2A73ACF96}" srcId="{0750F11E-B0F9-47B6-B7BA-08FC9F17E745}" destId="{4D1A4C24-BE10-4B2B-906F-08CD0C6BBEA4}" srcOrd="0" destOrd="0" parTransId="{8EB599AA-D9A0-4F45-867E-2A346F6D72EE}" sibTransId="{CE4E1BEA-003D-4115-9E07-C1F93753DFE5}"/>
    <dgm:cxn modelId="{0C8B07D1-727E-43FE-ACFE-165B8E382815}" type="presOf" srcId="{AE1054C3-3AEA-4C7B-9D6D-818CCD6824FF}" destId="{8D9537DC-C4AE-47BF-AEA2-0EE9711ED6C0}" srcOrd="0" destOrd="0" presId="urn:microsoft.com/office/officeart/2018/2/layout/IconVerticalSolidList"/>
    <dgm:cxn modelId="{A74554EA-23D9-4012-BDEA-7E816982F1C6}" type="presOf" srcId="{C3DB940F-24B7-4416-920E-712055831EDA}" destId="{B250A39B-4DDB-4282-8CAB-92A1E0FBFA9B}" srcOrd="0" destOrd="0" presId="urn:microsoft.com/office/officeart/2018/2/layout/IconVerticalSolidList"/>
    <dgm:cxn modelId="{B2D6DEF1-2DDF-4374-BADF-0058B877DAF9}" srcId="{0750F11E-B0F9-47B6-B7BA-08FC9F17E745}" destId="{C3DB940F-24B7-4416-920E-712055831EDA}" srcOrd="2" destOrd="0" parTransId="{F5BDF2C6-C4D4-4FB4-9EB6-5F9F649F0D8D}" sibTransId="{CC430891-5800-4F2F-904A-F6F7298A447E}"/>
    <dgm:cxn modelId="{8280C9F5-FE9C-450E-989B-EE64FA73B628}" type="presOf" srcId="{4D1A4C24-BE10-4B2B-906F-08CD0C6BBEA4}" destId="{E17AFA91-F3D3-43F4-9149-E992EC573BD8}" srcOrd="0" destOrd="0" presId="urn:microsoft.com/office/officeart/2018/2/layout/IconVerticalSolidList"/>
    <dgm:cxn modelId="{5E548279-6D15-4649-BA19-4F03B941D918}" type="presParOf" srcId="{182DD7EC-C06E-4444-857C-F7A817E88BC3}" destId="{F01263E5-B00E-4BCD-AF9A-08C5D6F0F7E5}" srcOrd="0" destOrd="0" presId="urn:microsoft.com/office/officeart/2018/2/layout/IconVerticalSolidList"/>
    <dgm:cxn modelId="{5D442487-B9EC-4360-89DA-1D213AE26E0F}" type="presParOf" srcId="{F01263E5-B00E-4BCD-AF9A-08C5D6F0F7E5}" destId="{C3A84C95-65FF-4273-ADB1-993B20EA0348}" srcOrd="0" destOrd="0" presId="urn:microsoft.com/office/officeart/2018/2/layout/IconVerticalSolidList"/>
    <dgm:cxn modelId="{3835A2C7-0161-4DBC-A71C-C7483EDC3038}" type="presParOf" srcId="{F01263E5-B00E-4BCD-AF9A-08C5D6F0F7E5}" destId="{FDAF94F2-DB3F-4BCC-8DA3-0F12F92324BB}" srcOrd="1" destOrd="0" presId="urn:microsoft.com/office/officeart/2018/2/layout/IconVerticalSolidList"/>
    <dgm:cxn modelId="{FABCF7E5-DE41-48D6-85CB-CCA4F13D7BA8}" type="presParOf" srcId="{F01263E5-B00E-4BCD-AF9A-08C5D6F0F7E5}" destId="{27C44F21-A44D-42F5-B4C9-0DA6843D356B}" srcOrd="2" destOrd="0" presId="urn:microsoft.com/office/officeart/2018/2/layout/IconVerticalSolidList"/>
    <dgm:cxn modelId="{A1E53DEB-551F-4E77-93BB-E7EE4DA22A75}" type="presParOf" srcId="{F01263E5-B00E-4BCD-AF9A-08C5D6F0F7E5}" destId="{E17AFA91-F3D3-43F4-9149-E992EC573BD8}" srcOrd="3" destOrd="0" presId="urn:microsoft.com/office/officeart/2018/2/layout/IconVerticalSolidList"/>
    <dgm:cxn modelId="{C7ED130C-06C8-4E12-BCE1-A6AF707B719B}" type="presParOf" srcId="{182DD7EC-C06E-4444-857C-F7A817E88BC3}" destId="{C3AA3E92-9BD8-440C-8028-A6C3C65E8EE7}" srcOrd="1" destOrd="0" presId="urn:microsoft.com/office/officeart/2018/2/layout/IconVerticalSolidList"/>
    <dgm:cxn modelId="{13E03230-7685-48C2-B9E2-0B7AE75B4A30}" type="presParOf" srcId="{182DD7EC-C06E-4444-857C-F7A817E88BC3}" destId="{2FCE6989-8590-4AE9-9E87-019907EE29C6}" srcOrd="2" destOrd="0" presId="urn:microsoft.com/office/officeart/2018/2/layout/IconVerticalSolidList"/>
    <dgm:cxn modelId="{690F6D44-AA0D-4FB6-82B7-FDAE31725B4B}" type="presParOf" srcId="{2FCE6989-8590-4AE9-9E87-019907EE29C6}" destId="{D46A849C-6A3A-4263-B60B-3CA78F39BD83}" srcOrd="0" destOrd="0" presId="urn:microsoft.com/office/officeart/2018/2/layout/IconVerticalSolidList"/>
    <dgm:cxn modelId="{95140339-3B6A-4D28-89E4-E3646AD93FDB}" type="presParOf" srcId="{2FCE6989-8590-4AE9-9E87-019907EE29C6}" destId="{08760E3D-C981-45F2-9A21-3D3C01AB5F34}" srcOrd="1" destOrd="0" presId="urn:microsoft.com/office/officeart/2018/2/layout/IconVerticalSolidList"/>
    <dgm:cxn modelId="{CBC3FBEB-95EA-41F7-AC2D-256E3DAB6E25}" type="presParOf" srcId="{2FCE6989-8590-4AE9-9E87-019907EE29C6}" destId="{783CF8A3-B5BF-4622-B87C-82BD324A5131}" srcOrd="2" destOrd="0" presId="urn:microsoft.com/office/officeart/2018/2/layout/IconVerticalSolidList"/>
    <dgm:cxn modelId="{3F1EA0C7-3835-4CAF-8D65-74B2698F0122}" type="presParOf" srcId="{2FCE6989-8590-4AE9-9E87-019907EE29C6}" destId="{3A5DBA54-CB8A-4C98-89D2-65F8CEA558FE}" srcOrd="3" destOrd="0" presId="urn:microsoft.com/office/officeart/2018/2/layout/IconVerticalSolidList"/>
    <dgm:cxn modelId="{D420BEE1-4EC9-4574-807A-C738DCE63CCA}" type="presParOf" srcId="{182DD7EC-C06E-4444-857C-F7A817E88BC3}" destId="{CD76F9F4-C0AB-414B-AA98-55B8A1A408CB}" srcOrd="3" destOrd="0" presId="urn:microsoft.com/office/officeart/2018/2/layout/IconVerticalSolidList"/>
    <dgm:cxn modelId="{BA168053-643C-4C36-9CB6-3B5753B306C9}" type="presParOf" srcId="{182DD7EC-C06E-4444-857C-F7A817E88BC3}" destId="{E9464FD8-2864-4435-AB38-E77CA5740F81}" srcOrd="4" destOrd="0" presId="urn:microsoft.com/office/officeart/2018/2/layout/IconVerticalSolidList"/>
    <dgm:cxn modelId="{F88DA29A-78CF-4A82-8021-5BCF40E47435}" type="presParOf" srcId="{E9464FD8-2864-4435-AB38-E77CA5740F81}" destId="{C5B2056B-8B4A-4C1D-B673-BBA7C55C33FA}" srcOrd="0" destOrd="0" presId="urn:microsoft.com/office/officeart/2018/2/layout/IconVerticalSolidList"/>
    <dgm:cxn modelId="{89256EC5-7985-40A1-8C5C-DEBEB319A46B}" type="presParOf" srcId="{E9464FD8-2864-4435-AB38-E77CA5740F81}" destId="{261DD7DC-73DD-477F-89E5-ED732CA0F063}" srcOrd="1" destOrd="0" presId="urn:microsoft.com/office/officeart/2018/2/layout/IconVerticalSolidList"/>
    <dgm:cxn modelId="{8EC6A563-D433-4DAF-A71A-8EFD87CC318A}" type="presParOf" srcId="{E9464FD8-2864-4435-AB38-E77CA5740F81}" destId="{74999EEF-04B6-468D-BFAB-671A21BE0ABA}" srcOrd="2" destOrd="0" presId="urn:microsoft.com/office/officeart/2018/2/layout/IconVerticalSolidList"/>
    <dgm:cxn modelId="{DABDBCF2-FAF2-4E0C-BCD9-616F4A920CDB}" type="presParOf" srcId="{E9464FD8-2864-4435-AB38-E77CA5740F81}" destId="{B250A39B-4DDB-4282-8CAB-92A1E0FBFA9B}" srcOrd="3" destOrd="0" presId="urn:microsoft.com/office/officeart/2018/2/layout/IconVerticalSolidList"/>
    <dgm:cxn modelId="{EA3B92EC-400A-4C2F-9A94-B14C9F532385}" type="presParOf" srcId="{182DD7EC-C06E-4444-857C-F7A817E88BC3}" destId="{A1227488-8FC5-40A7-9FB6-4D8FDE1E0E0D}" srcOrd="5" destOrd="0" presId="urn:microsoft.com/office/officeart/2018/2/layout/IconVerticalSolidList"/>
    <dgm:cxn modelId="{152DBCD1-1342-4527-BCBB-17ED22CB4FA1}" type="presParOf" srcId="{182DD7EC-C06E-4444-857C-F7A817E88BC3}" destId="{E5CEEA49-2C14-4C87-A8B8-B45F26BA2B0A}" srcOrd="6" destOrd="0" presId="urn:microsoft.com/office/officeart/2018/2/layout/IconVerticalSolidList"/>
    <dgm:cxn modelId="{40336CB9-DC49-4540-A61C-997E6005F72C}" type="presParOf" srcId="{E5CEEA49-2C14-4C87-A8B8-B45F26BA2B0A}" destId="{2B76BDC3-AC67-4962-86DE-852660B0E5A5}" srcOrd="0" destOrd="0" presId="urn:microsoft.com/office/officeart/2018/2/layout/IconVerticalSolidList"/>
    <dgm:cxn modelId="{BE5A6A72-4D7F-4C88-BFE4-24D860506E6D}" type="presParOf" srcId="{E5CEEA49-2C14-4C87-A8B8-B45F26BA2B0A}" destId="{A97D23BB-2CB1-46DB-9E33-D91A4AF5147F}" srcOrd="1" destOrd="0" presId="urn:microsoft.com/office/officeart/2018/2/layout/IconVerticalSolidList"/>
    <dgm:cxn modelId="{A7458FED-A7A1-40A2-B556-21BD1C001B04}" type="presParOf" srcId="{E5CEEA49-2C14-4C87-A8B8-B45F26BA2B0A}" destId="{70DE8780-10CE-465C-BF79-3D51D9A36DE5}" srcOrd="2" destOrd="0" presId="urn:microsoft.com/office/officeart/2018/2/layout/IconVerticalSolidList"/>
    <dgm:cxn modelId="{A7FF2F48-FCE0-4335-AF06-A55569E27B0E}" type="presParOf" srcId="{E5CEEA49-2C14-4C87-A8B8-B45F26BA2B0A}" destId="{8D9537DC-C4AE-47BF-AEA2-0EE9711ED6C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1BC6054-2D43-468D-814C-8FE969EAC00C}"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3F24DDDE-38C8-4A67-BE03-39C837804719}">
      <dgm:prSet/>
      <dgm:spPr/>
      <dgm:t>
        <a:bodyPr/>
        <a:lstStyle/>
        <a:p>
          <a:r>
            <a:rPr lang="en-US" b="1" baseline="0"/>
            <a:t>Initialize:</a:t>
          </a:r>
          <a:r>
            <a:rPr lang="en-US" baseline="0"/>
            <a:t> Place the Starting Node into the OPEN list.</a:t>
          </a:r>
          <a:endParaRPr lang="en-US"/>
        </a:p>
      </dgm:t>
    </dgm:pt>
    <dgm:pt modelId="{990B4F4B-A514-4A72-95AF-568F9AA453A6}" type="parTrans" cxnId="{125D1030-29C9-40DD-9D6F-85B2AC6D6A1C}">
      <dgm:prSet/>
      <dgm:spPr/>
      <dgm:t>
        <a:bodyPr/>
        <a:lstStyle/>
        <a:p>
          <a:endParaRPr lang="en-US"/>
        </a:p>
      </dgm:t>
    </dgm:pt>
    <dgm:pt modelId="{77FA7A79-C872-4FF2-9451-2DCDCFC84D7A}" type="sibTrans" cxnId="{125D1030-29C9-40DD-9D6F-85B2AC6D6A1C}">
      <dgm:prSet/>
      <dgm:spPr/>
      <dgm:t>
        <a:bodyPr/>
        <a:lstStyle/>
        <a:p>
          <a:endParaRPr lang="en-US"/>
        </a:p>
      </dgm:t>
    </dgm:pt>
    <dgm:pt modelId="{D2785AA3-68DC-48A1-ADFB-DD84DD3B529F}">
      <dgm:prSet/>
      <dgm:spPr/>
      <dgm:t>
        <a:bodyPr/>
        <a:lstStyle/>
        <a:p>
          <a:r>
            <a:rPr lang="en-US" b="1" baseline="0"/>
            <a:t>Check Empty:</a:t>
          </a:r>
          <a:r>
            <a:rPr lang="en-US" baseline="0"/>
            <a:t> If the OPEN list is empty, return Failure (no solution exists).</a:t>
          </a:r>
          <a:endParaRPr lang="en-US"/>
        </a:p>
      </dgm:t>
    </dgm:pt>
    <dgm:pt modelId="{5DBE7869-9241-4DD1-AD5E-C7B848FF9FFC}" type="parTrans" cxnId="{B45E10DC-E11E-4E5C-B38F-97B7AABE2FFF}">
      <dgm:prSet/>
      <dgm:spPr/>
      <dgm:t>
        <a:bodyPr/>
        <a:lstStyle/>
        <a:p>
          <a:endParaRPr lang="en-US"/>
        </a:p>
      </dgm:t>
    </dgm:pt>
    <dgm:pt modelId="{47875EB0-79C2-4C55-9B72-A304FEF98D0D}" type="sibTrans" cxnId="{B45E10DC-E11E-4E5C-B38F-97B7AABE2FFF}">
      <dgm:prSet/>
      <dgm:spPr/>
      <dgm:t>
        <a:bodyPr/>
        <a:lstStyle/>
        <a:p>
          <a:endParaRPr lang="en-US"/>
        </a:p>
      </dgm:t>
    </dgm:pt>
    <dgm:pt modelId="{28BF5E23-3A13-4EBD-BAD2-297314D621B3}">
      <dgm:prSet/>
      <dgm:spPr/>
      <dgm:t>
        <a:bodyPr/>
        <a:lstStyle/>
        <a:p>
          <a:r>
            <a:rPr lang="en-US" b="1" baseline="0"/>
            <a:t>Select Best:</a:t>
          </a:r>
          <a:r>
            <a:rPr lang="en-US" baseline="0"/>
            <a:t> Remove the node with the lowest h(n) value from the OPEN list. Let’s call this the Current Node.</a:t>
          </a:r>
          <a:endParaRPr lang="en-US"/>
        </a:p>
      </dgm:t>
    </dgm:pt>
    <dgm:pt modelId="{550CDF0B-BB50-4769-AB11-C74543A2B01D}" type="parTrans" cxnId="{CAE084FA-B19A-404B-A1D8-DEB61BF54889}">
      <dgm:prSet/>
      <dgm:spPr/>
      <dgm:t>
        <a:bodyPr/>
        <a:lstStyle/>
        <a:p>
          <a:endParaRPr lang="en-US"/>
        </a:p>
      </dgm:t>
    </dgm:pt>
    <dgm:pt modelId="{178413B3-204F-4C28-A59D-CF86FB599869}" type="sibTrans" cxnId="{CAE084FA-B19A-404B-A1D8-DEB61BF54889}">
      <dgm:prSet/>
      <dgm:spPr/>
      <dgm:t>
        <a:bodyPr/>
        <a:lstStyle/>
        <a:p>
          <a:endParaRPr lang="en-US"/>
        </a:p>
      </dgm:t>
    </dgm:pt>
    <dgm:pt modelId="{6D9ACE53-6839-4511-BB09-768827AE4502}">
      <dgm:prSet/>
      <dgm:spPr/>
      <dgm:t>
        <a:bodyPr/>
        <a:lstStyle/>
        <a:p>
          <a:r>
            <a:rPr lang="en-US" b="1" baseline="0"/>
            <a:t>Goal Test:</a:t>
          </a:r>
          <a:r>
            <a:rPr lang="en-US" baseline="0"/>
            <a:t> If Current Node is the Goal Node, return Success and stop.</a:t>
          </a:r>
          <a:endParaRPr lang="en-US"/>
        </a:p>
      </dgm:t>
    </dgm:pt>
    <dgm:pt modelId="{663DED15-0988-48AD-8728-D0DF5CB78E47}" type="parTrans" cxnId="{5347E979-E160-48EC-829E-99E2AD91C925}">
      <dgm:prSet/>
      <dgm:spPr/>
      <dgm:t>
        <a:bodyPr/>
        <a:lstStyle/>
        <a:p>
          <a:endParaRPr lang="en-US"/>
        </a:p>
      </dgm:t>
    </dgm:pt>
    <dgm:pt modelId="{E9F58964-7FFE-49B8-956B-C6E4F08D5827}" type="sibTrans" cxnId="{5347E979-E160-48EC-829E-99E2AD91C925}">
      <dgm:prSet/>
      <dgm:spPr/>
      <dgm:t>
        <a:bodyPr/>
        <a:lstStyle/>
        <a:p>
          <a:endParaRPr lang="en-US"/>
        </a:p>
      </dgm:t>
    </dgm:pt>
    <dgm:pt modelId="{21A8B1A1-BC82-4D55-AF42-56572DB38288}">
      <dgm:prSet/>
      <dgm:spPr/>
      <dgm:t>
        <a:bodyPr/>
        <a:lstStyle/>
        <a:p>
          <a:r>
            <a:rPr lang="en-US" b="1" baseline="0"/>
            <a:t>Expand:</a:t>
          </a:r>
          <a:r>
            <a:rPr lang="en-US" baseline="0"/>
            <a:t> For each neighbor of the Current Node:</a:t>
          </a:r>
          <a:endParaRPr lang="en-US"/>
        </a:p>
      </dgm:t>
    </dgm:pt>
    <dgm:pt modelId="{8683466E-38FE-46AB-930E-CC0144F8AE5D}" type="parTrans" cxnId="{C3A8778C-475B-412B-AFC3-9766D766588C}">
      <dgm:prSet/>
      <dgm:spPr/>
      <dgm:t>
        <a:bodyPr/>
        <a:lstStyle/>
        <a:p>
          <a:endParaRPr lang="en-US"/>
        </a:p>
      </dgm:t>
    </dgm:pt>
    <dgm:pt modelId="{60A192A2-21AF-4C8D-A1CA-F5B5028A36FD}" type="sibTrans" cxnId="{C3A8778C-475B-412B-AFC3-9766D766588C}">
      <dgm:prSet/>
      <dgm:spPr/>
      <dgm:t>
        <a:bodyPr/>
        <a:lstStyle/>
        <a:p>
          <a:endParaRPr lang="en-US"/>
        </a:p>
      </dgm:t>
    </dgm:pt>
    <dgm:pt modelId="{386FFEAA-8006-42EC-BD24-D939A1EFD737}">
      <dgm:prSet/>
      <dgm:spPr/>
      <dgm:t>
        <a:bodyPr/>
        <a:lstStyle/>
        <a:p>
          <a:r>
            <a:rPr lang="en-US" baseline="0"/>
            <a:t>If the neighbor is not in the OPEN or CLOSED lists:</a:t>
          </a:r>
          <a:endParaRPr lang="en-US"/>
        </a:p>
      </dgm:t>
    </dgm:pt>
    <dgm:pt modelId="{396F3259-E70C-4D94-8C2F-FFBFF600C19A}" type="parTrans" cxnId="{40EBE464-CA26-416C-821E-3F53E435FDF6}">
      <dgm:prSet/>
      <dgm:spPr/>
      <dgm:t>
        <a:bodyPr/>
        <a:lstStyle/>
        <a:p>
          <a:endParaRPr lang="en-US"/>
        </a:p>
      </dgm:t>
    </dgm:pt>
    <dgm:pt modelId="{774D993C-5EFF-4D14-A2B8-A159521B95BC}" type="sibTrans" cxnId="{40EBE464-CA26-416C-821E-3F53E435FDF6}">
      <dgm:prSet/>
      <dgm:spPr/>
      <dgm:t>
        <a:bodyPr/>
        <a:lstStyle/>
        <a:p>
          <a:endParaRPr lang="en-US"/>
        </a:p>
      </dgm:t>
    </dgm:pt>
    <dgm:pt modelId="{C11F8530-E306-466B-8660-C29DE67D20AD}">
      <dgm:prSet/>
      <dgm:spPr/>
      <dgm:t>
        <a:bodyPr/>
        <a:lstStyle/>
        <a:p>
          <a:r>
            <a:rPr lang="en-US" baseline="0"/>
            <a:t>Calculate its heuristic value h(neighbour)</a:t>
          </a:r>
          <a:endParaRPr lang="en-US"/>
        </a:p>
      </dgm:t>
    </dgm:pt>
    <dgm:pt modelId="{F5F2C266-6EAF-4F5D-90CD-987D5463DD27}" type="parTrans" cxnId="{58E34B8D-236B-45FE-A510-20149C88A3A2}">
      <dgm:prSet/>
      <dgm:spPr/>
      <dgm:t>
        <a:bodyPr/>
        <a:lstStyle/>
        <a:p>
          <a:endParaRPr lang="en-US"/>
        </a:p>
      </dgm:t>
    </dgm:pt>
    <dgm:pt modelId="{C948008C-4F43-4A8C-ACE8-B72111ADA193}" type="sibTrans" cxnId="{58E34B8D-236B-45FE-A510-20149C88A3A2}">
      <dgm:prSet/>
      <dgm:spPr/>
      <dgm:t>
        <a:bodyPr/>
        <a:lstStyle/>
        <a:p>
          <a:endParaRPr lang="en-US"/>
        </a:p>
      </dgm:t>
    </dgm:pt>
    <dgm:pt modelId="{4954B9AA-2FBD-4036-B39B-7303E1F6CD23}">
      <dgm:prSet/>
      <dgm:spPr/>
      <dgm:t>
        <a:bodyPr/>
        <a:lstStyle/>
        <a:p>
          <a:r>
            <a:rPr lang="en-US" baseline="0"/>
            <a:t>Add the neighbor to the OPEN list.</a:t>
          </a:r>
          <a:br>
            <a:rPr lang="en-US" baseline="0"/>
          </a:br>
          <a:endParaRPr lang="en-US"/>
        </a:p>
      </dgm:t>
    </dgm:pt>
    <dgm:pt modelId="{3E0ACC06-B55E-4452-8C64-0990F267281C}" type="parTrans" cxnId="{E6B9B39C-1AD0-4579-8455-C92E20569AC0}">
      <dgm:prSet/>
      <dgm:spPr/>
      <dgm:t>
        <a:bodyPr/>
        <a:lstStyle/>
        <a:p>
          <a:endParaRPr lang="en-US"/>
        </a:p>
      </dgm:t>
    </dgm:pt>
    <dgm:pt modelId="{539E0493-1189-4A83-A200-8C3B85A52399}" type="sibTrans" cxnId="{E6B9B39C-1AD0-4579-8455-C92E20569AC0}">
      <dgm:prSet/>
      <dgm:spPr/>
      <dgm:t>
        <a:bodyPr/>
        <a:lstStyle/>
        <a:p>
          <a:endParaRPr lang="en-US"/>
        </a:p>
      </dgm:t>
    </dgm:pt>
    <dgm:pt modelId="{64745FB1-B41C-4797-8EC1-A03CA5ABFADA}">
      <dgm:prSet/>
      <dgm:spPr/>
      <dgm:t>
        <a:bodyPr/>
        <a:lstStyle/>
        <a:p>
          <a:r>
            <a:rPr lang="en-US" b="1" baseline="0"/>
            <a:t>Close:</a:t>
          </a:r>
          <a:r>
            <a:rPr lang="en-US" baseline="0"/>
            <a:t> Move the Current Node to the CLOSED list.</a:t>
          </a:r>
          <a:endParaRPr lang="en-US"/>
        </a:p>
      </dgm:t>
    </dgm:pt>
    <dgm:pt modelId="{0BB0C420-B70C-4E11-812F-E5E50E491922}" type="parTrans" cxnId="{A1E8BA98-4C54-491F-9785-6B82456D6A3D}">
      <dgm:prSet/>
      <dgm:spPr/>
      <dgm:t>
        <a:bodyPr/>
        <a:lstStyle/>
        <a:p>
          <a:endParaRPr lang="en-US"/>
        </a:p>
      </dgm:t>
    </dgm:pt>
    <dgm:pt modelId="{C25C63AF-533D-4D98-AA39-C1F2F1B005A4}" type="sibTrans" cxnId="{A1E8BA98-4C54-491F-9785-6B82456D6A3D}">
      <dgm:prSet/>
      <dgm:spPr/>
      <dgm:t>
        <a:bodyPr/>
        <a:lstStyle/>
        <a:p>
          <a:endParaRPr lang="en-US"/>
        </a:p>
      </dgm:t>
    </dgm:pt>
    <dgm:pt modelId="{A32396A2-46E8-4753-9130-23DC5D7EAD8B}" type="pres">
      <dgm:prSet presAssocID="{41BC6054-2D43-468D-814C-8FE969EAC00C}" presName="Name0" presStyleCnt="0">
        <dgm:presLayoutVars>
          <dgm:dir/>
          <dgm:resizeHandles val="exact"/>
        </dgm:presLayoutVars>
      </dgm:prSet>
      <dgm:spPr/>
    </dgm:pt>
    <dgm:pt modelId="{BBF4BC0B-CD04-446A-BD3A-C65AA287B5AB}" type="pres">
      <dgm:prSet presAssocID="{3F24DDDE-38C8-4A67-BE03-39C837804719}" presName="node" presStyleLbl="node1" presStyleIdx="0" presStyleCnt="8">
        <dgm:presLayoutVars>
          <dgm:bulletEnabled val="1"/>
        </dgm:presLayoutVars>
      </dgm:prSet>
      <dgm:spPr/>
    </dgm:pt>
    <dgm:pt modelId="{24419C67-CC43-4EB7-88F1-1D6D656C2C5B}" type="pres">
      <dgm:prSet presAssocID="{77FA7A79-C872-4FF2-9451-2DCDCFC84D7A}" presName="sibTrans" presStyleLbl="sibTrans1D1" presStyleIdx="0" presStyleCnt="7"/>
      <dgm:spPr/>
    </dgm:pt>
    <dgm:pt modelId="{082B21FA-63BF-42C9-BB3A-DBA3ACEC1D28}" type="pres">
      <dgm:prSet presAssocID="{77FA7A79-C872-4FF2-9451-2DCDCFC84D7A}" presName="connectorText" presStyleLbl="sibTrans1D1" presStyleIdx="0" presStyleCnt="7"/>
      <dgm:spPr/>
    </dgm:pt>
    <dgm:pt modelId="{7E57505B-55FA-44DE-A00A-74716D673B4B}" type="pres">
      <dgm:prSet presAssocID="{D2785AA3-68DC-48A1-ADFB-DD84DD3B529F}" presName="node" presStyleLbl="node1" presStyleIdx="1" presStyleCnt="8">
        <dgm:presLayoutVars>
          <dgm:bulletEnabled val="1"/>
        </dgm:presLayoutVars>
      </dgm:prSet>
      <dgm:spPr/>
    </dgm:pt>
    <dgm:pt modelId="{4DF8F5F9-5041-4F26-BE3A-2861481607EC}" type="pres">
      <dgm:prSet presAssocID="{47875EB0-79C2-4C55-9B72-A304FEF98D0D}" presName="sibTrans" presStyleLbl="sibTrans1D1" presStyleIdx="1" presStyleCnt="7"/>
      <dgm:spPr/>
    </dgm:pt>
    <dgm:pt modelId="{F9D7D6ED-BB1E-4781-AEDA-D27B21AD182C}" type="pres">
      <dgm:prSet presAssocID="{47875EB0-79C2-4C55-9B72-A304FEF98D0D}" presName="connectorText" presStyleLbl="sibTrans1D1" presStyleIdx="1" presStyleCnt="7"/>
      <dgm:spPr/>
    </dgm:pt>
    <dgm:pt modelId="{55FB6BE0-4099-4785-A08E-F4E4D2A54A81}" type="pres">
      <dgm:prSet presAssocID="{28BF5E23-3A13-4EBD-BAD2-297314D621B3}" presName="node" presStyleLbl="node1" presStyleIdx="2" presStyleCnt="8">
        <dgm:presLayoutVars>
          <dgm:bulletEnabled val="1"/>
        </dgm:presLayoutVars>
      </dgm:prSet>
      <dgm:spPr/>
    </dgm:pt>
    <dgm:pt modelId="{F4441F9A-DB46-43EC-B862-C454D47D80D1}" type="pres">
      <dgm:prSet presAssocID="{178413B3-204F-4C28-A59D-CF86FB599869}" presName="sibTrans" presStyleLbl="sibTrans1D1" presStyleIdx="2" presStyleCnt="7"/>
      <dgm:spPr/>
    </dgm:pt>
    <dgm:pt modelId="{7ADCCFC5-9F4A-49D5-A2E3-7F865185F814}" type="pres">
      <dgm:prSet presAssocID="{178413B3-204F-4C28-A59D-CF86FB599869}" presName="connectorText" presStyleLbl="sibTrans1D1" presStyleIdx="2" presStyleCnt="7"/>
      <dgm:spPr/>
    </dgm:pt>
    <dgm:pt modelId="{F1B3B111-70A3-4263-B155-C2EA7E2FFDEC}" type="pres">
      <dgm:prSet presAssocID="{6D9ACE53-6839-4511-BB09-768827AE4502}" presName="node" presStyleLbl="node1" presStyleIdx="3" presStyleCnt="8">
        <dgm:presLayoutVars>
          <dgm:bulletEnabled val="1"/>
        </dgm:presLayoutVars>
      </dgm:prSet>
      <dgm:spPr/>
    </dgm:pt>
    <dgm:pt modelId="{7DAC67FF-CA91-4B6E-97B4-BB2EC101BD42}" type="pres">
      <dgm:prSet presAssocID="{E9F58964-7FFE-49B8-956B-C6E4F08D5827}" presName="sibTrans" presStyleLbl="sibTrans1D1" presStyleIdx="3" presStyleCnt="7"/>
      <dgm:spPr/>
    </dgm:pt>
    <dgm:pt modelId="{E864870C-616C-4638-BC1D-4C6CE4267746}" type="pres">
      <dgm:prSet presAssocID="{E9F58964-7FFE-49B8-956B-C6E4F08D5827}" presName="connectorText" presStyleLbl="sibTrans1D1" presStyleIdx="3" presStyleCnt="7"/>
      <dgm:spPr/>
    </dgm:pt>
    <dgm:pt modelId="{A91B382F-3550-423E-9C3F-0F6708390C92}" type="pres">
      <dgm:prSet presAssocID="{21A8B1A1-BC82-4D55-AF42-56572DB38288}" presName="node" presStyleLbl="node1" presStyleIdx="4" presStyleCnt="8">
        <dgm:presLayoutVars>
          <dgm:bulletEnabled val="1"/>
        </dgm:presLayoutVars>
      </dgm:prSet>
      <dgm:spPr/>
    </dgm:pt>
    <dgm:pt modelId="{41542343-60D6-4E9F-BEC2-E230235E5DFE}" type="pres">
      <dgm:prSet presAssocID="{60A192A2-21AF-4C8D-A1CA-F5B5028A36FD}" presName="sibTrans" presStyleLbl="sibTrans1D1" presStyleIdx="4" presStyleCnt="7"/>
      <dgm:spPr/>
    </dgm:pt>
    <dgm:pt modelId="{FC5C1231-27A5-4E26-BDCA-1824250EFC7A}" type="pres">
      <dgm:prSet presAssocID="{60A192A2-21AF-4C8D-A1CA-F5B5028A36FD}" presName="connectorText" presStyleLbl="sibTrans1D1" presStyleIdx="4" presStyleCnt="7"/>
      <dgm:spPr/>
    </dgm:pt>
    <dgm:pt modelId="{5F48451A-1D7F-4A93-A789-7A3C6A2C330B}" type="pres">
      <dgm:prSet presAssocID="{386FFEAA-8006-42EC-BD24-D939A1EFD737}" presName="node" presStyleLbl="node1" presStyleIdx="5" presStyleCnt="8">
        <dgm:presLayoutVars>
          <dgm:bulletEnabled val="1"/>
        </dgm:presLayoutVars>
      </dgm:prSet>
      <dgm:spPr/>
    </dgm:pt>
    <dgm:pt modelId="{26E1D3BD-E2C3-4CA3-87E2-4687989B537D}" type="pres">
      <dgm:prSet presAssocID="{774D993C-5EFF-4D14-A2B8-A159521B95BC}" presName="sibTrans" presStyleLbl="sibTrans1D1" presStyleIdx="5" presStyleCnt="7"/>
      <dgm:spPr/>
    </dgm:pt>
    <dgm:pt modelId="{5E5B762C-3A2C-40B6-9674-F1C2C3B9090E}" type="pres">
      <dgm:prSet presAssocID="{774D993C-5EFF-4D14-A2B8-A159521B95BC}" presName="connectorText" presStyleLbl="sibTrans1D1" presStyleIdx="5" presStyleCnt="7"/>
      <dgm:spPr/>
    </dgm:pt>
    <dgm:pt modelId="{330331DE-0629-40E2-BFE9-01A8425A02B2}" type="pres">
      <dgm:prSet presAssocID="{C11F8530-E306-466B-8660-C29DE67D20AD}" presName="node" presStyleLbl="node1" presStyleIdx="6" presStyleCnt="8">
        <dgm:presLayoutVars>
          <dgm:bulletEnabled val="1"/>
        </dgm:presLayoutVars>
      </dgm:prSet>
      <dgm:spPr/>
    </dgm:pt>
    <dgm:pt modelId="{758C475C-801A-4AF4-AFD7-7B9CB42E737F}" type="pres">
      <dgm:prSet presAssocID="{C948008C-4F43-4A8C-ACE8-B72111ADA193}" presName="sibTrans" presStyleLbl="sibTrans1D1" presStyleIdx="6" presStyleCnt="7"/>
      <dgm:spPr/>
    </dgm:pt>
    <dgm:pt modelId="{F1C6911D-F117-4AC1-B49C-10C770E124AD}" type="pres">
      <dgm:prSet presAssocID="{C948008C-4F43-4A8C-ACE8-B72111ADA193}" presName="connectorText" presStyleLbl="sibTrans1D1" presStyleIdx="6" presStyleCnt="7"/>
      <dgm:spPr/>
    </dgm:pt>
    <dgm:pt modelId="{2A6247F1-A57D-4BAF-9CA6-33B2CA635D69}" type="pres">
      <dgm:prSet presAssocID="{4954B9AA-2FBD-4036-B39B-7303E1F6CD23}" presName="node" presStyleLbl="node1" presStyleIdx="7" presStyleCnt="8">
        <dgm:presLayoutVars>
          <dgm:bulletEnabled val="1"/>
        </dgm:presLayoutVars>
      </dgm:prSet>
      <dgm:spPr/>
    </dgm:pt>
  </dgm:ptLst>
  <dgm:cxnLst>
    <dgm:cxn modelId="{FFFF8307-3E7F-44BD-9F6E-BA8EF2EEDBEE}" type="presOf" srcId="{64745FB1-B41C-4797-8EC1-A03CA5ABFADA}" destId="{2A6247F1-A57D-4BAF-9CA6-33B2CA635D69}" srcOrd="0" destOrd="1" presId="urn:microsoft.com/office/officeart/2016/7/layout/RepeatingBendingProcessNew"/>
    <dgm:cxn modelId="{CC4B0D17-B206-4C0E-9231-37708DAA55BC}" type="presOf" srcId="{21A8B1A1-BC82-4D55-AF42-56572DB38288}" destId="{A91B382F-3550-423E-9C3F-0F6708390C92}" srcOrd="0" destOrd="0" presId="urn:microsoft.com/office/officeart/2016/7/layout/RepeatingBendingProcessNew"/>
    <dgm:cxn modelId="{125D1030-29C9-40DD-9D6F-85B2AC6D6A1C}" srcId="{41BC6054-2D43-468D-814C-8FE969EAC00C}" destId="{3F24DDDE-38C8-4A67-BE03-39C837804719}" srcOrd="0" destOrd="0" parTransId="{990B4F4B-A514-4A72-95AF-568F9AA453A6}" sibTransId="{77FA7A79-C872-4FF2-9451-2DCDCFC84D7A}"/>
    <dgm:cxn modelId="{31226F34-EBBA-426C-9448-93EB5D312942}" type="presOf" srcId="{77FA7A79-C872-4FF2-9451-2DCDCFC84D7A}" destId="{082B21FA-63BF-42C9-BB3A-DBA3ACEC1D28}" srcOrd="1" destOrd="0" presId="urn:microsoft.com/office/officeart/2016/7/layout/RepeatingBendingProcessNew"/>
    <dgm:cxn modelId="{72B3A737-E411-4377-B7C9-EAA7D3D8AF06}" type="presOf" srcId="{774D993C-5EFF-4D14-A2B8-A159521B95BC}" destId="{26E1D3BD-E2C3-4CA3-87E2-4687989B537D}" srcOrd="0" destOrd="0" presId="urn:microsoft.com/office/officeart/2016/7/layout/RepeatingBendingProcessNew"/>
    <dgm:cxn modelId="{38E9F43E-AF2B-4D47-9794-7EDE8131F1CE}" type="presOf" srcId="{47875EB0-79C2-4C55-9B72-A304FEF98D0D}" destId="{F9D7D6ED-BB1E-4781-AEDA-D27B21AD182C}" srcOrd="1" destOrd="0" presId="urn:microsoft.com/office/officeart/2016/7/layout/RepeatingBendingProcessNew"/>
    <dgm:cxn modelId="{0B649B40-A601-494A-B809-0D4D8570927B}" type="presOf" srcId="{77FA7A79-C872-4FF2-9451-2DCDCFC84D7A}" destId="{24419C67-CC43-4EB7-88F1-1D6D656C2C5B}" srcOrd="0" destOrd="0" presId="urn:microsoft.com/office/officeart/2016/7/layout/RepeatingBendingProcessNew"/>
    <dgm:cxn modelId="{E83B0A5E-516C-4CA7-97A4-D9DD854F9108}" type="presOf" srcId="{47875EB0-79C2-4C55-9B72-A304FEF98D0D}" destId="{4DF8F5F9-5041-4F26-BE3A-2861481607EC}" srcOrd="0" destOrd="0" presId="urn:microsoft.com/office/officeart/2016/7/layout/RepeatingBendingProcessNew"/>
    <dgm:cxn modelId="{CB35EA5F-14A0-4E17-BC69-22B3C535B3FA}" type="presOf" srcId="{C11F8530-E306-466B-8660-C29DE67D20AD}" destId="{330331DE-0629-40E2-BFE9-01A8425A02B2}" srcOrd="0" destOrd="0" presId="urn:microsoft.com/office/officeart/2016/7/layout/RepeatingBendingProcessNew"/>
    <dgm:cxn modelId="{40EBE464-CA26-416C-821E-3F53E435FDF6}" srcId="{41BC6054-2D43-468D-814C-8FE969EAC00C}" destId="{386FFEAA-8006-42EC-BD24-D939A1EFD737}" srcOrd="5" destOrd="0" parTransId="{396F3259-E70C-4D94-8C2F-FFBFF600C19A}" sibTransId="{774D993C-5EFF-4D14-A2B8-A159521B95BC}"/>
    <dgm:cxn modelId="{66D70745-8801-4395-82CD-5B593F82FB5A}" type="presOf" srcId="{41BC6054-2D43-468D-814C-8FE969EAC00C}" destId="{A32396A2-46E8-4753-9130-23DC5D7EAD8B}" srcOrd="0" destOrd="0" presId="urn:microsoft.com/office/officeart/2016/7/layout/RepeatingBendingProcessNew"/>
    <dgm:cxn modelId="{D6DBAF65-6A2A-4377-AD7F-481E70CB3FBC}" type="presOf" srcId="{178413B3-204F-4C28-A59D-CF86FB599869}" destId="{7ADCCFC5-9F4A-49D5-A2E3-7F865185F814}" srcOrd="1" destOrd="0" presId="urn:microsoft.com/office/officeart/2016/7/layout/RepeatingBendingProcessNew"/>
    <dgm:cxn modelId="{D000E86D-6E3B-4AD5-9ADA-743925668289}" type="presOf" srcId="{386FFEAA-8006-42EC-BD24-D939A1EFD737}" destId="{5F48451A-1D7F-4A93-A789-7A3C6A2C330B}" srcOrd="0" destOrd="0" presId="urn:microsoft.com/office/officeart/2016/7/layout/RepeatingBendingProcessNew"/>
    <dgm:cxn modelId="{F82C5C79-A50E-4A8E-A7E1-90EAB9F3D696}" type="presOf" srcId="{4954B9AA-2FBD-4036-B39B-7303E1F6CD23}" destId="{2A6247F1-A57D-4BAF-9CA6-33B2CA635D69}" srcOrd="0" destOrd="0" presId="urn:microsoft.com/office/officeart/2016/7/layout/RepeatingBendingProcessNew"/>
    <dgm:cxn modelId="{5347E979-E160-48EC-829E-99E2AD91C925}" srcId="{41BC6054-2D43-468D-814C-8FE969EAC00C}" destId="{6D9ACE53-6839-4511-BB09-768827AE4502}" srcOrd="3" destOrd="0" parTransId="{663DED15-0988-48AD-8728-D0DF5CB78E47}" sibTransId="{E9F58964-7FFE-49B8-956B-C6E4F08D5827}"/>
    <dgm:cxn modelId="{9DC65D5A-0D7C-413F-80A7-7FF4F8219EDD}" type="presOf" srcId="{C948008C-4F43-4A8C-ACE8-B72111ADA193}" destId="{758C475C-801A-4AF4-AFD7-7B9CB42E737F}" srcOrd="0" destOrd="0" presId="urn:microsoft.com/office/officeart/2016/7/layout/RepeatingBendingProcessNew"/>
    <dgm:cxn modelId="{4949BF7A-B3CF-4379-ABF9-178B4A2732C7}" type="presOf" srcId="{E9F58964-7FFE-49B8-956B-C6E4F08D5827}" destId="{7DAC67FF-CA91-4B6E-97B4-BB2EC101BD42}" srcOrd="0" destOrd="0" presId="urn:microsoft.com/office/officeart/2016/7/layout/RepeatingBendingProcessNew"/>
    <dgm:cxn modelId="{C3A8778C-475B-412B-AFC3-9766D766588C}" srcId="{41BC6054-2D43-468D-814C-8FE969EAC00C}" destId="{21A8B1A1-BC82-4D55-AF42-56572DB38288}" srcOrd="4" destOrd="0" parTransId="{8683466E-38FE-46AB-930E-CC0144F8AE5D}" sibTransId="{60A192A2-21AF-4C8D-A1CA-F5B5028A36FD}"/>
    <dgm:cxn modelId="{58E34B8D-236B-45FE-A510-20149C88A3A2}" srcId="{41BC6054-2D43-468D-814C-8FE969EAC00C}" destId="{C11F8530-E306-466B-8660-C29DE67D20AD}" srcOrd="6" destOrd="0" parTransId="{F5F2C266-6EAF-4F5D-90CD-987D5463DD27}" sibTransId="{C948008C-4F43-4A8C-ACE8-B72111ADA193}"/>
    <dgm:cxn modelId="{31371E91-BD2E-495F-B624-0176C7057E8B}" type="presOf" srcId="{D2785AA3-68DC-48A1-ADFB-DD84DD3B529F}" destId="{7E57505B-55FA-44DE-A00A-74716D673B4B}" srcOrd="0" destOrd="0" presId="urn:microsoft.com/office/officeart/2016/7/layout/RepeatingBendingProcessNew"/>
    <dgm:cxn modelId="{6C089698-C9A0-47F3-9111-E673C137FD44}" type="presOf" srcId="{774D993C-5EFF-4D14-A2B8-A159521B95BC}" destId="{5E5B762C-3A2C-40B6-9674-F1C2C3B9090E}" srcOrd="1" destOrd="0" presId="urn:microsoft.com/office/officeart/2016/7/layout/RepeatingBendingProcessNew"/>
    <dgm:cxn modelId="{A1E8BA98-4C54-491F-9785-6B82456D6A3D}" srcId="{4954B9AA-2FBD-4036-B39B-7303E1F6CD23}" destId="{64745FB1-B41C-4797-8EC1-A03CA5ABFADA}" srcOrd="0" destOrd="0" parTransId="{0BB0C420-B70C-4E11-812F-E5E50E491922}" sibTransId="{C25C63AF-533D-4D98-AA39-C1F2F1B005A4}"/>
    <dgm:cxn modelId="{C3080E9B-48AD-48EE-8DD8-0131BE256B47}" type="presOf" srcId="{60A192A2-21AF-4C8D-A1CA-F5B5028A36FD}" destId="{FC5C1231-27A5-4E26-BDCA-1824250EFC7A}" srcOrd="1" destOrd="0" presId="urn:microsoft.com/office/officeart/2016/7/layout/RepeatingBendingProcessNew"/>
    <dgm:cxn modelId="{E6B9B39C-1AD0-4579-8455-C92E20569AC0}" srcId="{41BC6054-2D43-468D-814C-8FE969EAC00C}" destId="{4954B9AA-2FBD-4036-B39B-7303E1F6CD23}" srcOrd="7" destOrd="0" parTransId="{3E0ACC06-B55E-4452-8C64-0990F267281C}" sibTransId="{539E0493-1189-4A83-A200-8C3B85A52399}"/>
    <dgm:cxn modelId="{1F4344AF-7E33-4F13-B8F4-5664853689D2}" type="presOf" srcId="{3F24DDDE-38C8-4A67-BE03-39C837804719}" destId="{BBF4BC0B-CD04-446A-BD3A-C65AA287B5AB}" srcOrd="0" destOrd="0" presId="urn:microsoft.com/office/officeart/2016/7/layout/RepeatingBendingProcessNew"/>
    <dgm:cxn modelId="{6CB608B5-00DD-4B41-8EBD-69A507A710DA}" type="presOf" srcId="{E9F58964-7FFE-49B8-956B-C6E4F08D5827}" destId="{E864870C-616C-4638-BC1D-4C6CE4267746}" srcOrd="1" destOrd="0" presId="urn:microsoft.com/office/officeart/2016/7/layout/RepeatingBendingProcessNew"/>
    <dgm:cxn modelId="{11C2C2C2-E8FC-4820-97E1-A7478514DDCE}" type="presOf" srcId="{178413B3-204F-4C28-A59D-CF86FB599869}" destId="{F4441F9A-DB46-43EC-B862-C454D47D80D1}" srcOrd="0" destOrd="0" presId="urn:microsoft.com/office/officeart/2016/7/layout/RepeatingBendingProcessNew"/>
    <dgm:cxn modelId="{71E057DA-1ED5-4534-92F7-A8E56929D43C}" type="presOf" srcId="{28BF5E23-3A13-4EBD-BAD2-297314D621B3}" destId="{55FB6BE0-4099-4785-A08E-F4E4D2A54A81}" srcOrd="0" destOrd="0" presId="urn:microsoft.com/office/officeart/2016/7/layout/RepeatingBendingProcessNew"/>
    <dgm:cxn modelId="{B45E10DC-E11E-4E5C-B38F-97B7AABE2FFF}" srcId="{41BC6054-2D43-468D-814C-8FE969EAC00C}" destId="{D2785AA3-68DC-48A1-ADFB-DD84DD3B529F}" srcOrd="1" destOrd="0" parTransId="{5DBE7869-9241-4DD1-AD5E-C7B848FF9FFC}" sibTransId="{47875EB0-79C2-4C55-9B72-A304FEF98D0D}"/>
    <dgm:cxn modelId="{107A5CE7-BFFE-4899-AC00-48340BA3DC5E}" type="presOf" srcId="{60A192A2-21AF-4C8D-A1CA-F5B5028A36FD}" destId="{41542343-60D6-4E9F-BEC2-E230235E5DFE}" srcOrd="0" destOrd="0" presId="urn:microsoft.com/office/officeart/2016/7/layout/RepeatingBendingProcessNew"/>
    <dgm:cxn modelId="{C2E4EAE8-464D-4194-BF37-27DD91348217}" type="presOf" srcId="{C948008C-4F43-4A8C-ACE8-B72111ADA193}" destId="{F1C6911D-F117-4AC1-B49C-10C770E124AD}" srcOrd="1" destOrd="0" presId="urn:microsoft.com/office/officeart/2016/7/layout/RepeatingBendingProcessNew"/>
    <dgm:cxn modelId="{D6693EF3-BD0D-4CA4-AD6C-0ADE505489C6}" type="presOf" srcId="{6D9ACE53-6839-4511-BB09-768827AE4502}" destId="{F1B3B111-70A3-4263-B155-C2EA7E2FFDEC}" srcOrd="0" destOrd="0" presId="urn:microsoft.com/office/officeart/2016/7/layout/RepeatingBendingProcessNew"/>
    <dgm:cxn modelId="{CAE084FA-B19A-404B-A1D8-DEB61BF54889}" srcId="{41BC6054-2D43-468D-814C-8FE969EAC00C}" destId="{28BF5E23-3A13-4EBD-BAD2-297314D621B3}" srcOrd="2" destOrd="0" parTransId="{550CDF0B-BB50-4769-AB11-C74543A2B01D}" sibTransId="{178413B3-204F-4C28-A59D-CF86FB599869}"/>
    <dgm:cxn modelId="{325B55FD-9F37-4558-99C8-797F972143E9}" type="presParOf" srcId="{A32396A2-46E8-4753-9130-23DC5D7EAD8B}" destId="{BBF4BC0B-CD04-446A-BD3A-C65AA287B5AB}" srcOrd="0" destOrd="0" presId="urn:microsoft.com/office/officeart/2016/7/layout/RepeatingBendingProcessNew"/>
    <dgm:cxn modelId="{D9418BF3-375F-4A70-83BB-250726F32E2C}" type="presParOf" srcId="{A32396A2-46E8-4753-9130-23DC5D7EAD8B}" destId="{24419C67-CC43-4EB7-88F1-1D6D656C2C5B}" srcOrd="1" destOrd="0" presId="urn:microsoft.com/office/officeart/2016/7/layout/RepeatingBendingProcessNew"/>
    <dgm:cxn modelId="{56D9ED6F-8F04-4DAA-ADA6-94F9A9B2F66A}" type="presParOf" srcId="{24419C67-CC43-4EB7-88F1-1D6D656C2C5B}" destId="{082B21FA-63BF-42C9-BB3A-DBA3ACEC1D28}" srcOrd="0" destOrd="0" presId="urn:microsoft.com/office/officeart/2016/7/layout/RepeatingBendingProcessNew"/>
    <dgm:cxn modelId="{D4E15522-478B-41B8-9053-B3CBA9958A85}" type="presParOf" srcId="{A32396A2-46E8-4753-9130-23DC5D7EAD8B}" destId="{7E57505B-55FA-44DE-A00A-74716D673B4B}" srcOrd="2" destOrd="0" presId="urn:microsoft.com/office/officeart/2016/7/layout/RepeatingBendingProcessNew"/>
    <dgm:cxn modelId="{50920125-24AA-4C7A-ABCD-534B2DABA448}" type="presParOf" srcId="{A32396A2-46E8-4753-9130-23DC5D7EAD8B}" destId="{4DF8F5F9-5041-4F26-BE3A-2861481607EC}" srcOrd="3" destOrd="0" presId="urn:microsoft.com/office/officeart/2016/7/layout/RepeatingBendingProcessNew"/>
    <dgm:cxn modelId="{E1F7F2EA-6FF3-44CD-9AB9-ADB84D979870}" type="presParOf" srcId="{4DF8F5F9-5041-4F26-BE3A-2861481607EC}" destId="{F9D7D6ED-BB1E-4781-AEDA-D27B21AD182C}" srcOrd="0" destOrd="0" presId="urn:microsoft.com/office/officeart/2016/7/layout/RepeatingBendingProcessNew"/>
    <dgm:cxn modelId="{7DBE4A2B-80AB-4DD0-A54E-D019D020060D}" type="presParOf" srcId="{A32396A2-46E8-4753-9130-23DC5D7EAD8B}" destId="{55FB6BE0-4099-4785-A08E-F4E4D2A54A81}" srcOrd="4" destOrd="0" presId="urn:microsoft.com/office/officeart/2016/7/layout/RepeatingBendingProcessNew"/>
    <dgm:cxn modelId="{7F1AA01E-0CB1-490B-8834-F18CF14C0845}" type="presParOf" srcId="{A32396A2-46E8-4753-9130-23DC5D7EAD8B}" destId="{F4441F9A-DB46-43EC-B862-C454D47D80D1}" srcOrd="5" destOrd="0" presId="urn:microsoft.com/office/officeart/2016/7/layout/RepeatingBendingProcessNew"/>
    <dgm:cxn modelId="{6E7A70EE-1CA2-4B48-970A-9AF797AC9850}" type="presParOf" srcId="{F4441F9A-DB46-43EC-B862-C454D47D80D1}" destId="{7ADCCFC5-9F4A-49D5-A2E3-7F865185F814}" srcOrd="0" destOrd="0" presId="urn:microsoft.com/office/officeart/2016/7/layout/RepeatingBendingProcessNew"/>
    <dgm:cxn modelId="{E9537277-F012-45C8-8961-90DC0B5617C9}" type="presParOf" srcId="{A32396A2-46E8-4753-9130-23DC5D7EAD8B}" destId="{F1B3B111-70A3-4263-B155-C2EA7E2FFDEC}" srcOrd="6" destOrd="0" presId="urn:microsoft.com/office/officeart/2016/7/layout/RepeatingBendingProcessNew"/>
    <dgm:cxn modelId="{8E4F724E-3E07-4E8A-9B3B-F5AB141AF224}" type="presParOf" srcId="{A32396A2-46E8-4753-9130-23DC5D7EAD8B}" destId="{7DAC67FF-CA91-4B6E-97B4-BB2EC101BD42}" srcOrd="7" destOrd="0" presId="urn:microsoft.com/office/officeart/2016/7/layout/RepeatingBendingProcessNew"/>
    <dgm:cxn modelId="{05E30949-DE34-4488-8900-DE1CABD62304}" type="presParOf" srcId="{7DAC67FF-CA91-4B6E-97B4-BB2EC101BD42}" destId="{E864870C-616C-4638-BC1D-4C6CE4267746}" srcOrd="0" destOrd="0" presId="urn:microsoft.com/office/officeart/2016/7/layout/RepeatingBendingProcessNew"/>
    <dgm:cxn modelId="{089035FC-1641-4AB7-AE76-8B3BF59060D1}" type="presParOf" srcId="{A32396A2-46E8-4753-9130-23DC5D7EAD8B}" destId="{A91B382F-3550-423E-9C3F-0F6708390C92}" srcOrd="8" destOrd="0" presId="urn:microsoft.com/office/officeart/2016/7/layout/RepeatingBendingProcessNew"/>
    <dgm:cxn modelId="{BFBC5691-2002-4417-8F59-7E4B659D2E85}" type="presParOf" srcId="{A32396A2-46E8-4753-9130-23DC5D7EAD8B}" destId="{41542343-60D6-4E9F-BEC2-E230235E5DFE}" srcOrd="9" destOrd="0" presId="urn:microsoft.com/office/officeart/2016/7/layout/RepeatingBendingProcessNew"/>
    <dgm:cxn modelId="{AE990871-A691-4CE4-ADCA-BD485463B164}" type="presParOf" srcId="{41542343-60D6-4E9F-BEC2-E230235E5DFE}" destId="{FC5C1231-27A5-4E26-BDCA-1824250EFC7A}" srcOrd="0" destOrd="0" presId="urn:microsoft.com/office/officeart/2016/7/layout/RepeatingBendingProcessNew"/>
    <dgm:cxn modelId="{C07CDDC9-4DC9-4804-A10C-B25045BDE708}" type="presParOf" srcId="{A32396A2-46E8-4753-9130-23DC5D7EAD8B}" destId="{5F48451A-1D7F-4A93-A789-7A3C6A2C330B}" srcOrd="10" destOrd="0" presId="urn:microsoft.com/office/officeart/2016/7/layout/RepeatingBendingProcessNew"/>
    <dgm:cxn modelId="{E66B1F90-E274-443B-8738-914A092E2251}" type="presParOf" srcId="{A32396A2-46E8-4753-9130-23DC5D7EAD8B}" destId="{26E1D3BD-E2C3-4CA3-87E2-4687989B537D}" srcOrd="11" destOrd="0" presId="urn:microsoft.com/office/officeart/2016/7/layout/RepeatingBendingProcessNew"/>
    <dgm:cxn modelId="{A440CDA5-4BA3-4869-9550-63ABFED4EB52}" type="presParOf" srcId="{26E1D3BD-E2C3-4CA3-87E2-4687989B537D}" destId="{5E5B762C-3A2C-40B6-9674-F1C2C3B9090E}" srcOrd="0" destOrd="0" presId="urn:microsoft.com/office/officeart/2016/7/layout/RepeatingBendingProcessNew"/>
    <dgm:cxn modelId="{D72A53D9-08B5-4A72-9397-95762AEE7BA3}" type="presParOf" srcId="{A32396A2-46E8-4753-9130-23DC5D7EAD8B}" destId="{330331DE-0629-40E2-BFE9-01A8425A02B2}" srcOrd="12" destOrd="0" presId="urn:microsoft.com/office/officeart/2016/7/layout/RepeatingBendingProcessNew"/>
    <dgm:cxn modelId="{578C58F6-59AF-4B58-B726-43459A2748D4}" type="presParOf" srcId="{A32396A2-46E8-4753-9130-23DC5D7EAD8B}" destId="{758C475C-801A-4AF4-AFD7-7B9CB42E737F}" srcOrd="13" destOrd="0" presId="urn:microsoft.com/office/officeart/2016/7/layout/RepeatingBendingProcessNew"/>
    <dgm:cxn modelId="{A2C90EF6-C3C9-4FF0-B014-EAB1592F9713}" type="presParOf" srcId="{758C475C-801A-4AF4-AFD7-7B9CB42E737F}" destId="{F1C6911D-F117-4AC1-B49C-10C770E124AD}" srcOrd="0" destOrd="0" presId="urn:microsoft.com/office/officeart/2016/7/layout/RepeatingBendingProcessNew"/>
    <dgm:cxn modelId="{1F3E0F67-BE95-4866-8525-D47AC5B2E362}" type="presParOf" srcId="{A32396A2-46E8-4753-9130-23DC5D7EAD8B}" destId="{2A6247F1-A57D-4BAF-9CA6-33B2CA635D69}"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EE09EBC-97AB-45B5-99BA-B08114DA74A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FDAB30C-072E-4246-8312-15C5924EAE15}">
      <dgm:prSet/>
      <dgm:spPr/>
      <dgm:t>
        <a:bodyPr/>
        <a:lstStyle/>
        <a:p>
          <a:pPr>
            <a:lnSpc>
              <a:spcPct val="100000"/>
            </a:lnSpc>
          </a:pPr>
          <a:r>
            <a:rPr lang="en-US" b="1"/>
            <a:t>Speed (Efficiency) </a:t>
          </a:r>
          <a:r>
            <a:rPr lang="en-US"/>
            <a:t>:GBFS is typically much faster than uninformed search (like BFS or DFS) because it doesn't explore every possibility. </a:t>
          </a:r>
        </a:p>
      </dgm:t>
    </dgm:pt>
    <dgm:pt modelId="{6FFED9FF-4560-4114-8EB7-FD877F4AC4BF}" type="parTrans" cxnId="{B4057E00-2AAF-45DE-8FFF-E44225903918}">
      <dgm:prSet/>
      <dgm:spPr/>
      <dgm:t>
        <a:bodyPr/>
        <a:lstStyle/>
        <a:p>
          <a:endParaRPr lang="en-US"/>
        </a:p>
      </dgm:t>
    </dgm:pt>
    <dgm:pt modelId="{F1ADD6C3-0BFA-45B2-8234-9C24E6FB1CC4}" type="sibTrans" cxnId="{B4057E00-2AAF-45DE-8FFF-E44225903918}">
      <dgm:prSet/>
      <dgm:spPr/>
      <dgm:t>
        <a:bodyPr/>
        <a:lstStyle/>
        <a:p>
          <a:endParaRPr lang="en-US"/>
        </a:p>
      </dgm:t>
    </dgm:pt>
    <dgm:pt modelId="{D0BF1396-AFCA-4EC1-961D-6D7D9390862E}">
      <dgm:prSet/>
      <dgm:spPr/>
      <dgm:t>
        <a:bodyPr/>
        <a:lstStyle/>
        <a:p>
          <a:pPr>
            <a:lnSpc>
              <a:spcPct val="100000"/>
            </a:lnSpc>
          </a:pPr>
          <a:r>
            <a:rPr lang="en-US" b="1"/>
            <a:t>Reduced Memory Usage </a:t>
          </a:r>
          <a:r>
            <a:rPr lang="en-US"/>
            <a:t>: Since it tends to find a path quickly, it doesn't need to store as many nodes in the "Open List" compared to algorithms that explore broadly.</a:t>
          </a:r>
        </a:p>
      </dgm:t>
    </dgm:pt>
    <dgm:pt modelId="{5654D827-26BC-478E-A660-9472845C4AAE}" type="parTrans" cxnId="{9A9EDC08-6B4D-4B49-8419-A76A9ECAE07B}">
      <dgm:prSet/>
      <dgm:spPr/>
      <dgm:t>
        <a:bodyPr/>
        <a:lstStyle/>
        <a:p>
          <a:endParaRPr lang="en-US"/>
        </a:p>
      </dgm:t>
    </dgm:pt>
    <dgm:pt modelId="{8067D92F-5CCA-423F-A909-DEE0CE2C56B4}" type="sibTrans" cxnId="{9A9EDC08-6B4D-4B49-8419-A76A9ECAE07B}">
      <dgm:prSet/>
      <dgm:spPr/>
      <dgm:t>
        <a:bodyPr/>
        <a:lstStyle/>
        <a:p>
          <a:endParaRPr lang="en-US"/>
        </a:p>
      </dgm:t>
    </dgm:pt>
    <dgm:pt modelId="{FC28EBB8-070C-4B17-894B-8EE3EC329E4C}">
      <dgm:prSet/>
      <dgm:spPr/>
      <dgm:t>
        <a:bodyPr/>
        <a:lstStyle/>
        <a:p>
          <a:pPr>
            <a:lnSpc>
              <a:spcPct val="100000"/>
            </a:lnSpc>
          </a:pPr>
          <a:r>
            <a:rPr lang="en-US" b="1"/>
            <a:t>Simple to Implement</a:t>
          </a:r>
          <a:r>
            <a:rPr lang="en-US"/>
            <a:t> : No need to track full path cost properly</a:t>
          </a:r>
        </a:p>
      </dgm:t>
    </dgm:pt>
    <dgm:pt modelId="{37F416BC-0C10-44FA-83F6-90302A1AE4AA}" type="parTrans" cxnId="{2D3DBD50-1C15-4D4C-A135-F1C57CD1CE80}">
      <dgm:prSet/>
      <dgm:spPr/>
      <dgm:t>
        <a:bodyPr/>
        <a:lstStyle/>
        <a:p>
          <a:endParaRPr lang="en-US"/>
        </a:p>
      </dgm:t>
    </dgm:pt>
    <dgm:pt modelId="{1848C9DE-B592-4976-98D2-DE180583EA34}" type="sibTrans" cxnId="{2D3DBD50-1C15-4D4C-A135-F1C57CD1CE80}">
      <dgm:prSet/>
      <dgm:spPr/>
      <dgm:t>
        <a:bodyPr/>
        <a:lstStyle/>
        <a:p>
          <a:endParaRPr lang="en-US"/>
        </a:p>
      </dgm:t>
    </dgm:pt>
    <dgm:pt modelId="{D2232E53-3A09-43AC-AE68-0F15E57473FC}" type="pres">
      <dgm:prSet presAssocID="{7EE09EBC-97AB-45B5-99BA-B08114DA74A8}" presName="root" presStyleCnt="0">
        <dgm:presLayoutVars>
          <dgm:dir/>
          <dgm:resizeHandles val="exact"/>
        </dgm:presLayoutVars>
      </dgm:prSet>
      <dgm:spPr/>
    </dgm:pt>
    <dgm:pt modelId="{15D9F6C9-4FCF-4563-9F30-0C1CE0028C1A}" type="pres">
      <dgm:prSet presAssocID="{2FDAB30C-072E-4246-8312-15C5924EAE15}" presName="compNode" presStyleCnt="0"/>
      <dgm:spPr/>
    </dgm:pt>
    <dgm:pt modelId="{E0B1DFB6-3D91-4D9C-AE32-1B4BFE5E35E2}" type="pres">
      <dgm:prSet presAssocID="{2FDAB30C-072E-4246-8312-15C5924EAE15}" presName="bgRect" presStyleLbl="bgShp" presStyleIdx="0" presStyleCnt="3"/>
      <dgm:spPr/>
    </dgm:pt>
    <dgm:pt modelId="{869F8CE5-C60B-47F6-99CD-E44129C6075C}" type="pres">
      <dgm:prSet presAssocID="{2FDAB30C-072E-4246-8312-15C5924EAE1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Zoom In"/>
        </a:ext>
      </dgm:extLst>
    </dgm:pt>
    <dgm:pt modelId="{0E974AD2-F849-48A4-A55D-2B0BC533F67A}" type="pres">
      <dgm:prSet presAssocID="{2FDAB30C-072E-4246-8312-15C5924EAE15}" presName="spaceRect" presStyleCnt="0"/>
      <dgm:spPr/>
    </dgm:pt>
    <dgm:pt modelId="{BF356459-6F92-409F-A911-26E723EC27FE}" type="pres">
      <dgm:prSet presAssocID="{2FDAB30C-072E-4246-8312-15C5924EAE15}" presName="parTx" presStyleLbl="revTx" presStyleIdx="0" presStyleCnt="3">
        <dgm:presLayoutVars>
          <dgm:chMax val="0"/>
          <dgm:chPref val="0"/>
        </dgm:presLayoutVars>
      </dgm:prSet>
      <dgm:spPr/>
    </dgm:pt>
    <dgm:pt modelId="{4C2B39F4-A73B-408A-B653-3EE82F8AF9B8}" type="pres">
      <dgm:prSet presAssocID="{F1ADD6C3-0BFA-45B2-8234-9C24E6FB1CC4}" presName="sibTrans" presStyleCnt="0"/>
      <dgm:spPr/>
    </dgm:pt>
    <dgm:pt modelId="{6E3FC629-4887-4F9C-987E-D888AEDB3CAF}" type="pres">
      <dgm:prSet presAssocID="{D0BF1396-AFCA-4EC1-961D-6D7D9390862E}" presName="compNode" presStyleCnt="0"/>
      <dgm:spPr/>
    </dgm:pt>
    <dgm:pt modelId="{C589254A-C08E-4977-8EAE-7BEFD428B294}" type="pres">
      <dgm:prSet presAssocID="{D0BF1396-AFCA-4EC1-961D-6D7D9390862E}" presName="bgRect" presStyleLbl="bgShp" presStyleIdx="1" presStyleCnt="3"/>
      <dgm:spPr/>
    </dgm:pt>
    <dgm:pt modelId="{3BEB92AC-0E71-4C18-93FD-72583FD9E0C1}" type="pres">
      <dgm:prSet presAssocID="{D0BF1396-AFCA-4EC1-961D-6D7D9390862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a:ext>
      </dgm:extLst>
    </dgm:pt>
    <dgm:pt modelId="{54FDA564-5DA2-44DA-8A3C-407CC4E4CAA0}" type="pres">
      <dgm:prSet presAssocID="{D0BF1396-AFCA-4EC1-961D-6D7D9390862E}" presName="spaceRect" presStyleCnt="0"/>
      <dgm:spPr/>
    </dgm:pt>
    <dgm:pt modelId="{5EFAAA46-5680-4B20-953A-8CAB69606826}" type="pres">
      <dgm:prSet presAssocID="{D0BF1396-AFCA-4EC1-961D-6D7D9390862E}" presName="parTx" presStyleLbl="revTx" presStyleIdx="1" presStyleCnt="3">
        <dgm:presLayoutVars>
          <dgm:chMax val="0"/>
          <dgm:chPref val="0"/>
        </dgm:presLayoutVars>
      </dgm:prSet>
      <dgm:spPr/>
    </dgm:pt>
    <dgm:pt modelId="{048407A4-453E-40E8-AA1D-D7CC7358ED2F}" type="pres">
      <dgm:prSet presAssocID="{8067D92F-5CCA-423F-A909-DEE0CE2C56B4}" presName="sibTrans" presStyleCnt="0"/>
      <dgm:spPr/>
    </dgm:pt>
    <dgm:pt modelId="{C87B7CD4-5AA2-44AE-AC21-8028412A8B47}" type="pres">
      <dgm:prSet presAssocID="{FC28EBB8-070C-4B17-894B-8EE3EC329E4C}" presName="compNode" presStyleCnt="0"/>
      <dgm:spPr/>
    </dgm:pt>
    <dgm:pt modelId="{2710B455-866F-4DC0-9C06-6B3F5250027A}" type="pres">
      <dgm:prSet presAssocID="{FC28EBB8-070C-4B17-894B-8EE3EC329E4C}" presName="bgRect" presStyleLbl="bgShp" presStyleIdx="2" presStyleCnt="3"/>
      <dgm:spPr/>
    </dgm:pt>
    <dgm:pt modelId="{416EABD5-DB8F-455D-B991-5DD24E3FB2F9}" type="pres">
      <dgm:prSet presAssocID="{FC28EBB8-070C-4B17-894B-8EE3EC329E4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ey"/>
        </a:ext>
      </dgm:extLst>
    </dgm:pt>
    <dgm:pt modelId="{909BBA72-EFB7-4DBE-B886-1F4CC5270229}" type="pres">
      <dgm:prSet presAssocID="{FC28EBB8-070C-4B17-894B-8EE3EC329E4C}" presName="spaceRect" presStyleCnt="0"/>
      <dgm:spPr/>
    </dgm:pt>
    <dgm:pt modelId="{6B243774-3065-4455-8F94-F78D6871777F}" type="pres">
      <dgm:prSet presAssocID="{FC28EBB8-070C-4B17-894B-8EE3EC329E4C}" presName="parTx" presStyleLbl="revTx" presStyleIdx="2" presStyleCnt="3">
        <dgm:presLayoutVars>
          <dgm:chMax val="0"/>
          <dgm:chPref val="0"/>
        </dgm:presLayoutVars>
      </dgm:prSet>
      <dgm:spPr/>
    </dgm:pt>
  </dgm:ptLst>
  <dgm:cxnLst>
    <dgm:cxn modelId="{B4057E00-2AAF-45DE-8FFF-E44225903918}" srcId="{7EE09EBC-97AB-45B5-99BA-B08114DA74A8}" destId="{2FDAB30C-072E-4246-8312-15C5924EAE15}" srcOrd="0" destOrd="0" parTransId="{6FFED9FF-4560-4114-8EB7-FD877F4AC4BF}" sibTransId="{F1ADD6C3-0BFA-45B2-8234-9C24E6FB1CC4}"/>
    <dgm:cxn modelId="{9A9EDC08-6B4D-4B49-8419-A76A9ECAE07B}" srcId="{7EE09EBC-97AB-45B5-99BA-B08114DA74A8}" destId="{D0BF1396-AFCA-4EC1-961D-6D7D9390862E}" srcOrd="1" destOrd="0" parTransId="{5654D827-26BC-478E-A660-9472845C4AAE}" sibTransId="{8067D92F-5CCA-423F-A909-DEE0CE2C56B4}"/>
    <dgm:cxn modelId="{BBB06647-4D8F-42B5-ABEE-85333EF31F93}" type="presOf" srcId="{7EE09EBC-97AB-45B5-99BA-B08114DA74A8}" destId="{D2232E53-3A09-43AC-AE68-0F15E57473FC}" srcOrd="0" destOrd="0" presId="urn:microsoft.com/office/officeart/2018/2/layout/IconVerticalSolidList"/>
    <dgm:cxn modelId="{2D3DBD50-1C15-4D4C-A135-F1C57CD1CE80}" srcId="{7EE09EBC-97AB-45B5-99BA-B08114DA74A8}" destId="{FC28EBB8-070C-4B17-894B-8EE3EC329E4C}" srcOrd="2" destOrd="0" parTransId="{37F416BC-0C10-44FA-83F6-90302A1AE4AA}" sibTransId="{1848C9DE-B592-4976-98D2-DE180583EA34}"/>
    <dgm:cxn modelId="{22181BA9-F20D-4AD2-9C99-F6FD76BADE85}" type="presOf" srcId="{D0BF1396-AFCA-4EC1-961D-6D7D9390862E}" destId="{5EFAAA46-5680-4B20-953A-8CAB69606826}" srcOrd="0" destOrd="0" presId="urn:microsoft.com/office/officeart/2018/2/layout/IconVerticalSolidList"/>
    <dgm:cxn modelId="{25F16EB0-4474-4903-84C8-573AEBABA534}" type="presOf" srcId="{2FDAB30C-072E-4246-8312-15C5924EAE15}" destId="{BF356459-6F92-409F-A911-26E723EC27FE}" srcOrd="0" destOrd="0" presId="urn:microsoft.com/office/officeart/2018/2/layout/IconVerticalSolidList"/>
    <dgm:cxn modelId="{B6AEB5D1-416F-4E49-A820-81B93D379964}" type="presOf" srcId="{FC28EBB8-070C-4B17-894B-8EE3EC329E4C}" destId="{6B243774-3065-4455-8F94-F78D6871777F}" srcOrd="0" destOrd="0" presId="urn:microsoft.com/office/officeart/2018/2/layout/IconVerticalSolidList"/>
    <dgm:cxn modelId="{7DC0FDF6-8215-4076-9779-B6BBDDF82DED}" type="presParOf" srcId="{D2232E53-3A09-43AC-AE68-0F15E57473FC}" destId="{15D9F6C9-4FCF-4563-9F30-0C1CE0028C1A}" srcOrd="0" destOrd="0" presId="urn:microsoft.com/office/officeart/2018/2/layout/IconVerticalSolidList"/>
    <dgm:cxn modelId="{8BEBA384-89DF-49B8-9C8B-D06F2F2F74B8}" type="presParOf" srcId="{15D9F6C9-4FCF-4563-9F30-0C1CE0028C1A}" destId="{E0B1DFB6-3D91-4D9C-AE32-1B4BFE5E35E2}" srcOrd="0" destOrd="0" presId="urn:microsoft.com/office/officeart/2018/2/layout/IconVerticalSolidList"/>
    <dgm:cxn modelId="{F87C5676-7554-4B89-A995-B80C49B71EF2}" type="presParOf" srcId="{15D9F6C9-4FCF-4563-9F30-0C1CE0028C1A}" destId="{869F8CE5-C60B-47F6-99CD-E44129C6075C}" srcOrd="1" destOrd="0" presId="urn:microsoft.com/office/officeart/2018/2/layout/IconVerticalSolidList"/>
    <dgm:cxn modelId="{66205FCB-39FD-49D9-9796-67B55BA9C69E}" type="presParOf" srcId="{15D9F6C9-4FCF-4563-9F30-0C1CE0028C1A}" destId="{0E974AD2-F849-48A4-A55D-2B0BC533F67A}" srcOrd="2" destOrd="0" presId="urn:microsoft.com/office/officeart/2018/2/layout/IconVerticalSolidList"/>
    <dgm:cxn modelId="{D2BC8D4C-8C62-4F62-9A7A-37B3B1824437}" type="presParOf" srcId="{15D9F6C9-4FCF-4563-9F30-0C1CE0028C1A}" destId="{BF356459-6F92-409F-A911-26E723EC27FE}" srcOrd="3" destOrd="0" presId="urn:microsoft.com/office/officeart/2018/2/layout/IconVerticalSolidList"/>
    <dgm:cxn modelId="{5F714928-1BE0-43C1-857D-8057E2C39B0C}" type="presParOf" srcId="{D2232E53-3A09-43AC-AE68-0F15E57473FC}" destId="{4C2B39F4-A73B-408A-B653-3EE82F8AF9B8}" srcOrd="1" destOrd="0" presId="urn:microsoft.com/office/officeart/2018/2/layout/IconVerticalSolidList"/>
    <dgm:cxn modelId="{51CB8ADD-A44E-4029-9747-F7FAA2D1EB4F}" type="presParOf" srcId="{D2232E53-3A09-43AC-AE68-0F15E57473FC}" destId="{6E3FC629-4887-4F9C-987E-D888AEDB3CAF}" srcOrd="2" destOrd="0" presId="urn:microsoft.com/office/officeart/2018/2/layout/IconVerticalSolidList"/>
    <dgm:cxn modelId="{8C7957FE-3CE7-4DB9-B178-4094F65F0906}" type="presParOf" srcId="{6E3FC629-4887-4F9C-987E-D888AEDB3CAF}" destId="{C589254A-C08E-4977-8EAE-7BEFD428B294}" srcOrd="0" destOrd="0" presId="urn:microsoft.com/office/officeart/2018/2/layout/IconVerticalSolidList"/>
    <dgm:cxn modelId="{772823D6-1FDB-4496-A1A9-2F6C2AD1FC16}" type="presParOf" srcId="{6E3FC629-4887-4F9C-987E-D888AEDB3CAF}" destId="{3BEB92AC-0E71-4C18-93FD-72583FD9E0C1}" srcOrd="1" destOrd="0" presId="urn:microsoft.com/office/officeart/2018/2/layout/IconVerticalSolidList"/>
    <dgm:cxn modelId="{DF60E356-34C5-4DF6-8729-5260222C18C5}" type="presParOf" srcId="{6E3FC629-4887-4F9C-987E-D888AEDB3CAF}" destId="{54FDA564-5DA2-44DA-8A3C-407CC4E4CAA0}" srcOrd="2" destOrd="0" presId="urn:microsoft.com/office/officeart/2018/2/layout/IconVerticalSolidList"/>
    <dgm:cxn modelId="{FC9C5C82-CBC6-4A9F-83D6-418DCD9522F7}" type="presParOf" srcId="{6E3FC629-4887-4F9C-987E-D888AEDB3CAF}" destId="{5EFAAA46-5680-4B20-953A-8CAB69606826}" srcOrd="3" destOrd="0" presId="urn:microsoft.com/office/officeart/2018/2/layout/IconVerticalSolidList"/>
    <dgm:cxn modelId="{DFE0ABE5-47BC-43C3-934F-EF350FED563C}" type="presParOf" srcId="{D2232E53-3A09-43AC-AE68-0F15E57473FC}" destId="{048407A4-453E-40E8-AA1D-D7CC7358ED2F}" srcOrd="3" destOrd="0" presId="urn:microsoft.com/office/officeart/2018/2/layout/IconVerticalSolidList"/>
    <dgm:cxn modelId="{B0A7E513-ACEC-49BA-9A90-9B8AC594E180}" type="presParOf" srcId="{D2232E53-3A09-43AC-AE68-0F15E57473FC}" destId="{C87B7CD4-5AA2-44AE-AC21-8028412A8B47}" srcOrd="4" destOrd="0" presId="urn:microsoft.com/office/officeart/2018/2/layout/IconVerticalSolidList"/>
    <dgm:cxn modelId="{2299BA67-0492-43E8-AEFA-76158C3C46DE}" type="presParOf" srcId="{C87B7CD4-5AA2-44AE-AC21-8028412A8B47}" destId="{2710B455-866F-4DC0-9C06-6B3F5250027A}" srcOrd="0" destOrd="0" presId="urn:microsoft.com/office/officeart/2018/2/layout/IconVerticalSolidList"/>
    <dgm:cxn modelId="{251C983D-A9FF-4D57-A30B-2BB877341471}" type="presParOf" srcId="{C87B7CD4-5AA2-44AE-AC21-8028412A8B47}" destId="{416EABD5-DB8F-455D-B991-5DD24E3FB2F9}" srcOrd="1" destOrd="0" presId="urn:microsoft.com/office/officeart/2018/2/layout/IconVerticalSolidList"/>
    <dgm:cxn modelId="{F87256D4-205C-43B2-A62E-ADF3B23DFC24}" type="presParOf" srcId="{C87B7CD4-5AA2-44AE-AC21-8028412A8B47}" destId="{909BBA72-EFB7-4DBE-B886-1F4CC5270229}" srcOrd="2" destOrd="0" presId="urn:microsoft.com/office/officeart/2018/2/layout/IconVerticalSolidList"/>
    <dgm:cxn modelId="{7A170DB4-43DA-4C5C-9D0A-4EB2E0525F31}" type="presParOf" srcId="{C87B7CD4-5AA2-44AE-AC21-8028412A8B47}" destId="{6B243774-3065-4455-8F94-F78D687177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AA29E9E-5F1B-48BD-814F-29AE550A0E41}"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C58C2F01-46D5-431D-9D52-BF37BA5C5240}">
      <dgm:prSet/>
      <dgm:spPr/>
      <dgm:t>
        <a:bodyPr/>
        <a:lstStyle/>
        <a:p>
          <a:r>
            <a:rPr lang="en-US" b="1" dirty="0"/>
            <a:t>Not Complete:</a:t>
          </a:r>
          <a:r>
            <a:rPr lang="en-US" dirty="0"/>
            <a:t> If you don't keep track of visited nodes (a "Closed List"), GBFS can get stuck in an Infinite Loop.</a:t>
          </a:r>
        </a:p>
      </dgm:t>
    </dgm:pt>
    <dgm:pt modelId="{26F575ED-677B-44A1-920B-80101B60DACA}" type="parTrans" cxnId="{773D0057-A974-41F1-B95E-4A3685FBBCBE}">
      <dgm:prSet/>
      <dgm:spPr/>
      <dgm:t>
        <a:bodyPr/>
        <a:lstStyle/>
        <a:p>
          <a:endParaRPr lang="en-US"/>
        </a:p>
      </dgm:t>
    </dgm:pt>
    <dgm:pt modelId="{F8FA0512-BAEB-4E2C-9CFC-CEFB2A80FA9F}" type="sibTrans" cxnId="{773D0057-A974-41F1-B95E-4A3685FBBCBE}">
      <dgm:prSet/>
      <dgm:spPr/>
      <dgm:t>
        <a:bodyPr/>
        <a:lstStyle/>
        <a:p>
          <a:endParaRPr lang="en-US"/>
        </a:p>
      </dgm:t>
    </dgm:pt>
    <dgm:pt modelId="{F071F626-DE6E-4203-B5C8-54BCCC0FBF74}">
      <dgm:prSet/>
      <dgm:spPr/>
      <dgm:t>
        <a:bodyPr/>
        <a:lstStyle/>
        <a:p>
          <a:r>
            <a:rPr lang="en-US" b="1"/>
            <a:t>Not Optimal:</a:t>
          </a:r>
          <a:r>
            <a:rPr lang="en-US"/>
            <a:t> This is the biggest drawback. As you saw in your previous cost calculation(1+3+1=5),</a:t>
          </a:r>
        </a:p>
      </dgm:t>
    </dgm:pt>
    <dgm:pt modelId="{17A37199-AD4A-4E7E-B4F1-79207F6035F1}" type="parTrans" cxnId="{8D9FA091-8BF6-41FE-B6D1-F4C86AF251C4}">
      <dgm:prSet/>
      <dgm:spPr/>
      <dgm:t>
        <a:bodyPr/>
        <a:lstStyle/>
        <a:p>
          <a:endParaRPr lang="en-US"/>
        </a:p>
      </dgm:t>
    </dgm:pt>
    <dgm:pt modelId="{EDE77CC9-B7DA-491A-BF8E-70CE379D57CE}" type="sibTrans" cxnId="{8D9FA091-8BF6-41FE-B6D1-F4C86AF251C4}">
      <dgm:prSet/>
      <dgm:spPr/>
      <dgm:t>
        <a:bodyPr/>
        <a:lstStyle/>
        <a:p>
          <a:endParaRPr lang="en-US"/>
        </a:p>
      </dgm:t>
    </dgm:pt>
    <dgm:pt modelId="{F35C4C80-40BF-46BD-A709-66581D25E0B7}">
      <dgm:prSet/>
      <dgm:spPr/>
      <dgm:t>
        <a:bodyPr/>
        <a:lstStyle/>
        <a:p>
          <a:r>
            <a:rPr lang="en-US"/>
            <a:t>GBFS might pick a path that looks short but actually costs more than another path it ignored. </a:t>
          </a:r>
        </a:p>
      </dgm:t>
    </dgm:pt>
    <dgm:pt modelId="{61EF3D71-FB2A-4C30-997C-7F41A1317206}" type="parTrans" cxnId="{5A4934BA-976C-4A4F-995E-99777DC38A25}">
      <dgm:prSet/>
      <dgm:spPr/>
      <dgm:t>
        <a:bodyPr/>
        <a:lstStyle/>
        <a:p>
          <a:endParaRPr lang="en-US"/>
        </a:p>
      </dgm:t>
    </dgm:pt>
    <dgm:pt modelId="{0965D56B-A6C0-4CDD-A12A-5B300951506B}" type="sibTrans" cxnId="{5A4934BA-976C-4A4F-995E-99777DC38A25}">
      <dgm:prSet/>
      <dgm:spPr/>
      <dgm:t>
        <a:bodyPr/>
        <a:lstStyle/>
        <a:p>
          <a:endParaRPr lang="en-US"/>
        </a:p>
      </dgm:t>
    </dgm:pt>
    <dgm:pt modelId="{B8887644-47DA-4C36-8DF8-1794CC9DE969}" type="pres">
      <dgm:prSet presAssocID="{1AA29E9E-5F1B-48BD-814F-29AE550A0E41}" presName="linear" presStyleCnt="0">
        <dgm:presLayoutVars>
          <dgm:animLvl val="lvl"/>
          <dgm:resizeHandles val="exact"/>
        </dgm:presLayoutVars>
      </dgm:prSet>
      <dgm:spPr/>
    </dgm:pt>
    <dgm:pt modelId="{EA3A94B9-A103-4129-AA1D-70D1CAE519D0}" type="pres">
      <dgm:prSet presAssocID="{C58C2F01-46D5-431D-9D52-BF37BA5C5240}" presName="parentText" presStyleLbl="node1" presStyleIdx="0" presStyleCnt="3">
        <dgm:presLayoutVars>
          <dgm:chMax val="0"/>
          <dgm:bulletEnabled val="1"/>
        </dgm:presLayoutVars>
      </dgm:prSet>
      <dgm:spPr/>
    </dgm:pt>
    <dgm:pt modelId="{B9913341-0573-4B4C-967C-F90AAB1CF20C}" type="pres">
      <dgm:prSet presAssocID="{F8FA0512-BAEB-4E2C-9CFC-CEFB2A80FA9F}" presName="spacer" presStyleCnt="0"/>
      <dgm:spPr/>
    </dgm:pt>
    <dgm:pt modelId="{71005DE6-32C0-467A-AC5E-9E521EA0D0E4}" type="pres">
      <dgm:prSet presAssocID="{F071F626-DE6E-4203-B5C8-54BCCC0FBF74}" presName="parentText" presStyleLbl="node1" presStyleIdx="1" presStyleCnt="3">
        <dgm:presLayoutVars>
          <dgm:chMax val="0"/>
          <dgm:bulletEnabled val="1"/>
        </dgm:presLayoutVars>
      </dgm:prSet>
      <dgm:spPr/>
    </dgm:pt>
    <dgm:pt modelId="{15EE9EE4-8334-4C82-962D-20681EAB0738}" type="pres">
      <dgm:prSet presAssocID="{EDE77CC9-B7DA-491A-BF8E-70CE379D57CE}" presName="spacer" presStyleCnt="0"/>
      <dgm:spPr/>
    </dgm:pt>
    <dgm:pt modelId="{05CE079F-4B7A-455F-BEAD-91B9A018137E}" type="pres">
      <dgm:prSet presAssocID="{F35C4C80-40BF-46BD-A709-66581D25E0B7}" presName="parentText" presStyleLbl="node1" presStyleIdx="2" presStyleCnt="3">
        <dgm:presLayoutVars>
          <dgm:chMax val="0"/>
          <dgm:bulletEnabled val="1"/>
        </dgm:presLayoutVars>
      </dgm:prSet>
      <dgm:spPr/>
    </dgm:pt>
  </dgm:ptLst>
  <dgm:cxnLst>
    <dgm:cxn modelId="{45F3C20B-E84F-4679-8482-54F37882A952}" type="presOf" srcId="{F35C4C80-40BF-46BD-A709-66581D25E0B7}" destId="{05CE079F-4B7A-455F-BEAD-91B9A018137E}" srcOrd="0" destOrd="0" presId="urn:microsoft.com/office/officeart/2005/8/layout/vList2"/>
    <dgm:cxn modelId="{36F02465-47EE-42C6-8CBC-12A543834D57}" type="presOf" srcId="{F071F626-DE6E-4203-B5C8-54BCCC0FBF74}" destId="{71005DE6-32C0-467A-AC5E-9E521EA0D0E4}" srcOrd="0" destOrd="0" presId="urn:microsoft.com/office/officeart/2005/8/layout/vList2"/>
    <dgm:cxn modelId="{773D0057-A974-41F1-B95E-4A3685FBBCBE}" srcId="{1AA29E9E-5F1B-48BD-814F-29AE550A0E41}" destId="{C58C2F01-46D5-431D-9D52-BF37BA5C5240}" srcOrd="0" destOrd="0" parTransId="{26F575ED-677B-44A1-920B-80101B60DACA}" sibTransId="{F8FA0512-BAEB-4E2C-9CFC-CEFB2A80FA9F}"/>
    <dgm:cxn modelId="{0F27528C-C747-413E-BA71-ADCBDEAC484D}" type="presOf" srcId="{C58C2F01-46D5-431D-9D52-BF37BA5C5240}" destId="{EA3A94B9-A103-4129-AA1D-70D1CAE519D0}" srcOrd="0" destOrd="0" presId="urn:microsoft.com/office/officeart/2005/8/layout/vList2"/>
    <dgm:cxn modelId="{8D9FA091-8BF6-41FE-B6D1-F4C86AF251C4}" srcId="{1AA29E9E-5F1B-48BD-814F-29AE550A0E41}" destId="{F071F626-DE6E-4203-B5C8-54BCCC0FBF74}" srcOrd="1" destOrd="0" parTransId="{17A37199-AD4A-4E7E-B4F1-79207F6035F1}" sibTransId="{EDE77CC9-B7DA-491A-BF8E-70CE379D57CE}"/>
    <dgm:cxn modelId="{5A4934BA-976C-4A4F-995E-99777DC38A25}" srcId="{1AA29E9E-5F1B-48BD-814F-29AE550A0E41}" destId="{F35C4C80-40BF-46BD-A709-66581D25E0B7}" srcOrd="2" destOrd="0" parTransId="{61EF3D71-FB2A-4C30-997C-7F41A1317206}" sibTransId="{0965D56B-A6C0-4CDD-A12A-5B300951506B}"/>
    <dgm:cxn modelId="{1CCD85E4-831D-4A6E-81C3-C3C647C9D9BF}" type="presOf" srcId="{1AA29E9E-5F1B-48BD-814F-29AE550A0E41}" destId="{B8887644-47DA-4C36-8DF8-1794CC9DE969}" srcOrd="0" destOrd="0" presId="urn:microsoft.com/office/officeart/2005/8/layout/vList2"/>
    <dgm:cxn modelId="{3F2CA404-A901-4584-98E5-B2180BE35103}" type="presParOf" srcId="{B8887644-47DA-4C36-8DF8-1794CC9DE969}" destId="{EA3A94B9-A103-4129-AA1D-70D1CAE519D0}" srcOrd="0" destOrd="0" presId="urn:microsoft.com/office/officeart/2005/8/layout/vList2"/>
    <dgm:cxn modelId="{3249AEFD-B0D7-4C52-8588-ADBA0A2AB5B0}" type="presParOf" srcId="{B8887644-47DA-4C36-8DF8-1794CC9DE969}" destId="{B9913341-0573-4B4C-967C-F90AAB1CF20C}" srcOrd="1" destOrd="0" presId="urn:microsoft.com/office/officeart/2005/8/layout/vList2"/>
    <dgm:cxn modelId="{5C6D1A02-EAC4-4F75-A932-265E43386AB5}" type="presParOf" srcId="{B8887644-47DA-4C36-8DF8-1794CC9DE969}" destId="{71005DE6-32C0-467A-AC5E-9E521EA0D0E4}" srcOrd="2" destOrd="0" presId="urn:microsoft.com/office/officeart/2005/8/layout/vList2"/>
    <dgm:cxn modelId="{4E7E41C0-63E8-4D12-AA0C-7AE980327E64}" type="presParOf" srcId="{B8887644-47DA-4C36-8DF8-1794CC9DE969}" destId="{15EE9EE4-8334-4C82-962D-20681EAB0738}" srcOrd="3" destOrd="0" presId="urn:microsoft.com/office/officeart/2005/8/layout/vList2"/>
    <dgm:cxn modelId="{E2139C0F-C76C-405C-BC79-0B2A4A46D86B}" type="presParOf" srcId="{B8887644-47DA-4C36-8DF8-1794CC9DE969}" destId="{05CE079F-4B7A-455F-BEAD-91B9A018137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93A1596-85D7-4BBC-9F60-2FAFA2B78B03}" type="doc">
      <dgm:prSet loTypeId="urn:microsoft.com/office/officeart/2005/8/layout/vList2" loCatId="list" qsTypeId="urn:microsoft.com/office/officeart/2005/8/quickstyle/simple2" qsCatId="simple" csTypeId="urn:microsoft.com/office/officeart/2005/8/colors/accent0_3" csCatId="mainScheme"/>
      <dgm:spPr/>
      <dgm:t>
        <a:bodyPr/>
        <a:lstStyle/>
        <a:p>
          <a:endParaRPr lang="en-US"/>
        </a:p>
      </dgm:t>
    </dgm:pt>
    <dgm:pt modelId="{411D9219-C39F-4788-ABD8-80FEBD60EDC4}">
      <dgm:prSet/>
      <dgm:spPr/>
      <dgm:t>
        <a:bodyPr/>
        <a:lstStyle/>
        <a:p>
          <a:r>
            <a:rPr lang="en-US" b="1"/>
            <a:t>Optimal Solution </a:t>
          </a:r>
          <a:r>
            <a:rPr lang="en-US"/>
            <a:t>: If heuristic is admissible (never overestimates), A* gives the shortest path</a:t>
          </a:r>
        </a:p>
      </dgm:t>
    </dgm:pt>
    <dgm:pt modelId="{6C91C769-367A-4DD9-AF10-F90D494BD9D0}" type="parTrans" cxnId="{7E93513B-1FC0-4605-8C55-DBB78A06C354}">
      <dgm:prSet/>
      <dgm:spPr/>
      <dgm:t>
        <a:bodyPr/>
        <a:lstStyle/>
        <a:p>
          <a:endParaRPr lang="en-US"/>
        </a:p>
      </dgm:t>
    </dgm:pt>
    <dgm:pt modelId="{09DBF1E6-54A7-4BF4-A69E-3FD79229761B}" type="sibTrans" cxnId="{7E93513B-1FC0-4605-8C55-DBB78A06C354}">
      <dgm:prSet/>
      <dgm:spPr/>
      <dgm:t>
        <a:bodyPr/>
        <a:lstStyle/>
        <a:p>
          <a:endParaRPr lang="en-US"/>
        </a:p>
      </dgm:t>
    </dgm:pt>
    <dgm:pt modelId="{93E897E2-7115-418F-861B-9F979304849E}">
      <dgm:prSet/>
      <dgm:spPr/>
      <dgm:t>
        <a:bodyPr/>
        <a:lstStyle/>
        <a:p>
          <a:r>
            <a:rPr lang="en-US" b="1"/>
            <a:t>Better than Greedy Search </a:t>
          </a:r>
          <a:r>
            <a:rPr lang="en-US"/>
            <a:t>: Greedy uses only </a:t>
          </a:r>
          <a:r>
            <a:rPr lang="en-US" b="1"/>
            <a:t>h(n)</a:t>
          </a:r>
          <a:r>
            <a:rPr lang="en-US"/>
            <a:t> → can give wrong path</a:t>
          </a:r>
        </a:p>
      </dgm:t>
    </dgm:pt>
    <dgm:pt modelId="{ABFA727F-B899-4040-B854-4BFDB2224FCB}" type="parTrans" cxnId="{F3020199-E30A-4793-8FA6-D10756F3FBB0}">
      <dgm:prSet/>
      <dgm:spPr/>
      <dgm:t>
        <a:bodyPr/>
        <a:lstStyle/>
        <a:p>
          <a:endParaRPr lang="en-US"/>
        </a:p>
      </dgm:t>
    </dgm:pt>
    <dgm:pt modelId="{4BAAEF26-897F-40A3-86CE-A6ACEB268E05}" type="sibTrans" cxnId="{F3020199-E30A-4793-8FA6-D10756F3FBB0}">
      <dgm:prSet/>
      <dgm:spPr/>
      <dgm:t>
        <a:bodyPr/>
        <a:lstStyle/>
        <a:p>
          <a:endParaRPr lang="en-US"/>
        </a:p>
      </dgm:t>
    </dgm:pt>
    <dgm:pt modelId="{2A1E1753-4EC4-459B-8888-DF7BDFC2987C}">
      <dgm:prSet/>
      <dgm:spPr/>
      <dgm:t>
        <a:bodyPr/>
        <a:lstStyle/>
        <a:p>
          <a:r>
            <a:rPr lang="en-US" b="1"/>
            <a:t>More Efficient than Dijkstra </a:t>
          </a:r>
          <a:r>
            <a:rPr lang="en-US"/>
            <a:t>: Uses h(n) to guide search</a:t>
          </a:r>
        </a:p>
      </dgm:t>
    </dgm:pt>
    <dgm:pt modelId="{4633AE12-8230-47B3-BD79-92B61D209442}" type="parTrans" cxnId="{DAF53294-E163-43DB-9C39-200AEDAA551C}">
      <dgm:prSet/>
      <dgm:spPr/>
      <dgm:t>
        <a:bodyPr/>
        <a:lstStyle/>
        <a:p>
          <a:endParaRPr lang="en-US"/>
        </a:p>
      </dgm:t>
    </dgm:pt>
    <dgm:pt modelId="{0CDC8EBD-F672-4ED6-AFA6-267F42895858}" type="sibTrans" cxnId="{DAF53294-E163-43DB-9C39-200AEDAA551C}">
      <dgm:prSet/>
      <dgm:spPr/>
      <dgm:t>
        <a:bodyPr/>
        <a:lstStyle/>
        <a:p>
          <a:endParaRPr lang="en-US"/>
        </a:p>
      </dgm:t>
    </dgm:pt>
    <dgm:pt modelId="{3CDD2908-0ADE-4983-99D5-0D37D4D36FD3}">
      <dgm:prSet/>
      <dgm:spPr/>
      <dgm:t>
        <a:bodyPr/>
        <a:lstStyle/>
        <a:p>
          <a:r>
            <a:rPr lang="en-US"/>
            <a:t>Doesn’t explore useless nodes</a:t>
          </a:r>
        </a:p>
      </dgm:t>
    </dgm:pt>
    <dgm:pt modelId="{90DC9E3A-F8A7-44B7-A54B-B6A4FFF8CC2E}" type="parTrans" cxnId="{04A2C295-33C5-4C08-BC3B-1AD409D82736}">
      <dgm:prSet/>
      <dgm:spPr/>
      <dgm:t>
        <a:bodyPr/>
        <a:lstStyle/>
        <a:p>
          <a:endParaRPr lang="en-US"/>
        </a:p>
      </dgm:t>
    </dgm:pt>
    <dgm:pt modelId="{BC8911B4-56B2-40A0-8D4F-0172F1C999AF}" type="sibTrans" cxnId="{04A2C295-33C5-4C08-BC3B-1AD409D82736}">
      <dgm:prSet/>
      <dgm:spPr/>
      <dgm:t>
        <a:bodyPr/>
        <a:lstStyle/>
        <a:p>
          <a:endParaRPr lang="en-US"/>
        </a:p>
      </dgm:t>
    </dgm:pt>
    <dgm:pt modelId="{1A541325-8C4A-405A-8CC0-0F52C0A7C70D}" type="pres">
      <dgm:prSet presAssocID="{B93A1596-85D7-4BBC-9F60-2FAFA2B78B03}" presName="linear" presStyleCnt="0">
        <dgm:presLayoutVars>
          <dgm:animLvl val="lvl"/>
          <dgm:resizeHandles val="exact"/>
        </dgm:presLayoutVars>
      </dgm:prSet>
      <dgm:spPr/>
    </dgm:pt>
    <dgm:pt modelId="{551560FA-95A8-4D9B-9439-32D65B168AD8}" type="pres">
      <dgm:prSet presAssocID="{411D9219-C39F-4788-ABD8-80FEBD60EDC4}" presName="parentText" presStyleLbl="node1" presStyleIdx="0" presStyleCnt="4">
        <dgm:presLayoutVars>
          <dgm:chMax val="0"/>
          <dgm:bulletEnabled val="1"/>
        </dgm:presLayoutVars>
      </dgm:prSet>
      <dgm:spPr/>
    </dgm:pt>
    <dgm:pt modelId="{DE99103A-645F-4088-88A2-AACA1215CE07}" type="pres">
      <dgm:prSet presAssocID="{09DBF1E6-54A7-4BF4-A69E-3FD79229761B}" presName="spacer" presStyleCnt="0"/>
      <dgm:spPr/>
    </dgm:pt>
    <dgm:pt modelId="{B9E2D05D-0686-416A-8A0A-4152F7C0C172}" type="pres">
      <dgm:prSet presAssocID="{93E897E2-7115-418F-861B-9F979304849E}" presName="parentText" presStyleLbl="node1" presStyleIdx="1" presStyleCnt="4">
        <dgm:presLayoutVars>
          <dgm:chMax val="0"/>
          <dgm:bulletEnabled val="1"/>
        </dgm:presLayoutVars>
      </dgm:prSet>
      <dgm:spPr/>
    </dgm:pt>
    <dgm:pt modelId="{64F91F6A-F83F-4302-B3D2-27FD906DB90E}" type="pres">
      <dgm:prSet presAssocID="{4BAAEF26-897F-40A3-86CE-A6ACEB268E05}" presName="spacer" presStyleCnt="0"/>
      <dgm:spPr/>
    </dgm:pt>
    <dgm:pt modelId="{FD5C1A37-37CF-454A-A7EB-199560C46285}" type="pres">
      <dgm:prSet presAssocID="{2A1E1753-4EC4-459B-8888-DF7BDFC2987C}" presName="parentText" presStyleLbl="node1" presStyleIdx="2" presStyleCnt="4">
        <dgm:presLayoutVars>
          <dgm:chMax val="0"/>
          <dgm:bulletEnabled val="1"/>
        </dgm:presLayoutVars>
      </dgm:prSet>
      <dgm:spPr/>
    </dgm:pt>
    <dgm:pt modelId="{2CF5F5CF-2B09-4D91-96C6-C5C0B932A07B}" type="pres">
      <dgm:prSet presAssocID="{0CDC8EBD-F672-4ED6-AFA6-267F42895858}" presName="spacer" presStyleCnt="0"/>
      <dgm:spPr/>
    </dgm:pt>
    <dgm:pt modelId="{51EE044C-4996-4FB9-9168-CAA3D6FE119A}" type="pres">
      <dgm:prSet presAssocID="{3CDD2908-0ADE-4983-99D5-0D37D4D36FD3}" presName="parentText" presStyleLbl="node1" presStyleIdx="3" presStyleCnt="4">
        <dgm:presLayoutVars>
          <dgm:chMax val="0"/>
          <dgm:bulletEnabled val="1"/>
        </dgm:presLayoutVars>
      </dgm:prSet>
      <dgm:spPr/>
    </dgm:pt>
  </dgm:ptLst>
  <dgm:cxnLst>
    <dgm:cxn modelId="{7E93513B-1FC0-4605-8C55-DBB78A06C354}" srcId="{B93A1596-85D7-4BBC-9F60-2FAFA2B78B03}" destId="{411D9219-C39F-4788-ABD8-80FEBD60EDC4}" srcOrd="0" destOrd="0" parTransId="{6C91C769-367A-4DD9-AF10-F90D494BD9D0}" sibTransId="{09DBF1E6-54A7-4BF4-A69E-3FD79229761B}"/>
    <dgm:cxn modelId="{CDDBD741-46D0-44C5-9F16-F261650FA842}" type="presOf" srcId="{3CDD2908-0ADE-4983-99D5-0D37D4D36FD3}" destId="{51EE044C-4996-4FB9-9168-CAA3D6FE119A}" srcOrd="0" destOrd="0" presId="urn:microsoft.com/office/officeart/2005/8/layout/vList2"/>
    <dgm:cxn modelId="{0F24A884-C43A-4A67-86EF-0B3D5668AA69}" type="presOf" srcId="{411D9219-C39F-4788-ABD8-80FEBD60EDC4}" destId="{551560FA-95A8-4D9B-9439-32D65B168AD8}" srcOrd="0" destOrd="0" presId="urn:microsoft.com/office/officeart/2005/8/layout/vList2"/>
    <dgm:cxn modelId="{DAF53294-E163-43DB-9C39-200AEDAA551C}" srcId="{B93A1596-85D7-4BBC-9F60-2FAFA2B78B03}" destId="{2A1E1753-4EC4-459B-8888-DF7BDFC2987C}" srcOrd="2" destOrd="0" parTransId="{4633AE12-8230-47B3-BD79-92B61D209442}" sibTransId="{0CDC8EBD-F672-4ED6-AFA6-267F42895858}"/>
    <dgm:cxn modelId="{04A2C295-33C5-4C08-BC3B-1AD409D82736}" srcId="{B93A1596-85D7-4BBC-9F60-2FAFA2B78B03}" destId="{3CDD2908-0ADE-4983-99D5-0D37D4D36FD3}" srcOrd="3" destOrd="0" parTransId="{90DC9E3A-F8A7-44B7-A54B-B6A4FFF8CC2E}" sibTransId="{BC8911B4-56B2-40A0-8D4F-0172F1C999AF}"/>
    <dgm:cxn modelId="{F3020199-E30A-4793-8FA6-D10756F3FBB0}" srcId="{B93A1596-85D7-4BBC-9F60-2FAFA2B78B03}" destId="{93E897E2-7115-418F-861B-9F979304849E}" srcOrd="1" destOrd="0" parTransId="{ABFA727F-B899-4040-B854-4BFDB2224FCB}" sibTransId="{4BAAEF26-897F-40A3-86CE-A6ACEB268E05}"/>
    <dgm:cxn modelId="{FA1D24BC-D819-466C-AB41-C168DF5E30C9}" type="presOf" srcId="{2A1E1753-4EC4-459B-8888-DF7BDFC2987C}" destId="{FD5C1A37-37CF-454A-A7EB-199560C46285}" srcOrd="0" destOrd="0" presId="urn:microsoft.com/office/officeart/2005/8/layout/vList2"/>
    <dgm:cxn modelId="{14A603E3-DEDF-4D91-9019-8E0C9A283641}" type="presOf" srcId="{93E897E2-7115-418F-861B-9F979304849E}" destId="{B9E2D05D-0686-416A-8A0A-4152F7C0C172}" srcOrd="0" destOrd="0" presId="urn:microsoft.com/office/officeart/2005/8/layout/vList2"/>
    <dgm:cxn modelId="{918EDDE3-4E49-4147-8C41-6234B2148DE8}" type="presOf" srcId="{B93A1596-85D7-4BBC-9F60-2FAFA2B78B03}" destId="{1A541325-8C4A-405A-8CC0-0F52C0A7C70D}" srcOrd="0" destOrd="0" presId="urn:microsoft.com/office/officeart/2005/8/layout/vList2"/>
    <dgm:cxn modelId="{23A4EA50-F82C-4A35-813E-596C3548E0D1}" type="presParOf" srcId="{1A541325-8C4A-405A-8CC0-0F52C0A7C70D}" destId="{551560FA-95A8-4D9B-9439-32D65B168AD8}" srcOrd="0" destOrd="0" presId="urn:microsoft.com/office/officeart/2005/8/layout/vList2"/>
    <dgm:cxn modelId="{B76D6110-D864-477D-8011-155D3275EDBE}" type="presParOf" srcId="{1A541325-8C4A-405A-8CC0-0F52C0A7C70D}" destId="{DE99103A-645F-4088-88A2-AACA1215CE07}" srcOrd="1" destOrd="0" presId="urn:microsoft.com/office/officeart/2005/8/layout/vList2"/>
    <dgm:cxn modelId="{E42D99A6-CE97-4B7A-BFD7-25F036BE3CB9}" type="presParOf" srcId="{1A541325-8C4A-405A-8CC0-0F52C0A7C70D}" destId="{B9E2D05D-0686-416A-8A0A-4152F7C0C172}" srcOrd="2" destOrd="0" presId="urn:microsoft.com/office/officeart/2005/8/layout/vList2"/>
    <dgm:cxn modelId="{51F1B3D3-00FC-45E3-A070-02C4716BD379}" type="presParOf" srcId="{1A541325-8C4A-405A-8CC0-0F52C0A7C70D}" destId="{64F91F6A-F83F-4302-B3D2-27FD906DB90E}" srcOrd="3" destOrd="0" presId="urn:microsoft.com/office/officeart/2005/8/layout/vList2"/>
    <dgm:cxn modelId="{423765F8-2024-48F2-8FE0-75BF7AB325C1}" type="presParOf" srcId="{1A541325-8C4A-405A-8CC0-0F52C0A7C70D}" destId="{FD5C1A37-37CF-454A-A7EB-199560C46285}" srcOrd="4" destOrd="0" presId="urn:microsoft.com/office/officeart/2005/8/layout/vList2"/>
    <dgm:cxn modelId="{DD4C2BF0-C3BE-4685-8691-FB68D92986C9}" type="presParOf" srcId="{1A541325-8C4A-405A-8CC0-0F52C0A7C70D}" destId="{2CF5F5CF-2B09-4D91-96C6-C5C0B932A07B}" srcOrd="5" destOrd="0" presId="urn:microsoft.com/office/officeart/2005/8/layout/vList2"/>
    <dgm:cxn modelId="{38D203CF-87B6-4876-84C2-A9FA363BBC20}" type="presParOf" srcId="{1A541325-8C4A-405A-8CC0-0F52C0A7C70D}" destId="{51EE044C-4996-4FB9-9168-CAA3D6FE119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8811A0D-09AB-4096-8E0C-D1EDD9AE54CC}" type="doc">
      <dgm:prSet loTypeId="urn:microsoft.com/office/officeart/2005/8/layout/vList2" loCatId="list" qsTypeId="urn:microsoft.com/office/officeart/2005/8/quickstyle/simple1" qsCatId="simple" csTypeId="urn:microsoft.com/office/officeart/2005/8/colors/accent1_4" csCatId="accent1"/>
      <dgm:spPr/>
      <dgm:t>
        <a:bodyPr/>
        <a:lstStyle/>
        <a:p>
          <a:endParaRPr lang="en-US"/>
        </a:p>
      </dgm:t>
    </dgm:pt>
    <dgm:pt modelId="{D90101C9-1776-4BDD-B5CD-6B3ADABB691A}">
      <dgm:prSet/>
      <dgm:spPr/>
      <dgm:t>
        <a:bodyPr/>
        <a:lstStyle/>
        <a:p>
          <a:r>
            <a:rPr lang="en-US" b="1" dirty="0"/>
            <a:t>High Memory Usage (Big Problem) : </a:t>
          </a:r>
          <a:r>
            <a:rPr lang="en-US" dirty="0"/>
            <a:t>Stores all nodes in OPEN and CLOSED lists</a:t>
          </a:r>
        </a:p>
      </dgm:t>
    </dgm:pt>
    <dgm:pt modelId="{35655163-E618-4B0A-B12A-DFC3756F8450}" type="parTrans" cxnId="{25906257-84AB-4E87-BF24-3CCDA03608CB}">
      <dgm:prSet/>
      <dgm:spPr/>
      <dgm:t>
        <a:bodyPr/>
        <a:lstStyle/>
        <a:p>
          <a:endParaRPr lang="en-US"/>
        </a:p>
      </dgm:t>
    </dgm:pt>
    <dgm:pt modelId="{27579222-07A0-49F9-946E-747E5EF4092E}" type="sibTrans" cxnId="{25906257-84AB-4E87-BF24-3CCDA03608CB}">
      <dgm:prSet/>
      <dgm:spPr/>
      <dgm:t>
        <a:bodyPr/>
        <a:lstStyle/>
        <a:p>
          <a:endParaRPr lang="en-US"/>
        </a:p>
      </dgm:t>
    </dgm:pt>
    <dgm:pt modelId="{676E8FBC-59F7-47FD-947D-85250ACE1D4A}">
      <dgm:prSet/>
      <dgm:spPr/>
      <dgm:t>
        <a:bodyPr/>
        <a:lstStyle/>
        <a:p>
          <a:r>
            <a:rPr lang="en-US"/>
            <a:t>For large graphs → memory explodes</a:t>
          </a:r>
        </a:p>
      </dgm:t>
    </dgm:pt>
    <dgm:pt modelId="{157FBF88-FCE8-407E-8638-F7ABC2B9AA2C}" type="parTrans" cxnId="{155F5D63-636B-45FA-A908-482BD52AEC14}">
      <dgm:prSet/>
      <dgm:spPr/>
      <dgm:t>
        <a:bodyPr/>
        <a:lstStyle/>
        <a:p>
          <a:endParaRPr lang="en-US"/>
        </a:p>
      </dgm:t>
    </dgm:pt>
    <dgm:pt modelId="{FD210636-38BC-4CA2-BE4E-062D130CB2E8}" type="sibTrans" cxnId="{155F5D63-636B-45FA-A908-482BD52AEC14}">
      <dgm:prSet/>
      <dgm:spPr/>
      <dgm:t>
        <a:bodyPr/>
        <a:lstStyle/>
        <a:p>
          <a:endParaRPr lang="en-US"/>
        </a:p>
      </dgm:t>
    </dgm:pt>
    <dgm:pt modelId="{B9C38CA4-58E0-45EB-8910-FF2F641AEFA5}">
      <dgm:prSet/>
      <dgm:spPr/>
      <dgm:t>
        <a:bodyPr/>
        <a:lstStyle/>
        <a:p>
          <a:r>
            <a:rPr lang="en-US"/>
            <a:t>This is the </a:t>
          </a:r>
          <a:r>
            <a:rPr lang="en-US" b="1"/>
            <a:t>main weakness</a:t>
          </a:r>
          <a:r>
            <a:rPr lang="en-US"/>
            <a:t>, not optional</a:t>
          </a:r>
        </a:p>
      </dgm:t>
    </dgm:pt>
    <dgm:pt modelId="{100E59B2-EB34-49E4-A52E-B309E7721ECB}" type="parTrans" cxnId="{4C1887D8-6DCD-4559-8B59-88B3F192E6BB}">
      <dgm:prSet/>
      <dgm:spPr/>
      <dgm:t>
        <a:bodyPr/>
        <a:lstStyle/>
        <a:p>
          <a:endParaRPr lang="en-US"/>
        </a:p>
      </dgm:t>
    </dgm:pt>
    <dgm:pt modelId="{97BE7DA9-F066-4F87-B63D-F805853D9996}" type="sibTrans" cxnId="{4C1887D8-6DCD-4559-8B59-88B3F192E6BB}">
      <dgm:prSet/>
      <dgm:spPr/>
      <dgm:t>
        <a:bodyPr/>
        <a:lstStyle/>
        <a:p>
          <a:endParaRPr lang="en-US"/>
        </a:p>
      </dgm:t>
    </dgm:pt>
    <dgm:pt modelId="{53C38ADA-9B11-470C-B4E8-ACCFB6F7E291}">
      <dgm:prSet/>
      <dgm:spPr/>
      <dgm:t>
        <a:bodyPr/>
        <a:lstStyle/>
        <a:p>
          <a:r>
            <a:rPr lang="en-US" b="1"/>
            <a:t>Time Complexity Can Still Be High  </a:t>
          </a:r>
          <a:r>
            <a:rPr lang="en-US"/>
            <a:t>: Worst case: explores almost all nodes</a:t>
          </a:r>
        </a:p>
      </dgm:t>
    </dgm:pt>
    <dgm:pt modelId="{7314D44A-6AF2-4144-A734-0B0432752FF5}" type="parTrans" cxnId="{BB9E870E-F161-4DBD-AC7E-37D0CC01DD29}">
      <dgm:prSet/>
      <dgm:spPr/>
      <dgm:t>
        <a:bodyPr/>
        <a:lstStyle/>
        <a:p>
          <a:endParaRPr lang="en-US"/>
        </a:p>
      </dgm:t>
    </dgm:pt>
    <dgm:pt modelId="{2F118EB4-50F7-4F30-91CC-818D0FDFEA7F}" type="sibTrans" cxnId="{BB9E870E-F161-4DBD-AC7E-37D0CC01DD29}">
      <dgm:prSet/>
      <dgm:spPr/>
      <dgm:t>
        <a:bodyPr/>
        <a:lstStyle/>
        <a:p>
          <a:endParaRPr lang="en-US"/>
        </a:p>
      </dgm:t>
    </dgm:pt>
    <dgm:pt modelId="{CE16CEA7-8C67-4427-B1D6-73050B46DD3F}" type="pres">
      <dgm:prSet presAssocID="{38811A0D-09AB-4096-8E0C-D1EDD9AE54CC}" presName="linear" presStyleCnt="0">
        <dgm:presLayoutVars>
          <dgm:animLvl val="lvl"/>
          <dgm:resizeHandles val="exact"/>
        </dgm:presLayoutVars>
      </dgm:prSet>
      <dgm:spPr/>
    </dgm:pt>
    <dgm:pt modelId="{6D8CF54B-8CFF-4A80-A6A9-0C7CCE4B0350}" type="pres">
      <dgm:prSet presAssocID="{D90101C9-1776-4BDD-B5CD-6B3ADABB691A}" presName="parentText" presStyleLbl="node1" presStyleIdx="0" presStyleCnt="4">
        <dgm:presLayoutVars>
          <dgm:chMax val="0"/>
          <dgm:bulletEnabled val="1"/>
        </dgm:presLayoutVars>
      </dgm:prSet>
      <dgm:spPr/>
    </dgm:pt>
    <dgm:pt modelId="{2A18F330-9E4B-41B6-AE5D-3AA5B01F3ECB}" type="pres">
      <dgm:prSet presAssocID="{27579222-07A0-49F9-946E-747E5EF4092E}" presName="spacer" presStyleCnt="0"/>
      <dgm:spPr/>
    </dgm:pt>
    <dgm:pt modelId="{C5AC3DA7-E8BC-498B-BDE5-02060765BE77}" type="pres">
      <dgm:prSet presAssocID="{676E8FBC-59F7-47FD-947D-85250ACE1D4A}" presName="parentText" presStyleLbl="node1" presStyleIdx="1" presStyleCnt="4">
        <dgm:presLayoutVars>
          <dgm:chMax val="0"/>
          <dgm:bulletEnabled val="1"/>
        </dgm:presLayoutVars>
      </dgm:prSet>
      <dgm:spPr/>
    </dgm:pt>
    <dgm:pt modelId="{61BBEC7B-D097-4D07-809A-D8A657762073}" type="pres">
      <dgm:prSet presAssocID="{FD210636-38BC-4CA2-BE4E-062D130CB2E8}" presName="spacer" presStyleCnt="0"/>
      <dgm:spPr/>
    </dgm:pt>
    <dgm:pt modelId="{F9A31BAA-F5FE-4770-938D-F4A507A2B942}" type="pres">
      <dgm:prSet presAssocID="{B9C38CA4-58E0-45EB-8910-FF2F641AEFA5}" presName="parentText" presStyleLbl="node1" presStyleIdx="2" presStyleCnt="4">
        <dgm:presLayoutVars>
          <dgm:chMax val="0"/>
          <dgm:bulletEnabled val="1"/>
        </dgm:presLayoutVars>
      </dgm:prSet>
      <dgm:spPr/>
    </dgm:pt>
    <dgm:pt modelId="{D492747D-8679-4040-8087-DFD074E58165}" type="pres">
      <dgm:prSet presAssocID="{97BE7DA9-F066-4F87-B63D-F805853D9996}" presName="spacer" presStyleCnt="0"/>
      <dgm:spPr/>
    </dgm:pt>
    <dgm:pt modelId="{DB1E75A7-251F-419F-9B48-E0B726B3B003}" type="pres">
      <dgm:prSet presAssocID="{53C38ADA-9B11-470C-B4E8-ACCFB6F7E291}" presName="parentText" presStyleLbl="node1" presStyleIdx="3" presStyleCnt="4">
        <dgm:presLayoutVars>
          <dgm:chMax val="0"/>
          <dgm:bulletEnabled val="1"/>
        </dgm:presLayoutVars>
      </dgm:prSet>
      <dgm:spPr/>
    </dgm:pt>
  </dgm:ptLst>
  <dgm:cxnLst>
    <dgm:cxn modelId="{BB9E870E-F161-4DBD-AC7E-37D0CC01DD29}" srcId="{38811A0D-09AB-4096-8E0C-D1EDD9AE54CC}" destId="{53C38ADA-9B11-470C-B4E8-ACCFB6F7E291}" srcOrd="3" destOrd="0" parTransId="{7314D44A-6AF2-4144-A734-0B0432752FF5}" sibTransId="{2F118EB4-50F7-4F30-91CC-818D0FDFEA7F}"/>
    <dgm:cxn modelId="{E15C8742-6AD3-4F81-908C-9C107C687202}" type="presOf" srcId="{53C38ADA-9B11-470C-B4E8-ACCFB6F7E291}" destId="{DB1E75A7-251F-419F-9B48-E0B726B3B003}" srcOrd="0" destOrd="0" presId="urn:microsoft.com/office/officeart/2005/8/layout/vList2"/>
    <dgm:cxn modelId="{155F5D63-636B-45FA-A908-482BD52AEC14}" srcId="{38811A0D-09AB-4096-8E0C-D1EDD9AE54CC}" destId="{676E8FBC-59F7-47FD-947D-85250ACE1D4A}" srcOrd="1" destOrd="0" parTransId="{157FBF88-FCE8-407E-8638-F7ABC2B9AA2C}" sibTransId="{FD210636-38BC-4CA2-BE4E-062D130CB2E8}"/>
    <dgm:cxn modelId="{BBDF8C6A-6980-41C4-AE1B-1B97D026604E}" type="presOf" srcId="{676E8FBC-59F7-47FD-947D-85250ACE1D4A}" destId="{C5AC3DA7-E8BC-498B-BDE5-02060765BE77}" srcOrd="0" destOrd="0" presId="urn:microsoft.com/office/officeart/2005/8/layout/vList2"/>
    <dgm:cxn modelId="{25906257-84AB-4E87-BF24-3CCDA03608CB}" srcId="{38811A0D-09AB-4096-8E0C-D1EDD9AE54CC}" destId="{D90101C9-1776-4BDD-B5CD-6B3ADABB691A}" srcOrd="0" destOrd="0" parTransId="{35655163-E618-4B0A-B12A-DFC3756F8450}" sibTransId="{27579222-07A0-49F9-946E-747E5EF4092E}"/>
    <dgm:cxn modelId="{F313FF83-97CE-4EB3-B699-CB9CBEEB2DDC}" type="presOf" srcId="{38811A0D-09AB-4096-8E0C-D1EDD9AE54CC}" destId="{CE16CEA7-8C67-4427-B1D6-73050B46DD3F}" srcOrd="0" destOrd="0" presId="urn:microsoft.com/office/officeart/2005/8/layout/vList2"/>
    <dgm:cxn modelId="{C52FE09C-6278-4820-AF90-7686F28D8700}" type="presOf" srcId="{D90101C9-1776-4BDD-B5CD-6B3ADABB691A}" destId="{6D8CF54B-8CFF-4A80-A6A9-0C7CCE4B0350}" srcOrd="0" destOrd="0" presId="urn:microsoft.com/office/officeart/2005/8/layout/vList2"/>
    <dgm:cxn modelId="{4C1887D8-6DCD-4559-8B59-88B3F192E6BB}" srcId="{38811A0D-09AB-4096-8E0C-D1EDD9AE54CC}" destId="{B9C38CA4-58E0-45EB-8910-FF2F641AEFA5}" srcOrd="2" destOrd="0" parTransId="{100E59B2-EB34-49E4-A52E-B309E7721ECB}" sibTransId="{97BE7DA9-F066-4F87-B63D-F805853D9996}"/>
    <dgm:cxn modelId="{6557B5F9-3F93-4295-8295-9804EF9C1DC2}" type="presOf" srcId="{B9C38CA4-58E0-45EB-8910-FF2F641AEFA5}" destId="{F9A31BAA-F5FE-4770-938D-F4A507A2B942}" srcOrd="0" destOrd="0" presId="urn:microsoft.com/office/officeart/2005/8/layout/vList2"/>
    <dgm:cxn modelId="{4CEFFE07-B69A-4AA6-86A2-DF4992AD945C}" type="presParOf" srcId="{CE16CEA7-8C67-4427-B1D6-73050B46DD3F}" destId="{6D8CF54B-8CFF-4A80-A6A9-0C7CCE4B0350}" srcOrd="0" destOrd="0" presId="urn:microsoft.com/office/officeart/2005/8/layout/vList2"/>
    <dgm:cxn modelId="{3007A004-8072-42A6-A7F9-8BF94508210B}" type="presParOf" srcId="{CE16CEA7-8C67-4427-B1D6-73050B46DD3F}" destId="{2A18F330-9E4B-41B6-AE5D-3AA5B01F3ECB}" srcOrd="1" destOrd="0" presId="urn:microsoft.com/office/officeart/2005/8/layout/vList2"/>
    <dgm:cxn modelId="{36D8CC4F-2131-4C55-AEAC-1F2129C30088}" type="presParOf" srcId="{CE16CEA7-8C67-4427-B1D6-73050B46DD3F}" destId="{C5AC3DA7-E8BC-498B-BDE5-02060765BE77}" srcOrd="2" destOrd="0" presId="urn:microsoft.com/office/officeart/2005/8/layout/vList2"/>
    <dgm:cxn modelId="{7CE1DF8B-9B91-4171-851D-D7B761010307}" type="presParOf" srcId="{CE16CEA7-8C67-4427-B1D6-73050B46DD3F}" destId="{61BBEC7B-D097-4D07-809A-D8A657762073}" srcOrd="3" destOrd="0" presId="urn:microsoft.com/office/officeart/2005/8/layout/vList2"/>
    <dgm:cxn modelId="{89CF6D04-ABF6-40AE-BF3C-8E88EAA05E8E}" type="presParOf" srcId="{CE16CEA7-8C67-4427-B1D6-73050B46DD3F}" destId="{F9A31BAA-F5FE-4770-938D-F4A507A2B942}" srcOrd="4" destOrd="0" presId="urn:microsoft.com/office/officeart/2005/8/layout/vList2"/>
    <dgm:cxn modelId="{FC6CD9EE-D1F5-4EBF-99F8-AD6F92CE0A1B}" type="presParOf" srcId="{CE16CEA7-8C67-4427-B1D6-73050B46DD3F}" destId="{D492747D-8679-4040-8087-DFD074E58165}" srcOrd="5" destOrd="0" presId="urn:microsoft.com/office/officeart/2005/8/layout/vList2"/>
    <dgm:cxn modelId="{59D69050-5890-4D9B-8D3F-72D38EE9B70B}" type="presParOf" srcId="{CE16CEA7-8C67-4427-B1D6-73050B46DD3F}" destId="{DB1E75A7-251F-419F-9B48-E0B726B3B00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6C6278C-7375-4FBE-ADA5-60AD3E23DE0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32D98AE-80E8-45F3-8B42-E0E32088C154}">
      <dgm:prSet/>
      <dgm:spPr/>
      <dgm:t>
        <a:bodyPr/>
        <a:lstStyle/>
        <a:p>
          <a:pPr>
            <a:defRPr cap="all"/>
          </a:pPr>
          <a:r>
            <a:rPr lang="en-US" b="1"/>
            <a:t>Use GBFS when :</a:t>
          </a:r>
          <a:r>
            <a:rPr lang="en-US"/>
            <a:t> You need a solution </a:t>
          </a:r>
          <a:r>
            <a:rPr lang="en-US" b="1"/>
            <a:t>immediately</a:t>
          </a:r>
          <a:r>
            <a:rPr lang="en-US"/>
            <a:t> and you don't care if it's the absolute shortest path. It is ideal for massive maps where calculating the perfect path would take too much time (e.g., simple AI in a video game).</a:t>
          </a:r>
        </a:p>
      </dgm:t>
    </dgm:pt>
    <dgm:pt modelId="{474D5707-AB47-4B86-BF6E-BF1F5BFB188E}" type="parTrans" cxnId="{E9F7DD3A-CEB5-4499-9689-3A860197D8CE}">
      <dgm:prSet/>
      <dgm:spPr/>
      <dgm:t>
        <a:bodyPr/>
        <a:lstStyle/>
        <a:p>
          <a:endParaRPr lang="en-US"/>
        </a:p>
      </dgm:t>
    </dgm:pt>
    <dgm:pt modelId="{D2A3FF09-8E48-47D0-94E1-4B1F56A59890}" type="sibTrans" cxnId="{E9F7DD3A-CEB5-4499-9689-3A860197D8CE}">
      <dgm:prSet/>
      <dgm:spPr/>
      <dgm:t>
        <a:bodyPr/>
        <a:lstStyle/>
        <a:p>
          <a:endParaRPr lang="en-US"/>
        </a:p>
      </dgm:t>
    </dgm:pt>
    <dgm:pt modelId="{DB850CB7-D217-45C6-88AD-259635E58361}">
      <dgm:prSet/>
      <dgm:spPr/>
      <dgm:t>
        <a:bodyPr/>
        <a:lstStyle/>
        <a:p>
          <a:pPr>
            <a:defRPr cap="all"/>
          </a:pPr>
          <a:r>
            <a:rPr lang="en-US" b="1" i="1"/>
            <a:t>Use A* Search when</a:t>
          </a:r>
          <a:r>
            <a:rPr lang="en-US" i="1"/>
            <a:t>:</a:t>
          </a:r>
          <a:r>
            <a:rPr lang="en-US"/>
            <a:t> The </a:t>
          </a:r>
          <a:r>
            <a:rPr lang="en-US" b="1"/>
            <a:t>cost matters</a:t>
          </a:r>
          <a:r>
            <a:rPr lang="en-US"/>
            <a:t>. If you are building a GPS (Google Maps) or a logistics system where saving fuel/time is the priority, A* is the only choice because it ensures you never take a sub-optimal route.</a:t>
          </a:r>
        </a:p>
      </dgm:t>
    </dgm:pt>
    <dgm:pt modelId="{910D6D76-8F2F-4D24-9491-2A2C2C6ABAAD}" type="parTrans" cxnId="{E4F1AD5C-6471-4D7B-916D-320BD2EA434C}">
      <dgm:prSet/>
      <dgm:spPr/>
      <dgm:t>
        <a:bodyPr/>
        <a:lstStyle/>
        <a:p>
          <a:endParaRPr lang="en-US"/>
        </a:p>
      </dgm:t>
    </dgm:pt>
    <dgm:pt modelId="{30141A5B-5E8C-427F-B7D8-94BBBAEB71A5}" type="sibTrans" cxnId="{E4F1AD5C-6471-4D7B-916D-320BD2EA434C}">
      <dgm:prSet/>
      <dgm:spPr/>
      <dgm:t>
        <a:bodyPr/>
        <a:lstStyle/>
        <a:p>
          <a:endParaRPr lang="en-US"/>
        </a:p>
      </dgm:t>
    </dgm:pt>
    <dgm:pt modelId="{B19F850E-D2BE-4820-B2B9-4BECA0A06EA5}" type="pres">
      <dgm:prSet presAssocID="{56C6278C-7375-4FBE-ADA5-60AD3E23DE0A}" presName="root" presStyleCnt="0">
        <dgm:presLayoutVars>
          <dgm:dir/>
          <dgm:resizeHandles val="exact"/>
        </dgm:presLayoutVars>
      </dgm:prSet>
      <dgm:spPr/>
    </dgm:pt>
    <dgm:pt modelId="{87D61F55-8CCE-4FC6-BA58-3F8816B71708}" type="pres">
      <dgm:prSet presAssocID="{D32D98AE-80E8-45F3-8B42-E0E32088C154}" presName="compNode" presStyleCnt="0"/>
      <dgm:spPr/>
    </dgm:pt>
    <dgm:pt modelId="{AE5FDFF1-A111-4B44-9564-86AE8499F4AB}" type="pres">
      <dgm:prSet presAssocID="{D32D98AE-80E8-45F3-8B42-E0E32088C154}" presName="iconBgRect" presStyleLbl="bgShp" presStyleIdx="0" presStyleCnt="2"/>
      <dgm:spPr/>
    </dgm:pt>
    <dgm:pt modelId="{1D5C4B69-D353-42A6-846B-35B1B95CDA7B}" type="pres">
      <dgm:prSet presAssocID="{D32D98AE-80E8-45F3-8B42-E0E32088C15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rawing Compass"/>
        </a:ext>
      </dgm:extLst>
    </dgm:pt>
    <dgm:pt modelId="{522071B6-B05A-4DBF-AD6E-4B08E95C6D09}" type="pres">
      <dgm:prSet presAssocID="{D32D98AE-80E8-45F3-8B42-E0E32088C154}" presName="spaceRect" presStyleCnt="0"/>
      <dgm:spPr/>
    </dgm:pt>
    <dgm:pt modelId="{4FA62160-6252-451C-884E-5A61253A3B29}" type="pres">
      <dgm:prSet presAssocID="{D32D98AE-80E8-45F3-8B42-E0E32088C154}" presName="textRect" presStyleLbl="revTx" presStyleIdx="0" presStyleCnt="2">
        <dgm:presLayoutVars>
          <dgm:chMax val="1"/>
          <dgm:chPref val="1"/>
        </dgm:presLayoutVars>
      </dgm:prSet>
      <dgm:spPr/>
    </dgm:pt>
    <dgm:pt modelId="{64EFB4C9-F471-44BC-B2C3-72F833D75233}" type="pres">
      <dgm:prSet presAssocID="{D2A3FF09-8E48-47D0-94E1-4B1F56A59890}" presName="sibTrans" presStyleCnt="0"/>
      <dgm:spPr/>
    </dgm:pt>
    <dgm:pt modelId="{9A008E48-BD2D-4F3B-A2C6-965AFEFCE935}" type="pres">
      <dgm:prSet presAssocID="{DB850CB7-D217-45C6-88AD-259635E58361}" presName="compNode" presStyleCnt="0"/>
      <dgm:spPr/>
    </dgm:pt>
    <dgm:pt modelId="{CAFAE032-00AA-4D87-87FA-43276D654B0F}" type="pres">
      <dgm:prSet presAssocID="{DB850CB7-D217-45C6-88AD-259635E58361}" presName="iconBgRect" presStyleLbl="bgShp" presStyleIdx="1" presStyleCnt="2"/>
      <dgm:spPr/>
    </dgm:pt>
    <dgm:pt modelId="{F0CBE611-41D9-49AF-BB5F-A3E2582837AD}" type="pres">
      <dgm:prSet presAssocID="{DB850CB7-D217-45C6-88AD-259635E58361}"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ass"/>
        </a:ext>
      </dgm:extLst>
    </dgm:pt>
    <dgm:pt modelId="{3BE5E23F-C887-4769-94EB-88E504CD5F8D}" type="pres">
      <dgm:prSet presAssocID="{DB850CB7-D217-45C6-88AD-259635E58361}" presName="spaceRect" presStyleCnt="0"/>
      <dgm:spPr/>
    </dgm:pt>
    <dgm:pt modelId="{8CD3E174-9301-4465-99A6-3F416BD779D9}" type="pres">
      <dgm:prSet presAssocID="{DB850CB7-D217-45C6-88AD-259635E58361}" presName="textRect" presStyleLbl="revTx" presStyleIdx="1" presStyleCnt="2">
        <dgm:presLayoutVars>
          <dgm:chMax val="1"/>
          <dgm:chPref val="1"/>
        </dgm:presLayoutVars>
      </dgm:prSet>
      <dgm:spPr/>
    </dgm:pt>
  </dgm:ptLst>
  <dgm:cxnLst>
    <dgm:cxn modelId="{1CEA170E-C004-4D6E-8041-CB7F4BCC69E8}" type="presOf" srcId="{DB850CB7-D217-45C6-88AD-259635E58361}" destId="{8CD3E174-9301-4465-99A6-3F416BD779D9}" srcOrd="0" destOrd="0" presId="urn:microsoft.com/office/officeart/2018/5/layout/IconCircleLabelList"/>
    <dgm:cxn modelId="{E9F7DD3A-CEB5-4499-9689-3A860197D8CE}" srcId="{56C6278C-7375-4FBE-ADA5-60AD3E23DE0A}" destId="{D32D98AE-80E8-45F3-8B42-E0E32088C154}" srcOrd="0" destOrd="0" parTransId="{474D5707-AB47-4B86-BF6E-BF1F5BFB188E}" sibTransId="{D2A3FF09-8E48-47D0-94E1-4B1F56A59890}"/>
    <dgm:cxn modelId="{E4F1AD5C-6471-4D7B-916D-320BD2EA434C}" srcId="{56C6278C-7375-4FBE-ADA5-60AD3E23DE0A}" destId="{DB850CB7-D217-45C6-88AD-259635E58361}" srcOrd="1" destOrd="0" parTransId="{910D6D76-8F2F-4D24-9491-2A2C2C6ABAAD}" sibTransId="{30141A5B-5E8C-427F-B7D8-94BBBAEB71A5}"/>
    <dgm:cxn modelId="{07A74948-27B5-4027-9FE5-0235AD1E8BC1}" type="presOf" srcId="{D32D98AE-80E8-45F3-8B42-E0E32088C154}" destId="{4FA62160-6252-451C-884E-5A61253A3B29}" srcOrd="0" destOrd="0" presId="urn:microsoft.com/office/officeart/2018/5/layout/IconCircleLabelList"/>
    <dgm:cxn modelId="{3A448B68-2579-45FC-A885-BB0AD5107168}" type="presOf" srcId="{56C6278C-7375-4FBE-ADA5-60AD3E23DE0A}" destId="{B19F850E-D2BE-4820-B2B9-4BECA0A06EA5}" srcOrd="0" destOrd="0" presId="urn:microsoft.com/office/officeart/2018/5/layout/IconCircleLabelList"/>
    <dgm:cxn modelId="{8A72C9E8-A24D-4707-AD1B-CB6858FA9BB1}" type="presParOf" srcId="{B19F850E-D2BE-4820-B2B9-4BECA0A06EA5}" destId="{87D61F55-8CCE-4FC6-BA58-3F8816B71708}" srcOrd="0" destOrd="0" presId="urn:microsoft.com/office/officeart/2018/5/layout/IconCircleLabelList"/>
    <dgm:cxn modelId="{F9704669-A132-4E4D-805E-81CBE26F44A3}" type="presParOf" srcId="{87D61F55-8CCE-4FC6-BA58-3F8816B71708}" destId="{AE5FDFF1-A111-4B44-9564-86AE8499F4AB}" srcOrd="0" destOrd="0" presId="urn:microsoft.com/office/officeart/2018/5/layout/IconCircleLabelList"/>
    <dgm:cxn modelId="{96303E02-E567-4310-B3A6-2BED664A35D6}" type="presParOf" srcId="{87D61F55-8CCE-4FC6-BA58-3F8816B71708}" destId="{1D5C4B69-D353-42A6-846B-35B1B95CDA7B}" srcOrd="1" destOrd="0" presId="urn:microsoft.com/office/officeart/2018/5/layout/IconCircleLabelList"/>
    <dgm:cxn modelId="{B2A54264-2F8D-4FC6-9FBF-64EEE678A987}" type="presParOf" srcId="{87D61F55-8CCE-4FC6-BA58-3F8816B71708}" destId="{522071B6-B05A-4DBF-AD6E-4B08E95C6D09}" srcOrd="2" destOrd="0" presId="urn:microsoft.com/office/officeart/2018/5/layout/IconCircleLabelList"/>
    <dgm:cxn modelId="{1377865B-564D-4F29-8776-9D39EECAE5CE}" type="presParOf" srcId="{87D61F55-8CCE-4FC6-BA58-3F8816B71708}" destId="{4FA62160-6252-451C-884E-5A61253A3B29}" srcOrd="3" destOrd="0" presId="urn:microsoft.com/office/officeart/2018/5/layout/IconCircleLabelList"/>
    <dgm:cxn modelId="{598C60E1-81D5-4B27-90F2-D3258F9C4BA1}" type="presParOf" srcId="{B19F850E-D2BE-4820-B2B9-4BECA0A06EA5}" destId="{64EFB4C9-F471-44BC-B2C3-72F833D75233}" srcOrd="1" destOrd="0" presId="urn:microsoft.com/office/officeart/2018/5/layout/IconCircleLabelList"/>
    <dgm:cxn modelId="{DF9A8C73-EED1-4FE2-89E2-C0DA9BB8C1F3}" type="presParOf" srcId="{B19F850E-D2BE-4820-B2B9-4BECA0A06EA5}" destId="{9A008E48-BD2D-4F3B-A2C6-965AFEFCE935}" srcOrd="2" destOrd="0" presId="urn:microsoft.com/office/officeart/2018/5/layout/IconCircleLabelList"/>
    <dgm:cxn modelId="{257B0D70-A7F6-4C0E-9FC7-114FC4111038}" type="presParOf" srcId="{9A008E48-BD2D-4F3B-A2C6-965AFEFCE935}" destId="{CAFAE032-00AA-4D87-87FA-43276D654B0F}" srcOrd="0" destOrd="0" presId="urn:microsoft.com/office/officeart/2018/5/layout/IconCircleLabelList"/>
    <dgm:cxn modelId="{3F671BC8-F243-487C-B761-246D2DBB1F4C}" type="presParOf" srcId="{9A008E48-BD2D-4F3B-A2C6-965AFEFCE935}" destId="{F0CBE611-41D9-49AF-BB5F-A3E2582837AD}" srcOrd="1" destOrd="0" presId="urn:microsoft.com/office/officeart/2018/5/layout/IconCircleLabelList"/>
    <dgm:cxn modelId="{AFAD9DFF-68A6-4AE5-B69F-3071A38A82FF}" type="presParOf" srcId="{9A008E48-BD2D-4F3B-A2C6-965AFEFCE935}" destId="{3BE5E23F-C887-4769-94EB-88E504CD5F8D}" srcOrd="2" destOrd="0" presId="urn:microsoft.com/office/officeart/2018/5/layout/IconCircleLabelList"/>
    <dgm:cxn modelId="{AF7982C4-1196-43AF-BB16-499FF8C86F4C}" type="presParOf" srcId="{9A008E48-BD2D-4F3B-A2C6-965AFEFCE935}" destId="{8CD3E174-9301-4465-99A6-3F416BD779D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F581F8B-1179-415A-991F-BBEF216FD42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5082607-3978-4BF9-B3F5-90BC638C2F71}">
      <dgm:prSet/>
      <dgm:spPr/>
      <dgm:t>
        <a:bodyPr/>
        <a:lstStyle/>
        <a:p>
          <a:pPr>
            <a:lnSpc>
              <a:spcPct val="100000"/>
            </a:lnSpc>
          </a:pPr>
          <a:r>
            <a:rPr lang="en-US"/>
            <a:t>Searches from a start state to neighboring states.</a:t>
          </a:r>
        </a:p>
      </dgm:t>
    </dgm:pt>
    <dgm:pt modelId="{489A105C-3C8D-4BE0-8DAE-19023F2B4529}" type="parTrans" cxnId="{E8A1198B-40A9-4177-B037-C7E7583BD53E}">
      <dgm:prSet/>
      <dgm:spPr/>
      <dgm:t>
        <a:bodyPr/>
        <a:lstStyle/>
        <a:p>
          <a:endParaRPr lang="en-US"/>
        </a:p>
      </dgm:t>
    </dgm:pt>
    <dgm:pt modelId="{295AE9D4-A4DE-44F2-BF5A-D09B6861EACD}" type="sibTrans" cxnId="{E8A1198B-40A9-4177-B037-C7E7583BD53E}">
      <dgm:prSet/>
      <dgm:spPr/>
      <dgm:t>
        <a:bodyPr/>
        <a:lstStyle/>
        <a:p>
          <a:endParaRPr lang="en-US"/>
        </a:p>
      </dgm:t>
    </dgm:pt>
    <dgm:pt modelId="{441494FE-E157-44C5-984E-8435741BD09D}">
      <dgm:prSet/>
      <dgm:spPr/>
      <dgm:t>
        <a:bodyPr/>
        <a:lstStyle/>
        <a:p>
          <a:pPr>
            <a:lnSpc>
              <a:spcPct val="100000"/>
            </a:lnSpc>
          </a:pPr>
          <a:r>
            <a:rPr lang="en-US"/>
            <a:t>Does not track full paths or visited states.</a:t>
          </a:r>
        </a:p>
      </dgm:t>
    </dgm:pt>
    <dgm:pt modelId="{CF1C90DD-EC19-4DDD-9858-E2E97110092A}" type="parTrans" cxnId="{C73B1C0B-0475-40FD-A8CE-F13A03ECFB4A}">
      <dgm:prSet/>
      <dgm:spPr/>
      <dgm:t>
        <a:bodyPr/>
        <a:lstStyle/>
        <a:p>
          <a:endParaRPr lang="en-US"/>
        </a:p>
      </dgm:t>
    </dgm:pt>
    <dgm:pt modelId="{74A222F5-4377-4682-88B6-4122481B8372}" type="sibTrans" cxnId="{C73B1C0B-0475-40FD-A8CE-F13A03ECFB4A}">
      <dgm:prSet/>
      <dgm:spPr/>
      <dgm:t>
        <a:bodyPr/>
        <a:lstStyle/>
        <a:p>
          <a:endParaRPr lang="en-US"/>
        </a:p>
      </dgm:t>
    </dgm:pt>
    <dgm:pt modelId="{600C37CC-0E6A-4364-A38E-6E0F01664405}">
      <dgm:prSet/>
      <dgm:spPr/>
      <dgm:t>
        <a:bodyPr/>
        <a:lstStyle/>
        <a:p>
          <a:pPr>
            <a:lnSpc>
              <a:spcPct val="100000"/>
            </a:lnSpc>
          </a:pPr>
          <a:r>
            <a:rPr lang="en-US"/>
            <a:t>Not systematic — may miss parts of the solution space.</a:t>
          </a:r>
        </a:p>
      </dgm:t>
    </dgm:pt>
    <dgm:pt modelId="{7033515E-D726-41B9-A7B9-54F40E351BA4}" type="parTrans" cxnId="{974EE33C-CAD4-468C-A293-20B8E6A04C65}">
      <dgm:prSet/>
      <dgm:spPr/>
      <dgm:t>
        <a:bodyPr/>
        <a:lstStyle/>
        <a:p>
          <a:endParaRPr lang="en-US"/>
        </a:p>
      </dgm:t>
    </dgm:pt>
    <dgm:pt modelId="{4F2D7221-D3AC-4B94-949C-F9ABEAC27563}" type="sibTrans" cxnId="{974EE33C-CAD4-468C-A293-20B8E6A04C65}">
      <dgm:prSet/>
      <dgm:spPr/>
      <dgm:t>
        <a:bodyPr/>
        <a:lstStyle/>
        <a:p>
          <a:endParaRPr lang="en-US"/>
        </a:p>
      </dgm:t>
    </dgm:pt>
    <dgm:pt modelId="{0B60C8CF-18D6-421B-B933-AF312E5157CA}">
      <dgm:prSet/>
      <dgm:spPr/>
      <dgm:t>
        <a:bodyPr/>
        <a:lstStyle/>
        <a:p>
          <a:pPr>
            <a:lnSpc>
              <a:spcPct val="100000"/>
            </a:lnSpc>
          </a:pPr>
          <a:r>
            <a:rPr lang="en-US"/>
            <a:t>Well-suited for optimization problems.</a:t>
          </a:r>
        </a:p>
      </dgm:t>
    </dgm:pt>
    <dgm:pt modelId="{19DF2597-8DF9-4CAD-BF88-FA8A231FBE59}" type="parTrans" cxnId="{E45F63FD-D7EC-4635-B206-915754859A50}">
      <dgm:prSet/>
      <dgm:spPr/>
      <dgm:t>
        <a:bodyPr/>
        <a:lstStyle/>
        <a:p>
          <a:endParaRPr lang="en-US"/>
        </a:p>
      </dgm:t>
    </dgm:pt>
    <dgm:pt modelId="{4C35CAD8-1E71-4AD7-9DC9-CE5BD2700C4F}" type="sibTrans" cxnId="{E45F63FD-D7EC-4635-B206-915754859A50}">
      <dgm:prSet/>
      <dgm:spPr/>
      <dgm:t>
        <a:bodyPr/>
        <a:lstStyle/>
        <a:p>
          <a:endParaRPr lang="en-US"/>
        </a:p>
      </dgm:t>
    </dgm:pt>
    <dgm:pt modelId="{74558849-46AF-486A-864F-2129FBD72EDF}">
      <dgm:prSet/>
      <dgm:spPr/>
      <dgm:t>
        <a:bodyPr/>
        <a:lstStyle/>
        <a:p>
          <a:pPr>
            <a:lnSpc>
              <a:spcPct val="100000"/>
            </a:lnSpc>
          </a:pPr>
          <a:r>
            <a:rPr lang="en-US"/>
            <a:t>Uses a state-space landscape where elevation = objective function value.</a:t>
          </a:r>
        </a:p>
      </dgm:t>
    </dgm:pt>
    <dgm:pt modelId="{FA79A356-A1FD-491F-8D74-D0C4FD8E8C48}" type="parTrans" cxnId="{837B6C1A-A436-4683-B735-CB0FC34F6629}">
      <dgm:prSet/>
      <dgm:spPr/>
      <dgm:t>
        <a:bodyPr/>
        <a:lstStyle/>
        <a:p>
          <a:endParaRPr lang="en-US"/>
        </a:p>
      </dgm:t>
    </dgm:pt>
    <dgm:pt modelId="{67FF64FA-C823-4DC7-ABC6-6B279142D25C}" type="sibTrans" cxnId="{837B6C1A-A436-4683-B735-CB0FC34F6629}">
      <dgm:prSet/>
      <dgm:spPr/>
      <dgm:t>
        <a:bodyPr/>
        <a:lstStyle/>
        <a:p>
          <a:endParaRPr lang="en-US"/>
        </a:p>
      </dgm:t>
    </dgm:pt>
    <dgm:pt modelId="{54B5E408-3E85-4269-8FA6-D0A9F17A051E}">
      <dgm:prSet/>
      <dgm:spPr/>
      <dgm:t>
        <a:bodyPr/>
        <a:lstStyle/>
        <a:p>
          <a:pPr>
            <a:lnSpc>
              <a:spcPct val="100000"/>
            </a:lnSpc>
          </a:pPr>
          <a:r>
            <a:rPr lang="en-US"/>
            <a:t>Global Maximum: the best possible solution (aim for peaks).</a:t>
          </a:r>
        </a:p>
      </dgm:t>
    </dgm:pt>
    <dgm:pt modelId="{F6DFD19D-6509-4050-8021-26B138479BCB}" type="parTrans" cxnId="{BE2613EC-E4AB-4DBF-83F5-99F87AAC84AA}">
      <dgm:prSet/>
      <dgm:spPr/>
      <dgm:t>
        <a:bodyPr/>
        <a:lstStyle/>
        <a:p>
          <a:endParaRPr lang="en-US"/>
        </a:p>
      </dgm:t>
    </dgm:pt>
    <dgm:pt modelId="{C076774E-6839-4AF0-A67B-DCD62A20CEE9}" type="sibTrans" cxnId="{BE2613EC-E4AB-4DBF-83F5-99F87AAC84AA}">
      <dgm:prSet/>
      <dgm:spPr/>
      <dgm:t>
        <a:bodyPr/>
        <a:lstStyle/>
        <a:p>
          <a:endParaRPr lang="en-US"/>
        </a:p>
      </dgm:t>
    </dgm:pt>
    <dgm:pt modelId="{E1DF5CA1-B3F0-4407-99FB-0C0CA1F7E28C}">
      <dgm:prSet/>
      <dgm:spPr/>
      <dgm:t>
        <a:bodyPr/>
        <a:lstStyle/>
        <a:p>
          <a:pPr>
            <a:lnSpc>
              <a:spcPct val="100000"/>
            </a:lnSpc>
          </a:pPr>
          <a:r>
            <a:rPr lang="en-US"/>
            <a:t>Global Minimum: lowest cost state (aim for valleys).</a:t>
          </a:r>
        </a:p>
      </dgm:t>
    </dgm:pt>
    <dgm:pt modelId="{AC0487E2-2D27-42D9-B099-EEB99C45207F}" type="parTrans" cxnId="{5FBD5974-15C1-4352-B50B-06840B08F92D}">
      <dgm:prSet/>
      <dgm:spPr/>
      <dgm:t>
        <a:bodyPr/>
        <a:lstStyle/>
        <a:p>
          <a:endParaRPr lang="en-US"/>
        </a:p>
      </dgm:t>
    </dgm:pt>
    <dgm:pt modelId="{C834E02D-0863-4CBE-BB9C-84E3B2E0EABC}" type="sibTrans" cxnId="{5FBD5974-15C1-4352-B50B-06840B08F92D}">
      <dgm:prSet/>
      <dgm:spPr/>
      <dgm:t>
        <a:bodyPr/>
        <a:lstStyle/>
        <a:p>
          <a:endParaRPr lang="en-US"/>
        </a:p>
      </dgm:t>
    </dgm:pt>
    <dgm:pt modelId="{445B902D-913C-41E9-BDAB-FC735676A5DE}" type="pres">
      <dgm:prSet presAssocID="{CF581F8B-1179-415A-991F-BBEF216FD42B}" presName="root" presStyleCnt="0">
        <dgm:presLayoutVars>
          <dgm:dir/>
          <dgm:resizeHandles val="exact"/>
        </dgm:presLayoutVars>
      </dgm:prSet>
      <dgm:spPr/>
    </dgm:pt>
    <dgm:pt modelId="{F30DF04E-EBC2-4C79-B9D3-B0036480BE8F}" type="pres">
      <dgm:prSet presAssocID="{15082607-3978-4BF9-B3F5-90BC638C2F71}" presName="compNode" presStyleCnt="0"/>
      <dgm:spPr/>
    </dgm:pt>
    <dgm:pt modelId="{7DCA1BE8-35A1-4DFC-82F1-A976EDE15B2F}" type="pres">
      <dgm:prSet presAssocID="{15082607-3978-4BF9-B3F5-90BC638C2F71}" presName="bgRect" presStyleLbl="bgShp" presStyleIdx="0" presStyleCnt="7"/>
      <dgm:spPr/>
    </dgm:pt>
    <dgm:pt modelId="{4CCCC919-DEDE-4542-B761-A851C6BB953D}" type="pres">
      <dgm:prSet presAssocID="{15082607-3978-4BF9-B3F5-90BC638C2F71}"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Zoom In"/>
        </a:ext>
      </dgm:extLst>
    </dgm:pt>
    <dgm:pt modelId="{0F101DC8-0B24-4258-A7A5-F64B33A7EF12}" type="pres">
      <dgm:prSet presAssocID="{15082607-3978-4BF9-B3F5-90BC638C2F71}" presName="spaceRect" presStyleCnt="0"/>
      <dgm:spPr/>
    </dgm:pt>
    <dgm:pt modelId="{E1A92183-4ADA-4F18-949E-7171CB7120C4}" type="pres">
      <dgm:prSet presAssocID="{15082607-3978-4BF9-B3F5-90BC638C2F71}" presName="parTx" presStyleLbl="revTx" presStyleIdx="0" presStyleCnt="7">
        <dgm:presLayoutVars>
          <dgm:chMax val="0"/>
          <dgm:chPref val="0"/>
        </dgm:presLayoutVars>
      </dgm:prSet>
      <dgm:spPr/>
    </dgm:pt>
    <dgm:pt modelId="{3AB58F75-0984-4190-83E5-0E5A4B572B42}" type="pres">
      <dgm:prSet presAssocID="{295AE9D4-A4DE-44F2-BF5A-D09B6861EACD}" presName="sibTrans" presStyleCnt="0"/>
      <dgm:spPr/>
    </dgm:pt>
    <dgm:pt modelId="{2C386075-43E2-490C-9659-655DE579FAD1}" type="pres">
      <dgm:prSet presAssocID="{441494FE-E157-44C5-984E-8435741BD09D}" presName="compNode" presStyleCnt="0"/>
      <dgm:spPr/>
    </dgm:pt>
    <dgm:pt modelId="{5F7CFDFF-291A-43E8-922D-6FA3686DCD0A}" type="pres">
      <dgm:prSet presAssocID="{441494FE-E157-44C5-984E-8435741BD09D}" presName="bgRect" presStyleLbl="bgShp" presStyleIdx="1" presStyleCnt="7"/>
      <dgm:spPr/>
    </dgm:pt>
    <dgm:pt modelId="{EBC446A4-D832-4AF6-A468-BB45C486722E}" type="pres">
      <dgm:prSet presAssocID="{441494FE-E157-44C5-984E-8435741BD09D}"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ignpost"/>
        </a:ext>
      </dgm:extLst>
    </dgm:pt>
    <dgm:pt modelId="{0F32C781-BA02-4C55-8F9E-7B4B0E30ED3C}" type="pres">
      <dgm:prSet presAssocID="{441494FE-E157-44C5-984E-8435741BD09D}" presName="spaceRect" presStyleCnt="0"/>
      <dgm:spPr/>
    </dgm:pt>
    <dgm:pt modelId="{995DEBA8-FBB1-4305-8F87-99C8DA4F16A5}" type="pres">
      <dgm:prSet presAssocID="{441494FE-E157-44C5-984E-8435741BD09D}" presName="parTx" presStyleLbl="revTx" presStyleIdx="1" presStyleCnt="7">
        <dgm:presLayoutVars>
          <dgm:chMax val="0"/>
          <dgm:chPref val="0"/>
        </dgm:presLayoutVars>
      </dgm:prSet>
      <dgm:spPr/>
    </dgm:pt>
    <dgm:pt modelId="{AA86A795-08B7-454F-BC75-43FF17FF68F0}" type="pres">
      <dgm:prSet presAssocID="{74A222F5-4377-4682-88B6-4122481B8372}" presName="sibTrans" presStyleCnt="0"/>
      <dgm:spPr/>
    </dgm:pt>
    <dgm:pt modelId="{6D1B363C-3F4B-4707-8D81-521487D4A3E7}" type="pres">
      <dgm:prSet presAssocID="{600C37CC-0E6A-4364-A38E-6E0F01664405}" presName="compNode" presStyleCnt="0"/>
      <dgm:spPr/>
    </dgm:pt>
    <dgm:pt modelId="{DA6E0829-D03F-4964-A061-3AE510522881}" type="pres">
      <dgm:prSet presAssocID="{600C37CC-0E6A-4364-A38E-6E0F01664405}" presName="bgRect" presStyleLbl="bgShp" presStyleIdx="2" presStyleCnt="7"/>
      <dgm:spPr/>
    </dgm:pt>
    <dgm:pt modelId="{7FF4D877-847E-4453-B102-962A44FB20CF}" type="pres">
      <dgm:prSet presAssocID="{600C37CC-0E6A-4364-A38E-6E0F01664405}"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uzzle"/>
        </a:ext>
      </dgm:extLst>
    </dgm:pt>
    <dgm:pt modelId="{22AFFD7C-54C6-4ED1-A8DB-21503E1F5754}" type="pres">
      <dgm:prSet presAssocID="{600C37CC-0E6A-4364-A38E-6E0F01664405}" presName="spaceRect" presStyleCnt="0"/>
      <dgm:spPr/>
    </dgm:pt>
    <dgm:pt modelId="{69772961-D59B-4372-A73F-F122CB8F1A0C}" type="pres">
      <dgm:prSet presAssocID="{600C37CC-0E6A-4364-A38E-6E0F01664405}" presName="parTx" presStyleLbl="revTx" presStyleIdx="2" presStyleCnt="7">
        <dgm:presLayoutVars>
          <dgm:chMax val="0"/>
          <dgm:chPref val="0"/>
        </dgm:presLayoutVars>
      </dgm:prSet>
      <dgm:spPr/>
    </dgm:pt>
    <dgm:pt modelId="{22765BC7-A637-41BE-8C77-D2C65E674EB7}" type="pres">
      <dgm:prSet presAssocID="{4F2D7221-D3AC-4B94-949C-F9ABEAC27563}" presName="sibTrans" presStyleCnt="0"/>
      <dgm:spPr/>
    </dgm:pt>
    <dgm:pt modelId="{E5875949-5340-4E3E-8F0F-7296975CEF0C}" type="pres">
      <dgm:prSet presAssocID="{0B60C8CF-18D6-421B-B933-AF312E5157CA}" presName="compNode" presStyleCnt="0"/>
      <dgm:spPr/>
    </dgm:pt>
    <dgm:pt modelId="{590162F7-C749-4FA2-BB98-0E47F5C26A2F}" type="pres">
      <dgm:prSet presAssocID="{0B60C8CF-18D6-421B-B933-AF312E5157CA}" presName="bgRect" presStyleLbl="bgShp" presStyleIdx="3" presStyleCnt="7"/>
      <dgm:spPr/>
    </dgm:pt>
    <dgm:pt modelId="{5269A713-DA35-48FC-BBE6-F798617E7D45}" type="pres">
      <dgm:prSet presAssocID="{0B60C8CF-18D6-421B-B933-AF312E5157CA}"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5C284666-0F56-41CC-9F26-FDB1F16D53DE}" type="pres">
      <dgm:prSet presAssocID="{0B60C8CF-18D6-421B-B933-AF312E5157CA}" presName="spaceRect" presStyleCnt="0"/>
      <dgm:spPr/>
    </dgm:pt>
    <dgm:pt modelId="{36C4CDA4-1A65-44B5-8170-27AF400F17D8}" type="pres">
      <dgm:prSet presAssocID="{0B60C8CF-18D6-421B-B933-AF312E5157CA}" presName="parTx" presStyleLbl="revTx" presStyleIdx="3" presStyleCnt="7">
        <dgm:presLayoutVars>
          <dgm:chMax val="0"/>
          <dgm:chPref val="0"/>
        </dgm:presLayoutVars>
      </dgm:prSet>
      <dgm:spPr/>
    </dgm:pt>
    <dgm:pt modelId="{AFF3127F-CAB5-4891-8138-A4C3C0E578B9}" type="pres">
      <dgm:prSet presAssocID="{4C35CAD8-1E71-4AD7-9DC9-CE5BD2700C4F}" presName="sibTrans" presStyleCnt="0"/>
      <dgm:spPr/>
    </dgm:pt>
    <dgm:pt modelId="{7CFB9BE5-CCD3-475C-8B49-CDA730A19088}" type="pres">
      <dgm:prSet presAssocID="{74558849-46AF-486A-864F-2129FBD72EDF}" presName="compNode" presStyleCnt="0"/>
      <dgm:spPr/>
    </dgm:pt>
    <dgm:pt modelId="{F3AE7C46-DAC7-45E0-A648-ED66B9D4CD87}" type="pres">
      <dgm:prSet presAssocID="{74558849-46AF-486A-864F-2129FBD72EDF}" presName="bgRect" presStyleLbl="bgShp" presStyleIdx="4" presStyleCnt="7"/>
      <dgm:spPr/>
    </dgm:pt>
    <dgm:pt modelId="{EE26D1AB-5CF4-4914-9F36-59C4F7ADE049}" type="pres">
      <dgm:prSet presAssocID="{74558849-46AF-486A-864F-2129FBD72EDF}"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ountains"/>
        </a:ext>
      </dgm:extLst>
    </dgm:pt>
    <dgm:pt modelId="{B7DF93C6-6D12-415A-AB59-BB11C2C04FF5}" type="pres">
      <dgm:prSet presAssocID="{74558849-46AF-486A-864F-2129FBD72EDF}" presName="spaceRect" presStyleCnt="0"/>
      <dgm:spPr/>
    </dgm:pt>
    <dgm:pt modelId="{57936FE4-4828-4708-89AB-AAFA1C6BCA22}" type="pres">
      <dgm:prSet presAssocID="{74558849-46AF-486A-864F-2129FBD72EDF}" presName="parTx" presStyleLbl="revTx" presStyleIdx="4" presStyleCnt="7">
        <dgm:presLayoutVars>
          <dgm:chMax val="0"/>
          <dgm:chPref val="0"/>
        </dgm:presLayoutVars>
      </dgm:prSet>
      <dgm:spPr/>
    </dgm:pt>
    <dgm:pt modelId="{C6FA033F-22CC-4FCB-80F4-E9AD509CD19B}" type="pres">
      <dgm:prSet presAssocID="{67FF64FA-C823-4DC7-ABC6-6B279142D25C}" presName="sibTrans" presStyleCnt="0"/>
      <dgm:spPr/>
    </dgm:pt>
    <dgm:pt modelId="{446373ED-8677-4011-BFB8-8A049BB4F918}" type="pres">
      <dgm:prSet presAssocID="{54B5E408-3E85-4269-8FA6-D0A9F17A051E}" presName="compNode" presStyleCnt="0"/>
      <dgm:spPr/>
    </dgm:pt>
    <dgm:pt modelId="{28D20015-65F1-46C7-95FB-F8E1AE8D585D}" type="pres">
      <dgm:prSet presAssocID="{54B5E408-3E85-4269-8FA6-D0A9F17A051E}" presName="bgRect" presStyleLbl="bgShp" presStyleIdx="5" presStyleCnt="7"/>
      <dgm:spPr/>
    </dgm:pt>
    <dgm:pt modelId="{6356BACD-09CB-4DB3-A1E8-6EC45BE3FC5D}" type="pres">
      <dgm:prSet presAssocID="{54B5E408-3E85-4269-8FA6-D0A9F17A051E}"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652B1DB9-4103-467E-9B6F-3B030FF7F0E4}" type="pres">
      <dgm:prSet presAssocID="{54B5E408-3E85-4269-8FA6-D0A9F17A051E}" presName="spaceRect" presStyleCnt="0"/>
      <dgm:spPr/>
    </dgm:pt>
    <dgm:pt modelId="{A82D6518-66D5-4C49-AA3B-50A169334CF9}" type="pres">
      <dgm:prSet presAssocID="{54B5E408-3E85-4269-8FA6-D0A9F17A051E}" presName="parTx" presStyleLbl="revTx" presStyleIdx="5" presStyleCnt="7">
        <dgm:presLayoutVars>
          <dgm:chMax val="0"/>
          <dgm:chPref val="0"/>
        </dgm:presLayoutVars>
      </dgm:prSet>
      <dgm:spPr/>
    </dgm:pt>
    <dgm:pt modelId="{20AE6D13-1F77-4940-AFE3-24E30CAF8657}" type="pres">
      <dgm:prSet presAssocID="{C076774E-6839-4AF0-A67B-DCD62A20CEE9}" presName="sibTrans" presStyleCnt="0"/>
      <dgm:spPr/>
    </dgm:pt>
    <dgm:pt modelId="{49063AC0-F509-4545-9407-555196CDC88E}" type="pres">
      <dgm:prSet presAssocID="{E1DF5CA1-B3F0-4407-99FB-0C0CA1F7E28C}" presName="compNode" presStyleCnt="0"/>
      <dgm:spPr/>
    </dgm:pt>
    <dgm:pt modelId="{79314B6B-0D23-4D79-8ADE-9BB5716ED274}" type="pres">
      <dgm:prSet presAssocID="{E1DF5CA1-B3F0-4407-99FB-0C0CA1F7E28C}" presName="bgRect" presStyleLbl="bgShp" presStyleIdx="6" presStyleCnt="7"/>
      <dgm:spPr/>
    </dgm:pt>
    <dgm:pt modelId="{66F9BE57-075B-4BF5-A01A-78ADE9921E0E}" type="pres">
      <dgm:prSet presAssocID="{E1DF5CA1-B3F0-4407-99FB-0C0CA1F7E28C}"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Canyon scene"/>
        </a:ext>
      </dgm:extLst>
    </dgm:pt>
    <dgm:pt modelId="{E741A69A-E287-4EDD-A13B-404587FF88B4}" type="pres">
      <dgm:prSet presAssocID="{E1DF5CA1-B3F0-4407-99FB-0C0CA1F7E28C}" presName="spaceRect" presStyleCnt="0"/>
      <dgm:spPr/>
    </dgm:pt>
    <dgm:pt modelId="{CB332F09-58DE-43F1-ABCB-84382AE6A89D}" type="pres">
      <dgm:prSet presAssocID="{E1DF5CA1-B3F0-4407-99FB-0C0CA1F7E28C}" presName="parTx" presStyleLbl="revTx" presStyleIdx="6" presStyleCnt="7">
        <dgm:presLayoutVars>
          <dgm:chMax val="0"/>
          <dgm:chPref val="0"/>
        </dgm:presLayoutVars>
      </dgm:prSet>
      <dgm:spPr/>
    </dgm:pt>
  </dgm:ptLst>
  <dgm:cxnLst>
    <dgm:cxn modelId="{C73B1C0B-0475-40FD-A8CE-F13A03ECFB4A}" srcId="{CF581F8B-1179-415A-991F-BBEF216FD42B}" destId="{441494FE-E157-44C5-984E-8435741BD09D}" srcOrd="1" destOrd="0" parTransId="{CF1C90DD-EC19-4DDD-9858-E2E97110092A}" sibTransId="{74A222F5-4377-4682-88B6-4122481B8372}"/>
    <dgm:cxn modelId="{837B6C1A-A436-4683-B735-CB0FC34F6629}" srcId="{CF581F8B-1179-415A-991F-BBEF216FD42B}" destId="{74558849-46AF-486A-864F-2129FBD72EDF}" srcOrd="4" destOrd="0" parTransId="{FA79A356-A1FD-491F-8D74-D0C4FD8E8C48}" sibTransId="{67FF64FA-C823-4DC7-ABC6-6B279142D25C}"/>
    <dgm:cxn modelId="{EE3ACE1E-715A-4119-9AEE-4FCC45655DAE}" type="presOf" srcId="{441494FE-E157-44C5-984E-8435741BD09D}" destId="{995DEBA8-FBB1-4305-8F87-99C8DA4F16A5}" srcOrd="0" destOrd="0" presId="urn:microsoft.com/office/officeart/2018/2/layout/IconVerticalSolidList"/>
    <dgm:cxn modelId="{FF4EFD31-DDBE-4A10-A5A7-032AF387131A}" type="presOf" srcId="{74558849-46AF-486A-864F-2129FBD72EDF}" destId="{57936FE4-4828-4708-89AB-AAFA1C6BCA22}" srcOrd="0" destOrd="0" presId="urn:microsoft.com/office/officeart/2018/2/layout/IconVerticalSolidList"/>
    <dgm:cxn modelId="{22486432-361B-4D8C-8061-EA0EBAFFD7F5}" type="presOf" srcId="{54B5E408-3E85-4269-8FA6-D0A9F17A051E}" destId="{A82D6518-66D5-4C49-AA3B-50A169334CF9}" srcOrd="0" destOrd="0" presId="urn:microsoft.com/office/officeart/2018/2/layout/IconVerticalSolidList"/>
    <dgm:cxn modelId="{414E3438-6720-420E-A010-5A3ED763438F}" type="presOf" srcId="{CF581F8B-1179-415A-991F-BBEF216FD42B}" destId="{445B902D-913C-41E9-BDAB-FC735676A5DE}" srcOrd="0" destOrd="0" presId="urn:microsoft.com/office/officeart/2018/2/layout/IconVerticalSolidList"/>
    <dgm:cxn modelId="{974EE33C-CAD4-468C-A293-20B8E6A04C65}" srcId="{CF581F8B-1179-415A-991F-BBEF216FD42B}" destId="{600C37CC-0E6A-4364-A38E-6E0F01664405}" srcOrd="2" destOrd="0" parTransId="{7033515E-D726-41B9-A7B9-54F40E351BA4}" sibTransId="{4F2D7221-D3AC-4B94-949C-F9ABEAC27563}"/>
    <dgm:cxn modelId="{08D77A4E-59C8-478A-853D-945DB5A54262}" type="presOf" srcId="{0B60C8CF-18D6-421B-B933-AF312E5157CA}" destId="{36C4CDA4-1A65-44B5-8170-27AF400F17D8}" srcOrd="0" destOrd="0" presId="urn:microsoft.com/office/officeart/2018/2/layout/IconVerticalSolidList"/>
    <dgm:cxn modelId="{5FBD5974-15C1-4352-B50B-06840B08F92D}" srcId="{CF581F8B-1179-415A-991F-BBEF216FD42B}" destId="{E1DF5CA1-B3F0-4407-99FB-0C0CA1F7E28C}" srcOrd="6" destOrd="0" parTransId="{AC0487E2-2D27-42D9-B099-EEB99C45207F}" sibTransId="{C834E02D-0863-4CBE-BB9C-84E3B2E0EABC}"/>
    <dgm:cxn modelId="{8C80A177-0B36-4419-86C0-834EFB50FC40}" type="presOf" srcId="{600C37CC-0E6A-4364-A38E-6E0F01664405}" destId="{69772961-D59B-4372-A73F-F122CB8F1A0C}" srcOrd="0" destOrd="0" presId="urn:microsoft.com/office/officeart/2018/2/layout/IconVerticalSolidList"/>
    <dgm:cxn modelId="{E8A1198B-40A9-4177-B037-C7E7583BD53E}" srcId="{CF581F8B-1179-415A-991F-BBEF216FD42B}" destId="{15082607-3978-4BF9-B3F5-90BC638C2F71}" srcOrd="0" destOrd="0" parTransId="{489A105C-3C8D-4BE0-8DAE-19023F2B4529}" sibTransId="{295AE9D4-A4DE-44F2-BF5A-D09B6861EACD}"/>
    <dgm:cxn modelId="{D14AFB9D-6499-4CD2-98F6-FB0F3D69263D}" type="presOf" srcId="{15082607-3978-4BF9-B3F5-90BC638C2F71}" destId="{E1A92183-4ADA-4F18-949E-7171CB7120C4}" srcOrd="0" destOrd="0" presId="urn:microsoft.com/office/officeart/2018/2/layout/IconVerticalSolidList"/>
    <dgm:cxn modelId="{F3F1FFDC-69EC-4808-8A4D-23DF4AA0FCD0}" type="presOf" srcId="{E1DF5CA1-B3F0-4407-99FB-0C0CA1F7E28C}" destId="{CB332F09-58DE-43F1-ABCB-84382AE6A89D}" srcOrd="0" destOrd="0" presId="urn:microsoft.com/office/officeart/2018/2/layout/IconVerticalSolidList"/>
    <dgm:cxn modelId="{BE2613EC-E4AB-4DBF-83F5-99F87AAC84AA}" srcId="{CF581F8B-1179-415A-991F-BBEF216FD42B}" destId="{54B5E408-3E85-4269-8FA6-D0A9F17A051E}" srcOrd="5" destOrd="0" parTransId="{F6DFD19D-6509-4050-8021-26B138479BCB}" sibTransId="{C076774E-6839-4AF0-A67B-DCD62A20CEE9}"/>
    <dgm:cxn modelId="{E45F63FD-D7EC-4635-B206-915754859A50}" srcId="{CF581F8B-1179-415A-991F-BBEF216FD42B}" destId="{0B60C8CF-18D6-421B-B933-AF312E5157CA}" srcOrd="3" destOrd="0" parTransId="{19DF2597-8DF9-4CAD-BF88-FA8A231FBE59}" sibTransId="{4C35CAD8-1E71-4AD7-9DC9-CE5BD2700C4F}"/>
    <dgm:cxn modelId="{9D300EDD-B189-4092-9318-D0E091A56E97}" type="presParOf" srcId="{445B902D-913C-41E9-BDAB-FC735676A5DE}" destId="{F30DF04E-EBC2-4C79-B9D3-B0036480BE8F}" srcOrd="0" destOrd="0" presId="urn:microsoft.com/office/officeart/2018/2/layout/IconVerticalSolidList"/>
    <dgm:cxn modelId="{EB476CE7-9F75-4128-8FAB-713ECCABC104}" type="presParOf" srcId="{F30DF04E-EBC2-4C79-B9D3-B0036480BE8F}" destId="{7DCA1BE8-35A1-4DFC-82F1-A976EDE15B2F}" srcOrd="0" destOrd="0" presId="urn:microsoft.com/office/officeart/2018/2/layout/IconVerticalSolidList"/>
    <dgm:cxn modelId="{99AA260E-605C-4147-B40D-473CDEFF31CF}" type="presParOf" srcId="{F30DF04E-EBC2-4C79-B9D3-B0036480BE8F}" destId="{4CCCC919-DEDE-4542-B761-A851C6BB953D}" srcOrd="1" destOrd="0" presId="urn:microsoft.com/office/officeart/2018/2/layout/IconVerticalSolidList"/>
    <dgm:cxn modelId="{F28BA423-FD6B-4E5A-B321-52C4CAB85944}" type="presParOf" srcId="{F30DF04E-EBC2-4C79-B9D3-B0036480BE8F}" destId="{0F101DC8-0B24-4258-A7A5-F64B33A7EF12}" srcOrd="2" destOrd="0" presId="urn:microsoft.com/office/officeart/2018/2/layout/IconVerticalSolidList"/>
    <dgm:cxn modelId="{06B451C1-5B36-404B-B6BB-93C4C409CF28}" type="presParOf" srcId="{F30DF04E-EBC2-4C79-B9D3-B0036480BE8F}" destId="{E1A92183-4ADA-4F18-949E-7171CB7120C4}" srcOrd="3" destOrd="0" presId="urn:microsoft.com/office/officeart/2018/2/layout/IconVerticalSolidList"/>
    <dgm:cxn modelId="{0A475463-1B3A-4799-B5F0-BD6CF358CE58}" type="presParOf" srcId="{445B902D-913C-41E9-BDAB-FC735676A5DE}" destId="{3AB58F75-0984-4190-83E5-0E5A4B572B42}" srcOrd="1" destOrd="0" presId="urn:microsoft.com/office/officeart/2018/2/layout/IconVerticalSolidList"/>
    <dgm:cxn modelId="{765B4B8D-2438-4814-A85C-1A47124E9ADA}" type="presParOf" srcId="{445B902D-913C-41E9-BDAB-FC735676A5DE}" destId="{2C386075-43E2-490C-9659-655DE579FAD1}" srcOrd="2" destOrd="0" presId="urn:microsoft.com/office/officeart/2018/2/layout/IconVerticalSolidList"/>
    <dgm:cxn modelId="{243D6E76-FA00-4582-980D-95AB6057E5C5}" type="presParOf" srcId="{2C386075-43E2-490C-9659-655DE579FAD1}" destId="{5F7CFDFF-291A-43E8-922D-6FA3686DCD0A}" srcOrd="0" destOrd="0" presId="urn:microsoft.com/office/officeart/2018/2/layout/IconVerticalSolidList"/>
    <dgm:cxn modelId="{40D6B62F-4A53-4409-B637-5B2D1346B44C}" type="presParOf" srcId="{2C386075-43E2-490C-9659-655DE579FAD1}" destId="{EBC446A4-D832-4AF6-A468-BB45C486722E}" srcOrd="1" destOrd="0" presId="urn:microsoft.com/office/officeart/2018/2/layout/IconVerticalSolidList"/>
    <dgm:cxn modelId="{6F26F00C-7119-486A-8DE7-32F2DD96C768}" type="presParOf" srcId="{2C386075-43E2-490C-9659-655DE579FAD1}" destId="{0F32C781-BA02-4C55-8F9E-7B4B0E30ED3C}" srcOrd="2" destOrd="0" presId="urn:microsoft.com/office/officeart/2018/2/layout/IconVerticalSolidList"/>
    <dgm:cxn modelId="{82BFB943-396D-487E-82B2-B9C911898854}" type="presParOf" srcId="{2C386075-43E2-490C-9659-655DE579FAD1}" destId="{995DEBA8-FBB1-4305-8F87-99C8DA4F16A5}" srcOrd="3" destOrd="0" presId="urn:microsoft.com/office/officeart/2018/2/layout/IconVerticalSolidList"/>
    <dgm:cxn modelId="{585CA047-7521-401E-9200-681F13F067E8}" type="presParOf" srcId="{445B902D-913C-41E9-BDAB-FC735676A5DE}" destId="{AA86A795-08B7-454F-BC75-43FF17FF68F0}" srcOrd="3" destOrd="0" presId="urn:microsoft.com/office/officeart/2018/2/layout/IconVerticalSolidList"/>
    <dgm:cxn modelId="{DDB006F5-89B9-45D2-8F5E-4834460D04BA}" type="presParOf" srcId="{445B902D-913C-41E9-BDAB-FC735676A5DE}" destId="{6D1B363C-3F4B-4707-8D81-521487D4A3E7}" srcOrd="4" destOrd="0" presId="urn:microsoft.com/office/officeart/2018/2/layout/IconVerticalSolidList"/>
    <dgm:cxn modelId="{10EAE160-46B9-4C8C-A8D3-023501F63E37}" type="presParOf" srcId="{6D1B363C-3F4B-4707-8D81-521487D4A3E7}" destId="{DA6E0829-D03F-4964-A061-3AE510522881}" srcOrd="0" destOrd="0" presId="urn:microsoft.com/office/officeart/2018/2/layout/IconVerticalSolidList"/>
    <dgm:cxn modelId="{BB0D8047-11FB-4FBD-8C71-E7113DC1A348}" type="presParOf" srcId="{6D1B363C-3F4B-4707-8D81-521487D4A3E7}" destId="{7FF4D877-847E-4453-B102-962A44FB20CF}" srcOrd="1" destOrd="0" presId="urn:microsoft.com/office/officeart/2018/2/layout/IconVerticalSolidList"/>
    <dgm:cxn modelId="{AAAFC56A-5ED1-40FF-9297-EE17993EE360}" type="presParOf" srcId="{6D1B363C-3F4B-4707-8D81-521487D4A3E7}" destId="{22AFFD7C-54C6-4ED1-A8DB-21503E1F5754}" srcOrd="2" destOrd="0" presId="urn:microsoft.com/office/officeart/2018/2/layout/IconVerticalSolidList"/>
    <dgm:cxn modelId="{64D0B875-0450-442C-87CB-B6B219B19616}" type="presParOf" srcId="{6D1B363C-3F4B-4707-8D81-521487D4A3E7}" destId="{69772961-D59B-4372-A73F-F122CB8F1A0C}" srcOrd="3" destOrd="0" presId="urn:microsoft.com/office/officeart/2018/2/layout/IconVerticalSolidList"/>
    <dgm:cxn modelId="{3CB98BD4-23C1-4D38-A7F5-112F272230A5}" type="presParOf" srcId="{445B902D-913C-41E9-BDAB-FC735676A5DE}" destId="{22765BC7-A637-41BE-8C77-D2C65E674EB7}" srcOrd="5" destOrd="0" presId="urn:microsoft.com/office/officeart/2018/2/layout/IconVerticalSolidList"/>
    <dgm:cxn modelId="{867792D9-AB53-4144-A08A-644DF6E4B997}" type="presParOf" srcId="{445B902D-913C-41E9-BDAB-FC735676A5DE}" destId="{E5875949-5340-4E3E-8F0F-7296975CEF0C}" srcOrd="6" destOrd="0" presId="urn:microsoft.com/office/officeart/2018/2/layout/IconVerticalSolidList"/>
    <dgm:cxn modelId="{91EF2804-A165-4422-8C88-69BDEFDB5D3F}" type="presParOf" srcId="{E5875949-5340-4E3E-8F0F-7296975CEF0C}" destId="{590162F7-C749-4FA2-BB98-0E47F5C26A2F}" srcOrd="0" destOrd="0" presId="urn:microsoft.com/office/officeart/2018/2/layout/IconVerticalSolidList"/>
    <dgm:cxn modelId="{88DBB222-02B3-457A-A1D4-1897603A5BA8}" type="presParOf" srcId="{E5875949-5340-4E3E-8F0F-7296975CEF0C}" destId="{5269A713-DA35-48FC-BBE6-F798617E7D45}" srcOrd="1" destOrd="0" presId="urn:microsoft.com/office/officeart/2018/2/layout/IconVerticalSolidList"/>
    <dgm:cxn modelId="{527BE1D0-DC0A-4D80-A158-D0DA0125D62E}" type="presParOf" srcId="{E5875949-5340-4E3E-8F0F-7296975CEF0C}" destId="{5C284666-0F56-41CC-9F26-FDB1F16D53DE}" srcOrd="2" destOrd="0" presId="urn:microsoft.com/office/officeart/2018/2/layout/IconVerticalSolidList"/>
    <dgm:cxn modelId="{B1224886-6AB9-4F39-88EE-998139E3AC2E}" type="presParOf" srcId="{E5875949-5340-4E3E-8F0F-7296975CEF0C}" destId="{36C4CDA4-1A65-44B5-8170-27AF400F17D8}" srcOrd="3" destOrd="0" presId="urn:microsoft.com/office/officeart/2018/2/layout/IconVerticalSolidList"/>
    <dgm:cxn modelId="{2A308CAA-8F4B-41F1-BD35-158BB32DC68B}" type="presParOf" srcId="{445B902D-913C-41E9-BDAB-FC735676A5DE}" destId="{AFF3127F-CAB5-4891-8138-A4C3C0E578B9}" srcOrd="7" destOrd="0" presId="urn:microsoft.com/office/officeart/2018/2/layout/IconVerticalSolidList"/>
    <dgm:cxn modelId="{B7A03F88-627C-47D0-A928-5A197F55E6B9}" type="presParOf" srcId="{445B902D-913C-41E9-BDAB-FC735676A5DE}" destId="{7CFB9BE5-CCD3-475C-8B49-CDA730A19088}" srcOrd="8" destOrd="0" presId="urn:microsoft.com/office/officeart/2018/2/layout/IconVerticalSolidList"/>
    <dgm:cxn modelId="{6AED8141-5618-4401-A16F-8F8C1658BE84}" type="presParOf" srcId="{7CFB9BE5-CCD3-475C-8B49-CDA730A19088}" destId="{F3AE7C46-DAC7-45E0-A648-ED66B9D4CD87}" srcOrd="0" destOrd="0" presId="urn:microsoft.com/office/officeart/2018/2/layout/IconVerticalSolidList"/>
    <dgm:cxn modelId="{84A7D4D2-DC65-4C67-BD8C-CECD14AA1539}" type="presParOf" srcId="{7CFB9BE5-CCD3-475C-8B49-CDA730A19088}" destId="{EE26D1AB-5CF4-4914-9F36-59C4F7ADE049}" srcOrd="1" destOrd="0" presId="urn:microsoft.com/office/officeart/2018/2/layout/IconVerticalSolidList"/>
    <dgm:cxn modelId="{14B6B8E6-746F-45EE-B5FD-3DE385D1EB53}" type="presParOf" srcId="{7CFB9BE5-CCD3-475C-8B49-CDA730A19088}" destId="{B7DF93C6-6D12-415A-AB59-BB11C2C04FF5}" srcOrd="2" destOrd="0" presId="urn:microsoft.com/office/officeart/2018/2/layout/IconVerticalSolidList"/>
    <dgm:cxn modelId="{89D5F6B4-AFEA-4B60-921A-1923DE726773}" type="presParOf" srcId="{7CFB9BE5-CCD3-475C-8B49-CDA730A19088}" destId="{57936FE4-4828-4708-89AB-AAFA1C6BCA22}" srcOrd="3" destOrd="0" presId="urn:microsoft.com/office/officeart/2018/2/layout/IconVerticalSolidList"/>
    <dgm:cxn modelId="{279F6404-238B-4672-88D3-F3259CB42D9B}" type="presParOf" srcId="{445B902D-913C-41E9-BDAB-FC735676A5DE}" destId="{C6FA033F-22CC-4FCB-80F4-E9AD509CD19B}" srcOrd="9" destOrd="0" presId="urn:microsoft.com/office/officeart/2018/2/layout/IconVerticalSolidList"/>
    <dgm:cxn modelId="{6BD1E254-41B5-4A4B-B0BC-B8BF12C29D55}" type="presParOf" srcId="{445B902D-913C-41E9-BDAB-FC735676A5DE}" destId="{446373ED-8677-4011-BFB8-8A049BB4F918}" srcOrd="10" destOrd="0" presId="urn:microsoft.com/office/officeart/2018/2/layout/IconVerticalSolidList"/>
    <dgm:cxn modelId="{D0E70802-600B-4700-AD37-B2F1A9E798B0}" type="presParOf" srcId="{446373ED-8677-4011-BFB8-8A049BB4F918}" destId="{28D20015-65F1-46C7-95FB-F8E1AE8D585D}" srcOrd="0" destOrd="0" presId="urn:microsoft.com/office/officeart/2018/2/layout/IconVerticalSolidList"/>
    <dgm:cxn modelId="{EC70BE4E-D965-4F24-9746-60D3A25F1DD7}" type="presParOf" srcId="{446373ED-8677-4011-BFB8-8A049BB4F918}" destId="{6356BACD-09CB-4DB3-A1E8-6EC45BE3FC5D}" srcOrd="1" destOrd="0" presId="urn:microsoft.com/office/officeart/2018/2/layout/IconVerticalSolidList"/>
    <dgm:cxn modelId="{0647F53C-666E-4CD3-91D6-2595A3B442D4}" type="presParOf" srcId="{446373ED-8677-4011-BFB8-8A049BB4F918}" destId="{652B1DB9-4103-467E-9B6F-3B030FF7F0E4}" srcOrd="2" destOrd="0" presId="urn:microsoft.com/office/officeart/2018/2/layout/IconVerticalSolidList"/>
    <dgm:cxn modelId="{133B9F5E-8212-471C-8807-86BAEC4F1232}" type="presParOf" srcId="{446373ED-8677-4011-BFB8-8A049BB4F918}" destId="{A82D6518-66D5-4C49-AA3B-50A169334CF9}" srcOrd="3" destOrd="0" presId="urn:microsoft.com/office/officeart/2018/2/layout/IconVerticalSolidList"/>
    <dgm:cxn modelId="{4E8A46BB-BDFB-4288-B115-D095B3EB623F}" type="presParOf" srcId="{445B902D-913C-41E9-BDAB-FC735676A5DE}" destId="{20AE6D13-1F77-4940-AFE3-24E30CAF8657}" srcOrd="11" destOrd="0" presId="urn:microsoft.com/office/officeart/2018/2/layout/IconVerticalSolidList"/>
    <dgm:cxn modelId="{4CEC93C4-BC7F-4254-8C7F-52886E161DFA}" type="presParOf" srcId="{445B902D-913C-41E9-BDAB-FC735676A5DE}" destId="{49063AC0-F509-4545-9407-555196CDC88E}" srcOrd="12" destOrd="0" presId="urn:microsoft.com/office/officeart/2018/2/layout/IconVerticalSolidList"/>
    <dgm:cxn modelId="{C3B49709-B6DD-4667-ACFA-C3D5B58134FD}" type="presParOf" srcId="{49063AC0-F509-4545-9407-555196CDC88E}" destId="{79314B6B-0D23-4D79-8ADE-9BB5716ED274}" srcOrd="0" destOrd="0" presId="urn:microsoft.com/office/officeart/2018/2/layout/IconVerticalSolidList"/>
    <dgm:cxn modelId="{8F14A256-DEEC-4700-89B9-4A071A5A0399}" type="presParOf" srcId="{49063AC0-F509-4545-9407-555196CDC88E}" destId="{66F9BE57-075B-4BF5-A01A-78ADE9921E0E}" srcOrd="1" destOrd="0" presId="urn:microsoft.com/office/officeart/2018/2/layout/IconVerticalSolidList"/>
    <dgm:cxn modelId="{2937D9BA-72C5-47A2-8938-727315096381}" type="presParOf" srcId="{49063AC0-F509-4545-9407-555196CDC88E}" destId="{E741A69A-E287-4EDD-A13B-404587FF88B4}" srcOrd="2" destOrd="0" presId="urn:microsoft.com/office/officeart/2018/2/layout/IconVerticalSolidList"/>
    <dgm:cxn modelId="{F07FDD13-749D-41D8-ABC8-674F6A8B8126}" type="presParOf" srcId="{49063AC0-F509-4545-9407-555196CDC88E}" destId="{CB332F09-58DE-43F1-ABCB-84382AE6A89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57DE554-0593-41E4-B92A-4631B86F96E0}" type="doc">
      <dgm:prSet loTypeId="urn:microsoft.com/office/officeart/2005/8/layout/vList2" loCatId="list" qsTypeId="urn:microsoft.com/office/officeart/2005/8/quickstyle/simple1" qsCatId="simple" csTypeId="urn:microsoft.com/office/officeart/2005/8/colors/accent1_5" csCatId="accent1"/>
      <dgm:spPr/>
      <dgm:t>
        <a:bodyPr/>
        <a:lstStyle/>
        <a:p>
          <a:endParaRPr lang="en-US"/>
        </a:p>
      </dgm:t>
    </dgm:pt>
    <dgm:pt modelId="{BF1B8585-ED0C-49BA-AFC9-279FE58642C1}">
      <dgm:prSet/>
      <dgm:spPr/>
      <dgm:t>
        <a:bodyPr/>
        <a:lstStyle/>
        <a:p>
          <a:r>
            <a:rPr lang="en-US" baseline="0"/>
            <a:t>Start at an initial state.</a:t>
          </a:r>
          <a:endParaRPr lang="en-US"/>
        </a:p>
      </dgm:t>
    </dgm:pt>
    <dgm:pt modelId="{986E7663-E1EA-4336-9962-8B2DFB4C6EE1}" type="parTrans" cxnId="{D8B1187D-400A-493D-9666-22412F3DEB64}">
      <dgm:prSet/>
      <dgm:spPr/>
      <dgm:t>
        <a:bodyPr/>
        <a:lstStyle/>
        <a:p>
          <a:endParaRPr lang="en-US"/>
        </a:p>
      </dgm:t>
    </dgm:pt>
    <dgm:pt modelId="{CA51B2A6-5370-479E-B2CA-28C48B2B04DA}" type="sibTrans" cxnId="{D8B1187D-400A-493D-9666-22412F3DEB64}">
      <dgm:prSet/>
      <dgm:spPr/>
      <dgm:t>
        <a:bodyPr/>
        <a:lstStyle/>
        <a:p>
          <a:endParaRPr lang="en-US"/>
        </a:p>
      </dgm:t>
    </dgm:pt>
    <dgm:pt modelId="{0A72E2D6-C665-4B57-B54A-F4B73EDB89AF}">
      <dgm:prSet/>
      <dgm:spPr/>
      <dgm:t>
        <a:bodyPr/>
        <a:lstStyle/>
        <a:p>
          <a:r>
            <a:rPr lang="en-US" baseline="0"/>
            <a:t>Look at all neighboring states.</a:t>
          </a:r>
          <a:endParaRPr lang="en-US"/>
        </a:p>
      </dgm:t>
    </dgm:pt>
    <dgm:pt modelId="{B7EB7874-76C0-41FB-982F-7E13F9348F7A}" type="parTrans" cxnId="{F58380A3-4D49-4BA6-98FF-3B98D9A20D00}">
      <dgm:prSet/>
      <dgm:spPr/>
      <dgm:t>
        <a:bodyPr/>
        <a:lstStyle/>
        <a:p>
          <a:endParaRPr lang="en-US"/>
        </a:p>
      </dgm:t>
    </dgm:pt>
    <dgm:pt modelId="{EC322A36-713F-4DF9-A699-4C8E0EDD5637}" type="sibTrans" cxnId="{F58380A3-4D49-4BA6-98FF-3B98D9A20D00}">
      <dgm:prSet/>
      <dgm:spPr/>
      <dgm:t>
        <a:bodyPr/>
        <a:lstStyle/>
        <a:p>
          <a:endParaRPr lang="en-US"/>
        </a:p>
      </dgm:t>
    </dgm:pt>
    <dgm:pt modelId="{B6E04E20-CA57-4696-888E-24377AA431FB}">
      <dgm:prSet/>
      <dgm:spPr/>
      <dgm:t>
        <a:bodyPr/>
        <a:lstStyle/>
        <a:p>
          <a:r>
            <a:rPr lang="en-US" baseline="0"/>
            <a:t>Move to the neighbor with the highest value.</a:t>
          </a:r>
          <a:endParaRPr lang="en-US"/>
        </a:p>
      </dgm:t>
    </dgm:pt>
    <dgm:pt modelId="{F7929657-67BC-4021-A7C9-A7C35994CC63}" type="parTrans" cxnId="{977BBFA3-1C6C-405B-A38F-07FA098DEC00}">
      <dgm:prSet/>
      <dgm:spPr/>
      <dgm:t>
        <a:bodyPr/>
        <a:lstStyle/>
        <a:p>
          <a:endParaRPr lang="en-US"/>
        </a:p>
      </dgm:t>
    </dgm:pt>
    <dgm:pt modelId="{C6AC8727-BDB9-43EE-925B-EEEB79C8D534}" type="sibTrans" cxnId="{977BBFA3-1C6C-405B-A38F-07FA098DEC00}">
      <dgm:prSet/>
      <dgm:spPr/>
      <dgm:t>
        <a:bodyPr/>
        <a:lstStyle/>
        <a:p>
          <a:endParaRPr lang="en-US"/>
        </a:p>
      </dgm:t>
    </dgm:pt>
    <dgm:pt modelId="{BDC67202-F92A-4A98-BC22-EF5B0F4E5D87}">
      <dgm:prSet/>
      <dgm:spPr/>
      <dgm:t>
        <a:bodyPr/>
        <a:lstStyle/>
        <a:p>
          <a:r>
            <a:rPr lang="en-US" baseline="0"/>
            <a:t>If no neighbor is better, stop — you are at a peak.</a:t>
          </a:r>
          <a:endParaRPr lang="en-US"/>
        </a:p>
      </dgm:t>
    </dgm:pt>
    <dgm:pt modelId="{3F8C14A7-7211-4EF7-8AC4-9FC7DFAEC0DC}" type="parTrans" cxnId="{7731338F-2CBE-412B-A8D6-B5D554779455}">
      <dgm:prSet/>
      <dgm:spPr/>
      <dgm:t>
        <a:bodyPr/>
        <a:lstStyle/>
        <a:p>
          <a:endParaRPr lang="en-US"/>
        </a:p>
      </dgm:t>
    </dgm:pt>
    <dgm:pt modelId="{D8F19355-F9F9-46DC-879C-209D84241467}" type="sibTrans" cxnId="{7731338F-2CBE-412B-A8D6-B5D554779455}">
      <dgm:prSet/>
      <dgm:spPr/>
      <dgm:t>
        <a:bodyPr/>
        <a:lstStyle/>
        <a:p>
          <a:endParaRPr lang="en-US"/>
        </a:p>
      </dgm:t>
    </dgm:pt>
    <dgm:pt modelId="{22812DA2-F422-4D2A-A9CB-59B99AECE610}">
      <dgm:prSet/>
      <dgm:spPr/>
      <dgm:t>
        <a:bodyPr/>
        <a:lstStyle/>
        <a:p>
          <a:r>
            <a:rPr lang="en-US" baseline="0"/>
            <a:t>Also called greedy local search — always takes the best next step.</a:t>
          </a:r>
          <a:endParaRPr lang="en-US"/>
        </a:p>
      </dgm:t>
    </dgm:pt>
    <dgm:pt modelId="{4FA25426-1453-4E8B-B636-DDCEAE94FD02}" type="parTrans" cxnId="{9CD5EE4D-7585-457C-A18C-E28F43A9566A}">
      <dgm:prSet/>
      <dgm:spPr/>
      <dgm:t>
        <a:bodyPr/>
        <a:lstStyle/>
        <a:p>
          <a:endParaRPr lang="en-US"/>
        </a:p>
      </dgm:t>
    </dgm:pt>
    <dgm:pt modelId="{C351B31E-0D83-4F83-A7D7-E0F6AF98EFDD}" type="sibTrans" cxnId="{9CD5EE4D-7585-457C-A18C-E28F43A9566A}">
      <dgm:prSet/>
      <dgm:spPr/>
      <dgm:t>
        <a:bodyPr/>
        <a:lstStyle/>
        <a:p>
          <a:endParaRPr lang="en-US"/>
        </a:p>
      </dgm:t>
    </dgm:pt>
    <dgm:pt modelId="{E9C19379-EBF5-42C5-8F47-7D38C5ABF613}" type="pres">
      <dgm:prSet presAssocID="{B57DE554-0593-41E4-B92A-4631B86F96E0}" presName="linear" presStyleCnt="0">
        <dgm:presLayoutVars>
          <dgm:animLvl val="lvl"/>
          <dgm:resizeHandles val="exact"/>
        </dgm:presLayoutVars>
      </dgm:prSet>
      <dgm:spPr/>
    </dgm:pt>
    <dgm:pt modelId="{FA09303B-A5BB-4312-B913-C471E3A9AF1E}" type="pres">
      <dgm:prSet presAssocID="{BF1B8585-ED0C-49BA-AFC9-279FE58642C1}" presName="parentText" presStyleLbl="node1" presStyleIdx="0" presStyleCnt="5">
        <dgm:presLayoutVars>
          <dgm:chMax val="0"/>
          <dgm:bulletEnabled val="1"/>
        </dgm:presLayoutVars>
      </dgm:prSet>
      <dgm:spPr/>
    </dgm:pt>
    <dgm:pt modelId="{B643D364-EF10-4CEC-808E-C9787B4B78FA}" type="pres">
      <dgm:prSet presAssocID="{CA51B2A6-5370-479E-B2CA-28C48B2B04DA}" presName="spacer" presStyleCnt="0"/>
      <dgm:spPr/>
    </dgm:pt>
    <dgm:pt modelId="{7BAC15FC-666D-40BE-8DD4-E9168D92936E}" type="pres">
      <dgm:prSet presAssocID="{0A72E2D6-C665-4B57-B54A-F4B73EDB89AF}" presName="parentText" presStyleLbl="node1" presStyleIdx="1" presStyleCnt="5">
        <dgm:presLayoutVars>
          <dgm:chMax val="0"/>
          <dgm:bulletEnabled val="1"/>
        </dgm:presLayoutVars>
      </dgm:prSet>
      <dgm:spPr/>
    </dgm:pt>
    <dgm:pt modelId="{292F11F9-7A82-4444-BC16-71B2D4B6CEC9}" type="pres">
      <dgm:prSet presAssocID="{EC322A36-713F-4DF9-A699-4C8E0EDD5637}" presName="spacer" presStyleCnt="0"/>
      <dgm:spPr/>
    </dgm:pt>
    <dgm:pt modelId="{EF62303F-EE57-4992-8DDE-068FEAAD9AE8}" type="pres">
      <dgm:prSet presAssocID="{B6E04E20-CA57-4696-888E-24377AA431FB}" presName="parentText" presStyleLbl="node1" presStyleIdx="2" presStyleCnt="5">
        <dgm:presLayoutVars>
          <dgm:chMax val="0"/>
          <dgm:bulletEnabled val="1"/>
        </dgm:presLayoutVars>
      </dgm:prSet>
      <dgm:spPr/>
    </dgm:pt>
    <dgm:pt modelId="{39C37EB9-825D-4C74-A227-63E41E39EA6C}" type="pres">
      <dgm:prSet presAssocID="{C6AC8727-BDB9-43EE-925B-EEEB79C8D534}" presName="spacer" presStyleCnt="0"/>
      <dgm:spPr/>
    </dgm:pt>
    <dgm:pt modelId="{1628D355-97BF-40C3-B7CB-9A1FE98DC3A9}" type="pres">
      <dgm:prSet presAssocID="{BDC67202-F92A-4A98-BC22-EF5B0F4E5D87}" presName="parentText" presStyleLbl="node1" presStyleIdx="3" presStyleCnt="5">
        <dgm:presLayoutVars>
          <dgm:chMax val="0"/>
          <dgm:bulletEnabled val="1"/>
        </dgm:presLayoutVars>
      </dgm:prSet>
      <dgm:spPr/>
    </dgm:pt>
    <dgm:pt modelId="{CA7D0A54-A0BD-4CC9-A695-0075A05E55D4}" type="pres">
      <dgm:prSet presAssocID="{D8F19355-F9F9-46DC-879C-209D84241467}" presName="spacer" presStyleCnt="0"/>
      <dgm:spPr/>
    </dgm:pt>
    <dgm:pt modelId="{39EB0896-9569-4C6E-A06B-EA510814919A}" type="pres">
      <dgm:prSet presAssocID="{22812DA2-F422-4D2A-A9CB-59B99AECE610}" presName="parentText" presStyleLbl="node1" presStyleIdx="4" presStyleCnt="5">
        <dgm:presLayoutVars>
          <dgm:chMax val="0"/>
          <dgm:bulletEnabled val="1"/>
        </dgm:presLayoutVars>
      </dgm:prSet>
      <dgm:spPr/>
    </dgm:pt>
  </dgm:ptLst>
  <dgm:cxnLst>
    <dgm:cxn modelId="{0DE0802D-4469-409E-B926-F472D5A360B3}" type="presOf" srcId="{22812DA2-F422-4D2A-A9CB-59B99AECE610}" destId="{39EB0896-9569-4C6E-A06B-EA510814919A}" srcOrd="0" destOrd="0" presId="urn:microsoft.com/office/officeart/2005/8/layout/vList2"/>
    <dgm:cxn modelId="{4B155F38-361A-4A4E-BC1A-86B8FBFDA36B}" type="presOf" srcId="{B6E04E20-CA57-4696-888E-24377AA431FB}" destId="{EF62303F-EE57-4992-8DDE-068FEAAD9AE8}" srcOrd="0" destOrd="0" presId="urn:microsoft.com/office/officeart/2005/8/layout/vList2"/>
    <dgm:cxn modelId="{2431995D-1865-4D3C-AF36-24D0DEAA8B99}" type="presOf" srcId="{BF1B8585-ED0C-49BA-AFC9-279FE58642C1}" destId="{FA09303B-A5BB-4312-B913-C471E3A9AF1E}" srcOrd="0" destOrd="0" presId="urn:microsoft.com/office/officeart/2005/8/layout/vList2"/>
    <dgm:cxn modelId="{9CD5EE4D-7585-457C-A18C-E28F43A9566A}" srcId="{B57DE554-0593-41E4-B92A-4631B86F96E0}" destId="{22812DA2-F422-4D2A-A9CB-59B99AECE610}" srcOrd="4" destOrd="0" parTransId="{4FA25426-1453-4E8B-B636-DDCEAE94FD02}" sibTransId="{C351B31E-0D83-4F83-A7D7-E0F6AF98EFDD}"/>
    <dgm:cxn modelId="{BB014779-9DED-4DF8-BF9F-C29B8244D3DC}" type="presOf" srcId="{BDC67202-F92A-4A98-BC22-EF5B0F4E5D87}" destId="{1628D355-97BF-40C3-B7CB-9A1FE98DC3A9}" srcOrd="0" destOrd="0" presId="urn:microsoft.com/office/officeart/2005/8/layout/vList2"/>
    <dgm:cxn modelId="{D8B1187D-400A-493D-9666-22412F3DEB64}" srcId="{B57DE554-0593-41E4-B92A-4631B86F96E0}" destId="{BF1B8585-ED0C-49BA-AFC9-279FE58642C1}" srcOrd="0" destOrd="0" parTransId="{986E7663-E1EA-4336-9962-8B2DFB4C6EE1}" sibTransId="{CA51B2A6-5370-479E-B2CA-28C48B2B04DA}"/>
    <dgm:cxn modelId="{7731338F-2CBE-412B-A8D6-B5D554779455}" srcId="{B57DE554-0593-41E4-B92A-4631B86F96E0}" destId="{BDC67202-F92A-4A98-BC22-EF5B0F4E5D87}" srcOrd="3" destOrd="0" parTransId="{3F8C14A7-7211-4EF7-8AC4-9FC7DFAEC0DC}" sibTransId="{D8F19355-F9F9-46DC-879C-209D84241467}"/>
    <dgm:cxn modelId="{F58380A3-4D49-4BA6-98FF-3B98D9A20D00}" srcId="{B57DE554-0593-41E4-B92A-4631B86F96E0}" destId="{0A72E2D6-C665-4B57-B54A-F4B73EDB89AF}" srcOrd="1" destOrd="0" parTransId="{B7EB7874-76C0-41FB-982F-7E13F9348F7A}" sibTransId="{EC322A36-713F-4DF9-A699-4C8E0EDD5637}"/>
    <dgm:cxn modelId="{977BBFA3-1C6C-405B-A38F-07FA098DEC00}" srcId="{B57DE554-0593-41E4-B92A-4631B86F96E0}" destId="{B6E04E20-CA57-4696-888E-24377AA431FB}" srcOrd="2" destOrd="0" parTransId="{F7929657-67BC-4021-A7C9-A7C35994CC63}" sibTransId="{C6AC8727-BDB9-43EE-925B-EEEB79C8D534}"/>
    <dgm:cxn modelId="{830F68C2-0D06-448E-ABA9-DE6F1CD6F0DB}" type="presOf" srcId="{0A72E2D6-C665-4B57-B54A-F4B73EDB89AF}" destId="{7BAC15FC-666D-40BE-8DD4-E9168D92936E}" srcOrd="0" destOrd="0" presId="urn:microsoft.com/office/officeart/2005/8/layout/vList2"/>
    <dgm:cxn modelId="{119BB6E8-201D-4509-A96B-E05D8630831A}" type="presOf" srcId="{B57DE554-0593-41E4-B92A-4631B86F96E0}" destId="{E9C19379-EBF5-42C5-8F47-7D38C5ABF613}" srcOrd="0" destOrd="0" presId="urn:microsoft.com/office/officeart/2005/8/layout/vList2"/>
    <dgm:cxn modelId="{85AB3C81-AD82-4248-8251-0C5E22351F65}" type="presParOf" srcId="{E9C19379-EBF5-42C5-8F47-7D38C5ABF613}" destId="{FA09303B-A5BB-4312-B913-C471E3A9AF1E}" srcOrd="0" destOrd="0" presId="urn:microsoft.com/office/officeart/2005/8/layout/vList2"/>
    <dgm:cxn modelId="{45A31E19-EA70-4ACE-86E3-E8F1864C8E09}" type="presParOf" srcId="{E9C19379-EBF5-42C5-8F47-7D38C5ABF613}" destId="{B643D364-EF10-4CEC-808E-C9787B4B78FA}" srcOrd="1" destOrd="0" presId="urn:microsoft.com/office/officeart/2005/8/layout/vList2"/>
    <dgm:cxn modelId="{6723EAFF-3969-48AD-ADCE-B30A08DC3820}" type="presParOf" srcId="{E9C19379-EBF5-42C5-8F47-7D38C5ABF613}" destId="{7BAC15FC-666D-40BE-8DD4-E9168D92936E}" srcOrd="2" destOrd="0" presId="urn:microsoft.com/office/officeart/2005/8/layout/vList2"/>
    <dgm:cxn modelId="{C67B60E0-7531-44F8-8E97-1F3541E5D14A}" type="presParOf" srcId="{E9C19379-EBF5-42C5-8F47-7D38C5ABF613}" destId="{292F11F9-7A82-4444-BC16-71B2D4B6CEC9}" srcOrd="3" destOrd="0" presId="urn:microsoft.com/office/officeart/2005/8/layout/vList2"/>
    <dgm:cxn modelId="{5654D0C5-3041-4761-A152-1EFBADC23F95}" type="presParOf" srcId="{E9C19379-EBF5-42C5-8F47-7D38C5ABF613}" destId="{EF62303F-EE57-4992-8DDE-068FEAAD9AE8}" srcOrd="4" destOrd="0" presId="urn:microsoft.com/office/officeart/2005/8/layout/vList2"/>
    <dgm:cxn modelId="{B68E590D-0874-4F2C-9856-1C441A16CCC6}" type="presParOf" srcId="{E9C19379-EBF5-42C5-8F47-7D38C5ABF613}" destId="{39C37EB9-825D-4C74-A227-63E41E39EA6C}" srcOrd="5" destOrd="0" presId="urn:microsoft.com/office/officeart/2005/8/layout/vList2"/>
    <dgm:cxn modelId="{29E91E3B-4B0B-4BB2-A9C0-10F751D0C39A}" type="presParOf" srcId="{E9C19379-EBF5-42C5-8F47-7D38C5ABF613}" destId="{1628D355-97BF-40C3-B7CB-9A1FE98DC3A9}" srcOrd="6" destOrd="0" presId="urn:microsoft.com/office/officeart/2005/8/layout/vList2"/>
    <dgm:cxn modelId="{249E7995-1BCA-4B34-A278-95B625426835}" type="presParOf" srcId="{E9C19379-EBF5-42C5-8F47-7D38C5ABF613}" destId="{CA7D0A54-A0BD-4CC9-A695-0075A05E55D4}" srcOrd="7" destOrd="0" presId="urn:microsoft.com/office/officeart/2005/8/layout/vList2"/>
    <dgm:cxn modelId="{C58284F7-1E2A-47E3-925E-427AC9BFC7CD}" type="presParOf" srcId="{E9C19379-EBF5-42C5-8F47-7D38C5ABF613}" destId="{39EB0896-9569-4C6E-A06B-EA510814919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535D2AE-D7F4-4DD6-91EF-8D07B11025C6}" type="doc">
      <dgm:prSet loTypeId="urn:microsoft.com/office/officeart/2016/7/layout/BasicLinearProcessNumbered" loCatId="process" qsTypeId="urn:microsoft.com/office/officeart/2005/8/quickstyle/simple2" qsCatId="simple" csTypeId="urn:microsoft.com/office/officeart/2005/8/colors/accent0_3" csCatId="mainScheme"/>
      <dgm:spPr/>
      <dgm:t>
        <a:bodyPr/>
        <a:lstStyle/>
        <a:p>
          <a:endParaRPr lang="en-US"/>
        </a:p>
      </dgm:t>
    </dgm:pt>
    <dgm:pt modelId="{2D6A8D85-621E-46E2-8FAD-04E535987C82}">
      <dgm:prSet/>
      <dgm:spPr/>
      <dgm:t>
        <a:bodyPr/>
        <a:lstStyle/>
        <a:p>
          <a:r>
            <a:rPr lang="en-US" baseline="0"/>
            <a:t>Start at an initial state.</a:t>
          </a:r>
          <a:endParaRPr lang="en-US"/>
        </a:p>
      </dgm:t>
    </dgm:pt>
    <dgm:pt modelId="{53E3C381-CE6E-428C-B2D5-F3BFB87DC3C5}" type="parTrans" cxnId="{F219CAEC-CA30-4AAD-B6B2-BECD8BD57496}">
      <dgm:prSet/>
      <dgm:spPr/>
      <dgm:t>
        <a:bodyPr/>
        <a:lstStyle/>
        <a:p>
          <a:endParaRPr lang="en-US"/>
        </a:p>
      </dgm:t>
    </dgm:pt>
    <dgm:pt modelId="{0CB29B32-D66C-4241-9DC9-7A1A8019CFE2}" type="sibTrans" cxnId="{F219CAEC-CA30-4AAD-B6B2-BECD8BD57496}">
      <dgm:prSet phldrT="1" phldr="0"/>
      <dgm:spPr/>
      <dgm:t>
        <a:bodyPr/>
        <a:lstStyle/>
        <a:p>
          <a:r>
            <a:rPr lang="en-US"/>
            <a:t>1</a:t>
          </a:r>
        </a:p>
      </dgm:t>
    </dgm:pt>
    <dgm:pt modelId="{B9ADC6C1-AE82-4777-9240-2A6680420910}">
      <dgm:prSet/>
      <dgm:spPr/>
      <dgm:t>
        <a:bodyPr/>
        <a:lstStyle/>
        <a:p>
          <a:r>
            <a:rPr lang="en-US" baseline="0"/>
            <a:t>Pick a random neighbor (not the best one).</a:t>
          </a:r>
          <a:endParaRPr lang="en-US"/>
        </a:p>
      </dgm:t>
    </dgm:pt>
    <dgm:pt modelId="{0B071B40-8823-41D6-B343-22DA16429BD6}" type="parTrans" cxnId="{328900EA-26DD-4D9C-8AE0-2DB33BF9BEE0}">
      <dgm:prSet/>
      <dgm:spPr/>
      <dgm:t>
        <a:bodyPr/>
        <a:lstStyle/>
        <a:p>
          <a:endParaRPr lang="en-US"/>
        </a:p>
      </dgm:t>
    </dgm:pt>
    <dgm:pt modelId="{235055FE-DCAB-40F2-A7EA-11832BDDA52F}" type="sibTrans" cxnId="{328900EA-26DD-4D9C-8AE0-2DB33BF9BEE0}">
      <dgm:prSet phldrT="2" phldr="0"/>
      <dgm:spPr/>
      <dgm:t>
        <a:bodyPr/>
        <a:lstStyle/>
        <a:p>
          <a:r>
            <a:rPr lang="en-US"/>
            <a:t>2</a:t>
          </a:r>
        </a:p>
      </dgm:t>
    </dgm:pt>
    <dgm:pt modelId="{25153A76-E33E-49BC-B74B-4DF6B730CA07}">
      <dgm:prSet/>
      <dgm:spPr/>
      <dgm:t>
        <a:bodyPr/>
        <a:lstStyle/>
        <a:p>
          <a:r>
            <a:rPr lang="en-US" baseline="0"/>
            <a:t>If it is better, always move to it.</a:t>
          </a:r>
          <a:endParaRPr lang="en-US"/>
        </a:p>
      </dgm:t>
    </dgm:pt>
    <dgm:pt modelId="{974EA813-0089-410D-B653-ED10F7FB5D7D}" type="parTrans" cxnId="{01CCB5C8-32CB-455D-9662-C4992B2E9B06}">
      <dgm:prSet/>
      <dgm:spPr/>
      <dgm:t>
        <a:bodyPr/>
        <a:lstStyle/>
        <a:p>
          <a:endParaRPr lang="en-US"/>
        </a:p>
      </dgm:t>
    </dgm:pt>
    <dgm:pt modelId="{FB382668-88DF-4CD1-86E4-A1EAA224AEEA}" type="sibTrans" cxnId="{01CCB5C8-32CB-455D-9662-C4992B2E9B06}">
      <dgm:prSet phldrT="3" phldr="0"/>
      <dgm:spPr/>
      <dgm:t>
        <a:bodyPr/>
        <a:lstStyle/>
        <a:p>
          <a:r>
            <a:rPr lang="en-US"/>
            <a:t>3</a:t>
          </a:r>
        </a:p>
      </dgm:t>
    </dgm:pt>
    <dgm:pt modelId="{F91909EC-4797-4B9D-A16E-D10791B93419}">
      <dgm:prSet/>
      <dgm:spPr/>
      <dgm:t>
        <a:bodyPr/>
        <a:lstStyle/>
        <a:p>
          <a:r>
            <a:rPr lang="en-US" baseline="0"/>
            <a:t>If it is worse, move to it with a probability based on temperature T.</a:t>
          </a:r>
          <a:endParaRPr lang="en-US"/>
        </a:p>
      </dgm:t>
    </dgm:pt>
    <dgm:pt modelId="{B658C8ED-5840-46AD-85F7-620CFB9101E7}" type="parTrans" cxnId="{F4A3D465-59E5-4D3A-B5E8-3EB6D6E86D3F}">
      <dgm:prSet/>
      <dgm:spPr/>
      <dgm:t>
        <a:bodyPr/>
        <a:lstStyle/>
        <a:p>
          <a:endParaRPr lang="en-US"/>
        </a:p>
      </dgm:t>
    </dgm:pt>
    <dgm:pt modelId="{DD902F21-C798-4D37-9E45-D637D6FBF11D}" type="sibTrans" cxnId="{F4A3D465-59E5-4D3A-B5E8-3EB6D6E86D3F}">
      <dgm:prSet phldrT="4" phldr="0"/>
      <dgm:spPr/>
      <dgm:t>
        <a:bodyPr/>
        <a:lstStyle/>
        <a:p>
          <a:r>
            <a:rPr lang="en-US"/>
            <a:t>4</a:t>
          </a:r>
        </a:p>
      </dgm:t>
    </dgm:pt>
    <dgm:pt modelId="{3ACBA6E2-7AC5-493C-B746-2CF6699B2682}">
      <dgm:prSet/>
      <dgm:spPr/>
      <dgm:t>
        <a:bodyPr/>
        <a:lstStyle/>
        <a:p>
          <a:r>
            <a:rPr lang="en-US" baseline="0"/>
            <a:t>Slowly lower the temperature over time.</a:t>
          </a:r>
          <a:endParaRPr lang="en-US"/>
        </a:p>
      </dgm:t>
    </dgm:pt>
    <dgm:pt modelId="{FCA0B98D-0C8B-49B9-A875-8657B812361B}" type="parTrans" cxnId="{8B871C72-C153-404B-83D6-2CEBB4C10225}">
      <dgm:prSet/>
      <dgm:spPr/>
      <dgm:t>
        <a:bodyPr/>
        <a:lstStyle/>
        <a:p>
          <a:endParaRPr lang="en-US"/>
        </a:p>
      </dgm:t>
    </dgm:pt>
    <dgm:pt modelId="{16929CB0-B3D0-4C00-B35A-680E5A9AEB63}" type="sibTrans" cxnId="{8B871C72-C153-404B-83D6-2CEBB4C10225}">
      <dgm:prSet phldrT="5" phldr="0"/>
      <dgm:spPr/>
      <dgm:t>
        <a:bodyPr/>
        <a:lstStyle/>
        <a:p>
          <a:r>
            <a:rPr lang="en-US"/>
            <a:t>5</a:t>
          </a:r>
        </a:p>
      </dgm:t>
    </dgm:pt>
    <dgm:pt modelId="{6EF87B9C-FE78-434E-A190-96842FDEA1DD}">
      <dgm:prSet/>
      <dgm:spPr/>
      <dgm:t>
        <a:bodyPr/>
        <a:lstStyle/>
        <a:p>
          <a:r>
            <a:rPr lang="en-US" baseline="0"/>
            <a:t>Stop when temperature reaches zero.</a:t>
          </a:r>
          <a:endParaRPr lang="en-US"/>
        </a:p>
      </dgm:t>
    </dgm:pt>
    <dgm:pt modelId="{AC548540-A340-4660-8089-A42557259588}" type="parTrans" cxnId="{F8781727-266F-4812-B38E-00DA873A1AC1}">
      <dgm:prSet/>
      <dgm:spPr/>
      <dgm:t>
        <a:bodyPr/>
        <a:lstStyle/>
        <a:p>
          <a:endParaRPr lang="en-US"/>
        </a:p>
      </dgm:t>
    </dgm:pt>
    <dgm:pt modelId="{91923EE1-BC32-4599-A8D3-C3023ADDF224}" type="sibTrans" cxnId="{F8781727-266F-4812-B38E-00DA873A1AC1}">
      <dgm:prSet phldrT="6" phldr="0"/>
      <dgm:spPr/>
      <dgm:t>
        <a:bodyPr/>
        <a:lstStyle/>
        <a:p>
          <a:r>
            <a:rPr lang="en-US"/>
            <a:t>6</a:t>
          </a:r>
        </a:p>
      </dgm:t>
    </dgm:pt>
    <dgm:pt modelId="{BC91A9DF-5566-434E-A33D-6914C2FA458D}" type="pres">
      <dgm:prSet presAssocID="{6535D2AE-D7F4-4DD6-91EF-8D07B11025C6}" presName="Name0" presStyleCnt="0">
        <dgm:presLayoutVars>
          <dgm:animLvl val="lvl"/>
          <dgm:resizeHandles val="exact"/>
        </dgm:presLayoutVars>
      </dgm:prSet>
      <dgm:spPr/>
    </dgm:pt>
    <dgm:pt modelId="{33E4A0B7-211A-4EEE-9CA7-B51678E2C0EF}" type="pres">
      <dgm:prSet presAssocID="{2D6A8D85-621E-46E2-8FAD-04E535987C82}" presName="compositeNode" presStyleCnt="0">
        <dgm:presLayoutVars>
          <dgm:bulletEnabled val="1"/>
        </dgm:presLayoutVars>
      </dgm:prSet>
      <dgm:spPr/>
    </dgm:pt>
    <dgm:pt modelId="{003D2F4B-87E3-4EDC-9328-C72C75990888}" type="pres">
      <dgm:prSet presAssocID="{2D6A8D85-621E-46E2-8FAD-04E535987C82}" presName="bgRect" presStyleLbl="bgAccFollowNode1" presStyleIdx="0" presStyleCnt="6"/>
      <dgm:spPr/>
    </dgm:pt>
    <dgm:pt modelId="{F07E4100-5F98-4B2C-8C5B-0285E07975ED}" type="pres">
      <dgm:prSet presAssocID="{0CB29B32-D66C-4241-9DC9-7A1A8019CFE2}" presName="sibTransNodeCircle" presStyleLbl="alignNode1" presStyleIdx="0" presStyleCnt="12">
        <dgm:presLayoutVars>
          <dgm:chMax val="0"/>
          <dgm:bulletEnabled/>
        </dgm:presLayoutVars>
      </dgm:prSet>
      <dgm:spPr/>
    </dgm:pt>
    <dgm:pt modelId="{E8D5AFB6-B050-4B08-8203-5A5314603253}" type="pres">
      <dgm:prSet presAssocID="{2D6A8D85-621E-46E2-8FAD-04E535987C82}" presName="bottomLine" presStyleLbl="alignNode1" presStyleIdx="1" presStyleCnt="12">
        <dgm:presLayoutVars/>
      </dgm:prSet>
      <dgm:spPr/>
    </dgm:pt>
    <dgm:pt modelId="{3CD121AE-D06E-4492-AC61-BEDD074AE4E9}" type="pres">
      <dgm:prSet presAssocID="{2D6A8D85-621E-46E2-8FAD-04E535987C82}" presName="nodeText" presStyleLbl="bgAccFollowNode1" presStyleIdx="0" presStyleCnt="6">
        <dgm:presLayoutVars>
          <dgm:bulletEnabled val="1"/>
        </dgm:presLayoutVars>
      </dgm:prSet>
      <dgm:spPr/>
    </dgm:pt>
    <dgm:pt modelId="{81CC6060-7CB7-46AF-AC46-AFE75B627EDA}" type="pres">
      <dgm:prSet presAssocID="{0CB29B32-D66C-4241-9DC9-7A1A8019CFE2}" presName="sibTrans" presStyleCnt="0"/>
      <dgm:spPr/>
    </dgm:pt>
    <dgm:pt modelId="{BCDBE872-A392-4623-B345-21ABE8AFB11D}" type="pres">
      <dgm:prSet presAssocID="{B9ADC6C1-AE82-4777-9240-2A6680420910}" presName="compositeNode" presStyleCnt="0">
        <dgm:presLayoutVars>
          <dgm:bulletEnabled val="1"/>
        </dgm:presLayoutVars>
      </dgm:prSet>
      <dgm:spPr/>
    </dgm:pt>
    <dgm:pt modelId="{40718AE4-DA27-4191-BF5E-5A67405786DC}" type="pres">
      <dgm:prSet presAssocID="{B9ADC6C1-AE82-4777-9240-2A6680420910}" presName="bgRect" presStyleLbl="bgAccFollowNode1" presStyleIdx="1" presStyleCnt="6"/>
      <dgm:spPr/>
    </dgm:pt>
    <dgm:pt modelId="{A11F961E-6E82-4D4B-9E8D-892FA2441EAD}" type="pres">
      <dgm:prSet presAssocID="{235055FE-DCAB-40F2-A7EA-11832BDDA52F}" presName="sibTransNodeCircle" presStyleLbl="alignNode1" presStyleIdx="2" presStyleCnt="12">
        <dgm:presLayoutVars>
          <dgm:chMax val="0"/>
          <dgm:bulletEnabled/>
        </dgm:presLayoutVars>
      </dgm:prSet>
      <dgm:spPr/>
    </dgm:pt>
    <dgm:pt modelId="{FC7C6EAE-A26F-40EB-B610-B02A4EE94C95}" type="pres">
      <dgm:prSet presAssocID="{B9ADC6C1-AE82-4777-9240-2A6680420910}" presName="bottomLine" presStyleLbl="alignNode1" presStyleIdx="3" presStyleCnt="12">
        <dgm:presLayoutVars/>
      </dgm:prSet>
      <dgm:spPr/>
    </dgm:pt>
    <dgm:pt modelId="{09404D75-4D13-43F3-ABFC-F916985B186C}" type="pres">
      <dgm:prSet presAssocID="{B9ADC6C1-AE82-4777-9240-2A6680420910}" presName="nodeText" presStyleLbl="bgAccFollowNode1" presStyleIdx="1" presStyleCnt="6">
        <dgm:presLayoutVars>
          <dgm:bulletEnabled val="1"/>
        </dgm:presLayoutVars>
      </dgm:prSet>
      <dgm:spPr/>
    </dgm:pt>
    <dgm:pt modelId="{6C032B97-73A7-4765-8664-506A7E9753D1}" type="pres">
      <dgm:prSet presAssocID="{235055FE-DCAB-40F2-A7EA-11832BDDA52F}" presName="sibTrans" presStyleCnt="0"/>
      <dgm:spPr/>
    </dgm:pt>
    <dgm:pt modelId="{D4F65FCB-D5FD-4A54-98C3-3A84541D8559}" type="pres">
      <dgm:prSet presAssocID="{25153A76-E33E-49BC-B74B-4DF6B730CA07}" presName="compositeNode" presStyleCnt="0">
        <dgm:presLayoutVars>
          <dgm:bulletEnabled val="1"/>
        </dgm:presLayoutVars>
      </dgm:prSet>
      <dgm:spPr/>
    </dgm:pt>
    <dgm:pt modelId="{809DEB0F-3381-49C5-96BD-27339032191D}" type="pres">
      <dgm:prSet presAssocID="{25153A76-E33E-49BC-B74B-4DF6B730CA07}" presName="bgRect" presStyleLbl="bgAccFollowNode1" presStyleIdx="2" presStyleCnt="6"/>
      <dgm:spPr/>
    </dgm:pt>
    <dgm:pt modelId="{CB6CFDDD-97EB-4148-AF73-17BE11C9E8A9}" type="pres">
      <dgm:prSet presAssocID="{FB382668-88DF-4CD1-86E4-A1EAA224AEEA}" presName="sibTransNodeCircle" presStyleLbl="alignNode1" presStyleIdx="4" presStyleCnt="12">
        <dgm:presLayoutVars>
          <dgm:chMax val="0"/>
          <dgm:bulletEnabled/>
        </dgm:presLayoutVars>
      </dgm:prSet>
      <dgm:spPr/>
    </dgm:pt>
    <dgm:pt modelId="{32C3CCE2-2F08-47E3-8FAF-E81305DC8DF9}" type="pres">
      <dgm:prSet presAssocID="{25153A76-E33E-49BC-B74B-4DF6B730CA07}" presName="bottomLine" presStyleLbl="alignNode1" presStyleIdx="5" presStyleCnt="12">
        <dgm:presLayoutVars/>
      </dgm:prSet>
      <dgm:spPr/>
    </dgm:pt>
    <dgm:pt modelId="{F9885D5D-F201-4B0F-BD11-A77BDC645B66}" type="pres">
      <dgm:prSet presAssocID="{25153A76-E33E-49BC-B74B-4DF6B730CA07}" presName="nodeText" presStyleLbl="bgAccFollowNode1" presStyleIdx="2" presStyleCnt="6">
        <dgm:presLayoutVars>
          <dgm:bulletEnabled val="1"/>
        </dgm:presLayoutVars>
      </dgm:prSet>
      <dgm:spPr/>
    </dgm:pt>
    <dgm:pt modelId="{B7E51D29-ED8B-487B-A6D7-CBED2ABA80E5}" type="pres">
      <dgm:prSet presAssocID="{FB382668-88DF-4CD1-86E4-A1EAA224AEEA}" presName="sibTrans" presStyleCnt="0"/>
      <dgm:spPr/>
    </dgm:pt>
    <dgm:pt modelId="{AD51AE94-667B-4D30-BE5E-2BEFFF0452C6}" type="pres">
      <dgm:prSet presAssocID="{F91909EC-4797-4B9D-A16E-D10791B93419}" presName="compositeNode" presStyleCnt="0">
        <dgm:presLayoutVars>
          <dgm:bulletEnabled val="1"/>
        </dgm:presLayoutVars>
      </dgm:prSet>
      <dgm:spPr/>
    </dgm:pt>
    <dgm:pt modelId="{A1CA35CB-C1DD-45F9-83A5-066F799DBB3B}" type="pres">
      <dgm:prSet presAssocID="{F91909EC-4797-4B9D-A16E-D10791B93419}" presName="bgRect" presStyleLbl="bgAccFollowNode1" presStyleIdx="3" presStyleCnt="6"/>
      <dgm:spPr/>
    </dgm:pt>
    <dgm:pt modelId="{B82E800C-FD9E-49A9-AA49-9A2E3D4AB6AB}" type="pres">
      <dgm:prSet presAssocID="{DD902F21-C798-4D37-9E45-D637D6FBF11D}" presName="sibTransNodeCircle" presStyleLbl="alignNode1" presStyleIdx="6" presStyleCnt="12">
        <dgm:presLayoutVars>
          <dgm:chMax val="0"/>
          <dgm:bulletEnabled/>
        </dgm:presLayoutVars>
      </dgm:prSet>
      <dgm:spPr/>
    </dgm:pt>
    <dgm:pt modelId="{A73D47D7-484D-414F-ABE6-E64831494C5E}" type="pres">
      <dgm:prSet presAssocID="{F91909EC-4797-4B9D-A16E-D10791B93419}" presName="bottomLine" presStyleLbl="alignNode1" presStyleIdx="7" presStyleCnt="12">
        <dgm:presLayoutVars/>
      </dgm:prSet>
      <dgm:spPr/>
    </dgm:pt>
    <dgm:pt modelId="{8164204E-CA78-49D4-B27F-157BD241BC33}" type="pres">
      <dgm:prSet presAssocID="{F91909EC-4797-4B9D-A16E-D10791B93419}" presName="nodeText" presStyleLbl="bgAccFollowNode1" presStyleIdx="3" presStyleCnt="6">
        <dgm:presLayoutVars>
          <dgm:bulletEnabled val="1"/>
        </dgm:presLayoutVars>
      </dgm:prSet>
      <dgm:spPr/>
    </dgm:pt>
    <dgm:pt modelId="{1DF6FC2B-0249-4F55-A9FE-42A9DC4093D0}" type="pres">
      <dgm:prSet presAssocID="{DD902F21-C798-4D37-9E45-D637D6FBF11D}" presName="sibTrans" presStyleCnt="0"/>
      <dgm:spPr/>
    </dgm:pt>
    <dgm:pt modelId="{F3FD7C9A-8476-47A8-806F-0DEBEFC9EC91}" type="pres">
      <dgm:prSet presAssocID="{3ACBA6E2-7AC5-493C-B746-2CF6699B2682}" presName="compositeNode" presStyleCnt="0">
        <dgm:presLayoutVars>
          <dgm:bulletEnabled val="1"/>
        </dgm:presLayoutVars>
      </dgm:prSet>
      <dgm:spPr/>
    </dgm:pt>
    <dgm:pt modelId="{888974A3-896D-40D3-8554-C015E9EA76FB}" type="pres">
      <dgm:prSet presAssocID="{3ACBA6E2-7AC5-493C-B746-2CF6699B2682}" presName="bgRect" presStyleLbl="bgAccFollowNode1" presStyleIdx="4" presStyleCnt="6"/>
      <dgm:spPr/>
    </dgm:pt>
    <dgm:pt modelId="{D7078105-6C40-4EA4-B246-B25F280582DF}" type="pres">
      <dgm:prSet presAssocID="{16929CB0-B3D0-4C00-B35A-680E5A9AEB63}" presName="sibTransNodeCircle" presStyleLbl="alignNode1" presStyleIdx="8" presStyleCnt="12">
        <dgm:presLayoutVars>
          <dgm:chMax val="0"/>
          <dgm:bulletEnabled/>
        </dgm:presLayoutVars>
      </dgm:prSet>
      <dgm:spPr/>
    </dgm:pt>
    <dgm:pt modelId="{F64ACDE8-F30A-4A87-8C88-1607BBF8B58F}" type="pres">
      <dgm:prSet presAssocID="{3ACBA6E2-7AC5-493C-B746-2CF6699B2682}" presName="bottomLine" presStyleLbl="alignNode1" presStyleIdx="9" presStyleCnt="12">
        <dgm:presLayoutVars/>
      </dgm:prSet>
      <dgm:spPr/>
    </dgm:pt>
    <dgm:pt modelId="{AC14CC8E-80DF-41EE-8558-C18F393BCD3F}" type="pres">
      <dgm:prSet presAssocID="{3ACBA6E2-7AC5-493C-B746-2CF6699B2682}" presName="nodeText" presStyleLbl="bgAccFollowNode1" presStyleIdx="4" presStyleCnt="6">
        <dgm:presLayoutVars>
          <dgm:bulletEnabled val="1"/>
        </dgm:presLayoutVars>
      </dgm:prSet>
      <dgm:spPr/>
    </dgm:pt>
    <dgm:pt modelId="{0BD76629-DFB9-4F4B-9345-B19425B3DEB5}" type="pres">
      <dgm:prSet presAssocID="{16929CB0-B3D0-4C00-B35A-680E5A9AEB63}" presName="sibTrans" presStyleCnt="0"/>
      <dgm:spPr/>
    </dgm:pt>
    <dgm:pt modelId="{5A2C04B7-7469-4BFB-90E1-B74EA80E9BE0}" type="pres">
      <dgm:prSet presAssocID="{6EF87B9C-FE78-434E-A190-96842FDEA1DD}" presName="compositeNode" presStyleCnt="0">
        <dgm:presLayoutVars>
          <dgm:bulletEnabled val="1"/>
        </dgm:presLayoutVars>
      </dgm:prSet>
      <dgm:spPr/>
    </dgm:pt>
    <dgm:pt modelId="{C192A331-829E-4073-A1B5-BB59DB8145FA}" type="pres">
      <dgm:prSet presAssocID="{6EF87B9C-FE78-434E-A190-96842FDEA1DD}" presName="bgRect" presStyleLbl="bgAccFollowNode1" presStyleIdx="5" presStyleCnt="6"/>
      <dgm:spPr/>
    </dgm:pt>
    <dgm:pt modelId="{19420518-6528-4FFE-9749-BFBEBE756AC4}" type="pres">
      <dgm:prSet presAssocID="{91923EE1-BC32-4599-A8D3-C3023ADDF224}" presName="sibTransNodeCircle" presStyleLbl="alignNode1" presStyleIdx="10" presStyleCnt="12">
        <dgm:presLayoutVars>
          <dgm:chMax val="0"/>
          <dgm:bulletEnabled/>
        </dgm:presLayoutVars>
      </dgm:prSet>
      <dgm:spPr/>
    </dgm:pt>
    <dgm:pt modelId="{EB6F9F1A-17BA-4D8B-B211-B12315241BEA}" type="pres">
      <dgm:prSet presAssocID="{6EF87B9C-FE78-434E-A190-96842FDEA1DD}" presName="bottomLine" presStyleLbl="alignNode1" presStyleIdx="11" presStyleCnt="12">
        <dgm:presLayoutVars/>
      </dgm:prSet>
      <dgm:spPr/>
    </dgm:pt>
    <dgm:pt modelId="{FD57890F-F71F-4219-A952-42328B40140D}" type="pres">
      <dgm:prSet presAssocID="{6EF87B9C-FE78-434E-A190-96842FDEA1DD}" presName="nodeText" presStyleLbl="bgAccFollowNode1" presStyleIdx="5" presStyleCnt="6">
        <dgm:presLayoutVars>
          <dgm:bulletEnabled val="1"/>
        </dgm:presLayoutVars>
      </dgm:prSet>
      <dgm:spPr/>
    </dgm:pt>
  </dgm:ptLst>
  <dgm:cxnLst>
    <dgm:cxn modelId="{438E0808-2728-4B88-951F-52B99D6BB414}" type="presOf" srcId="{6EF87B9C-FE78-434E-A190-96842FDEA1DD}" destId="{C192A331-829E-4073-A1B5-BB59DB8145FA}" srcOrd="0" destOrd="0" presId="urn:microsoft.com/office/officeart/2016/7/layout/BasicLinearProcessNumbered"/>
    <dgm:cxn modelId="{A933290A-B037-41CC-B3EF-FB3EB0E2E9A2}" type="presOf" srcId="{F91909EC-4797-4B9D-A16E-D10791B93419}" destId="{8164204E-CA78-49D4-B27F-157BD241BC33}" srcOrd="1" destOrd="0" presId="urn:microsoft.com/office/officeart/2016/7/layout/BasicLinearProcessNumbered"/>
    <dgm:cxn modelId="{9DFFFA0B-B1BE-484F-944C-711D47A0E698}" type="presOf" srcId="{25153A76-E33E-49BC-B74B-4DF6B730CA07}" destId="{F9885D5D-F201-4B0F-BD11-A77BDC645B66}" srcOrd="1" destOrd="0" presId="urn:microsoft.com/office/officeart/2016/7/layout/BasicLinearProcessNumbered"/>
    <dgm:cxn modelId="{0D0BD713-6AE3-46BF-BFC0-1FDB59086D2D}" type="presOf" srcId="{F91909EC-4797-4B9D-A16E-D10791B93419}" destId="{A1CA35CB-C1DD-45F9-83A5-066F799DBB3B}" srcOrd="0" destOrd="0" presId="urn:microsoft.com/office/officeart/2016/7/layout/BasicLinearProcessNumbered"/>
    <dgm:cxn modelId="{F8781727-266F-4812-B38E-00DA873A1AC1}" srcId="{6535D2AE-D7F4-4DD6-91EF-8D07B11025C6}" destId="{6EF87B9C-FE78-434E-A190-96842FDEA1DD}" srcOrd="5" destOrd="0" parTransId="{AC548540-A340-4660-8089-A42557259588}" sibTransId="{91923EE1-BC32-4599-A8D3-C3023ADDF224}"/>
    <dgm:cxn modelId="{A5F15135-F91F-4757-A369-D85057FC6D06}" type="presOf" srcId="{2D6A8D85-621E-46E2-8FAD-04E535987C82}" destId="{003D2F4B-87E3-4EDC-9328-C72C75990888}" srcOrd="0" destOrd="0" presId="urn:microsoft.com/office/officeart/2016/7/layout/BasicLinearProcessNumbered"/>
    <dgm:cxn modelId="{9EFB583B-29DA-4869-B342-D7A8904B6AA4}" type="presOf" srcId="{6EF87B9C-FE78-434E-A190-96842FDEA1DD}" destId="{FD57890F-F71F-4219-A952-42328B40140D}" srcOrd="1" destOrd="0" presId="urn:microsoft.com/office/officeart/2016/7/layout/BasicLinearProcessNumbered"/>
    <dgm:cxn modelId="{378EF642-1FFA-40BD-9B69-3AF6B2E42227}" type="presOf" srcId="{91923EE1-BC32-4599-A8D3-C3023ADDF224}" destId="{19420518-6528-4FFE-9749-BFBEBE756AC4}" srcOrd="0" destOrd="0" presId="urn:microsoft.com/office/officeart/2016/7/layout/BasicLinearProcessNumbered"/>
    <dgm:cxn modelId="{94116F43-247B-4DF9-9748-45406724F139}" type="presOf" srcId="{FB382668-88DF-4CD1-86E4-A1EAA224AEEA}" destId="{CB6CFDDD-97EB-4148-AF73-17BE11C9E8A9}" srcOrd="0" destOrd="0" presId="urn:microsoft.com/office/officeart/2016/7/layout/BasicLinearProcessNumbered"/>
    <dgm:cxn modelId="{F4A3D465-59E5-4D3A-B5E8-3EB6D6E86D3F}" srcId="{6535D2AE-D7F4-4DD6-91EF-8D07B11025C6}" destId="{F91909EC-4797-4B9D-A16E-D10791B93419}" srcOrd="3" destOrd="0" parTransId="{B658C8ED-5840-46AD-85F7-620CFB9101E7}" sibTransId="{DD902F21-C798-4D37-9E45-D637D6FBF11D}"/>
    <dgm:cxn modelId="{A2F74271-82BF-4AC3-99C8-FF180AAC9E53}" type="presOf" srcId="{B9ADC6C1-AE82-4777-9240-2A6680420910}" destId="{09404D75-4D13-43F3-ABFC-F916985B186C}" srcOrd="1" destOrd="0" presId="urn:microsoft.com/office/officeart/2016/7/layout/BasicLinearProcessNumbered"/>
    <dgm:cxn modelId="{8B871C72-C153-404B-83D6-2CEBB4C10225}" srcId="{6535D2AE-D7F4-4DD6-91EF-8D07B11025C6}" destId="{3ACBA6E2-7AC5-493C-B746-2CF6699B2682}" srcOrd="4" destOrd="0" parTransId="{FCA0B98D-0C8B-49B9-A875-8657B812361B}" sibTransId="{16929CB0-B3D0-4C00-B35A-680E5A9AEB63}"/>
    <dgm:cxn modelId="{BAA3B773-1FE6-4908-BBBD-E7334F32BB9E}" type="presOf" srcId="{16929CB0-B3D0-4C00-B35A-680E5A9AEB63}" destId="{D7078105-6C40-4EA4-B246-B25F280582DF}" srcOrd="0" destOrd="0" presId="urn:microsoft.com/office/officeart/2016/7/layout/BasicLinearProcessNumbered"/>
    <dgm:cxn modelId="{F0D1D053-ECBE-41BE-BC43-E6EC119371CA}" type="presOf" srcId="{3ACBA6E2-7AC5-493C-B746-2CF6699B2682}" destId="{AC14CC8E-80DF-41EE-8558-C18F393BCD3F}" srcOrd="1" destOrd="0" presId="urn:microsoft.com/office/officeart/2016/7/layout/BasicLinearProcessNumbered"/>
    <dgm:cxn modelId="{790C0859-35E8-4F32-9163-D7D518AF3902}" type="presOf" srcId="{3ACBA6E2-7AC5-493C-B746-2CF6699B2682}" destId="{888974A3-896D-40D3-8554-C015E9EA76FB}" srcOrd="0" destOrd="0" presId="urn:microsoft.com/office/officeart/2016/7/layout/BasicLinearProcessNumbered"/>
    <dgm:cxn modelId="{978C7F89-9E82-453A-8DC8-98F3B13A708B}" type="presOf" srcId="{0CB29B32-D66C-4241-9DC9-7A1A8019CFE2}" destId="{F07E4100-5F98-4B2C-8C5B-0285E07975ED}" srcOrd="0" destOrd="0" presId="urn:microsoft.com/office/officeart/2016/7/layout/BasicLinearProcessNumbered"/>
    <dgm:cxn modelId="{BCDE9C8D-7CFF-4C2D-BED9-631A0251C35C}" type="presOf" srcId="{2D6A8D85-621E-46E2-8FAD-04E535987C82}" destId="{3CD121AE-D06E-4492-AC61-BEDD074AE4E9}" srcOrd="1" destOrd="0" presId="urn:microsoft.com/office/officeart/2016/7/layout/BasicLinearProcessNumbered"/>
    <dgm:cxn modelId="{D395EA90-C722-41F5-9DB6-19C3E45A8098}" type="presOf" srcId="{DD902F21-C798-4D37-9E45-D637D6FBF11D}" destId="{B82E800C-FD9E-49A9-AA49-9A2E3D4AB6AB}" srcOrd="0" destOrd="0" presId="urn:microsoft.com/office/officeart/2016/7/layout/BasicLinearProcessNumbered"/>
    <dgm:cxn modelId="{EB44BF9C-42A1-4546-9BA0-D5B8ED9F414B}" type="presOf" srcId="{B9ADC6C1-AE82-4777-9240-2A6680420910}" destId="{40718AE4-DA27-4191-BF5E-5A67405786DC}" srcOrd="0" destOrd="0" presId="urn:microsoft.com/office/officeart/2016/7/layout/BasicLinearProcessNumbered"/>
    <dgm:cxn modelId="{555E43B7-04FC-495F-8A6F-F2864E3B8C07}" type="presOf" srcId="{235055FE-DCAB-40F2-A7EA-11832BDDA52F}" destId="{A11F961E-6E82-4D4B-9E8D-892FA2441EAD}" srcOrd="0" destOrd="0" presId="urn:microsoft.com/office/officeart/2016/7/layout/BasicLinearProcessNumbered"/>
    <dgm:cxn modelId="{617FDFC4-B99E-4D07-824A-27EB2E6342B4}" type="presOf" srcId="{25153A76-E33E-49BC-B74B-4DF6B730CA07}" destId="{809DEB0F-3381-49C5-96BD-27339032191D}" srcOrd="0" destOrd="0" presId="urn:microsoft.com/office/officeart/2016/7/layout/BasicLinearProcessNumbered"/>
    <dgm:cxn modelId="{01CCB5C8-32CB-455D-9662-C4992B2E9B06}" srcId="{6535D2AE-D7F4-4DD6-91EF-8D07B11025C6}" destId="{25153A76-E33E-49BC-B74B-4DF6B730CA07}" srcOrd="2" destOrd="0" parTransId="{974EA813-0089-410D-B653-ED10F7FB5D7D}" sibTransId="{FB382668-88DF-4CD1-86E4-A1EAA224AEEA}"/>
    <dgm:cxn modelId="{328900EA-26DD-4D9C-8AE0-2DB33BF9BEE0}" srcId="{6535D2AE-D7F4-4DD6-91EF-8D07B11025C6}" destId="{B9ADC6C1-AE82-4777-9240-2A6680420910}" srcOrd="1" destOrd="0" parTransId="{0B071B40-8823-41D6-B343-22DA16429BD6}" sibTransId="{235055FE-DCAB-40F2-A7EA-11832BDDA52F}"/>
    <dgm:cxn modelId="{F219CAEC-CA30-4AAD-B6B2-BECD8BD57496}" srcId="{6535D2AE-D7F4-4DD6-91EF-8D07B11025C6}" destId="{2D6A8D85-621E-46E2-8FAD-04E535987C82}" srcOrd="0" destOrd="0" parTransId="{53E3C381-CE6E-428C-B2D5-F3BFB87DC3C5}" sibTransId="{0CB29B32-D66C-4241-9DC9-7A1A8019CFE2}"/>
    <dgm:cxn modelId="{594B3BF5-AA20-479E-B91F-049639A9603F}" type="presOf" srcId="{6535D2AE-D7F4-4DD6-91EF-8D07B11025C6}" destId="{BC91A9DF-5566-434E-A33D-6914C2FA458D}" srcOrd="0" destOrd="0" presId="urn:microsoft.com/office/officeart/2016/7/layout/BasicLinearProcessNumbered"/>
    <dgm:cxn modelId="{96E66FC8-C202-476C-A286-51739ADE311A}" type="presParOf" srcId="{BC91A9DF-5566-434E-A33D-6914C2FA458D}" destId="{33E4A0B7-211A-4EEE-9CA7-B51678E2C0EF}" srcOrd="0" destOrd="0" presId="urn:microsoft.com/office/officeart/2016/7/layout/BasicLinearProcessNumbered"/>
    <dgm:cxn modelId="{6476C517-AAC4-4C2B-9747-DC01901C07C5}" type="presParOf" srcId="{33E4A0B7-211A-4EEE-9CA7-B51678E2C0EF}" destId="{003D2F4B-87E3-4EDC-9328-C72C75990888}" srcOrd="0" destOrd="0" presId="urn:microsoft.com/office/officeart/2016/7/layout/BasicLinearProcessNumbered"/>
    <dgm:cxn modelId="{3486A437-8A80-4203-96DC-045C0E682C9D}" type="presParOf" srcId="{33E4A0B7-211A-4EEE-9CA7-B51678E2C0EF}" destId="{F07E4100-5F98-4B2C-8C5B-0285E07975ED}" srcOrd="1" destOrd="0" presId="urn:microsoft.com/office/officeart/2016/7/layout/BasicLinearProcessNumbered"/>
    <dgm:cxn modelId="{10668D17-9D0E-4E92-A1DE-57054D7D842E}" type="presParOf" srcId="{33E4A0B7-211A-4EEE-9CA7-B51678E2C0EF}" destId="{E8D5AFB6-B050-4B08-8203-5A5314603253}" srcOrd="2" destOrd="0" presId="urn:microsoft.com/office/officeart/2016/7/layout/BasicLinearProcessNumbered"/>
    <dgm:cxn modelId="{FD8D6913-C156-4AD7-BC48-44778B38F6C5}" type="presParOf" srcId="{33E4A0B7-211A-4EEE-9CA7-B51678E2C0EF}" destId="{3CD121AE-D06E-4492-AC61-BEDD074AE4E9}" srcOrd="3" destOrd="0" presId="urn:microsoft.com/office/officeart/2016/7/layout/BasicLinearProcessNumbered"/>
    <dgm:cxn modelId="{7EEED1AF-A0DC-4C7F-AEA9-A8E774B839F3}" type="presParOf" srcId="{BC91A9DF-5566-434E-A33D-6914C2FA458D}" destId="{81CC6060-7CB7-46AF-AC46-AFE75B627EDA}" srcOrd="1" destOrd="0" presId="urn:microsoft.com/office/officeart/2016/7/layout/BasicLinearProcessNumbered"/>
    <dgm:cxn modelId="{6243CDA3-27AF-4801-9428-C1D8204AC5C5}" type="presParOf" srcId="{BC91A9DF-5566-434E-A33D-6914C2FA458D}" destId="{BCDBE872-A392-4623-B345-21ABE8AFB11D}" srcOrd="2" destOrd="0" presId="urn:microsoft.com/office/officeart/2016/7/layout/BasicLinearProcessNumbered"/>
    <dgm:cxn modelId="{AF4DDFCA-817E-474F-B28C-0ACB8A9BD79F}" type="presParOf" srcId="{BCDBE872-A392-4623-B345-21ABE8AFB11D}" destId="{40718AE4-DA27-4191-BF5E-5A67405786DC}" srcOrd="0" destOrd="0" presId="urn:microsoft.com/office/officeart/2016/7/layout/BasicLinearProcessNumbered"/>
    <dgm:cxn modelId="{F2B95147-6A2E-4700-BD12-C327A23C10C3}" type="presParOf" srcId="{BCDBE872-A392-4623-B345-21ABE8AFB11D}" destId="{A11F961E-6E82-4D4B-9E8D-892FA2441EAD}" srcOrd="1" destOrd="0" presId="urn:microsoft.com/office/officeart/2016/7/layout/BasicLinearProcessNumbered"/>
    <dgm:cxn modelId="{71A2F998-0378-48CD-BC92-AED30344104F}" type="presParOf" srcId="{BCDBE872-A392-4623-B345-21ABE8AFB11D}" destId="{FC7C6EAE-A26F-40EB-B610-B02A4EE94C95}" srcOrd="2" destOrd="0" presId="urn:microsoft.com/office/officeart/2016/7/layout/BasicLinearProcessNumbered"/>
    <dgm:cxn modelId="{EAFEAE12-1C6F-4F3C-8D0A-E98D025298E7}" type="presParOf" srcId="{BCDBE872-A392-4623-B345-21ABE8AFB11D}" destId="{09404D75-4D13-43F3-ABFC-F916985B186C}" srcOrd="3" destOrd="0" presId="urn:microsoft.com/office/officeart/2016/7/layout/BasicLinearProcessNumbered"/>
    <dgm:cxn modelId="{1273291A-8032-4D55-B735-DED3C9E37CCB}" type="presParOf" srcId="{BC91A9DF-5566-434E-A33D-6914C2FA458D}" destId="{6C032B97-73A7-4765-8664-506A7E9753D1}" srcOrd="3" destOrd="0" presId="urn:microsoft.com/office/officeart/2016/7/layout/BasicLinearProcessNumbered"/>
    <dgm:cxn modelId="{4B35043F-3FFE-49C6-839C-46F14C084721}" type="presParOf" srcId="{BC91A9DF-5566-434E-A33D-6914C2FA458D}" destId="{D4F65FCB-D5FD-4A54-98C3-3A84541D8559}" srcOrd="4" destOrd="0" presId="urn:microsoft.com/office/officeart/2016/7/layout/BasicLinearProcessNumbered"/>
    <dgm:cxn modelId="{F77532E8-DFC3-4A57-86E1-B9DF7891841F}" type="presParOf" srcId="{D4F65FCB-D5FD-4A54-98C3-3A84541D8559}" destId="{809DEB0F-3381-49C5-96BD-27339032191D}" srcOrd="0" destOrd="0" presId="urn:microsoft.com/office/officeart/2016/7/layout/BasicLinearProcessNumbered"/>
    <dgm:cxn modelId="{D2F922DA-14CF-4B6B-A70D-003A486BB658}" type="presParOf" srcId="{D4F65FCB-D5FD-4A54-98C3-3A84541D8559}" destId="{CB6CFDDD-97EB-4148-AF73-17BE11C9E8A9}" srcOrd="1" destOrd="0" presId="urn:microsoft.com/office/officeart/2016/7/layout/BasicLinearProcessNumbered"/>
    <dgm:cxn modelId="{05C654B4-7287-4414-A21E-AB4A0CD101C8}" type="presParOf" srcId="{D4F65FCB-D5FD-4A54-98C3-3A84541D8559}" destId="{32C3CCE2-2F08-47E3-8FAF-E81305DC8DF9}" srcOrd="2" destOrd="0" presId="urn:microsoft.com/office/officeart/2016/7/layout/BasicLinearProcessNumbered"/>
    <dgm:cxn modelId="{1076E6B5-BB21-4FED-8CFD-D8F50D0A892F}" type="presParOf" srcId="{D4F65FCB-D5FD-4A54-98C3-3A84541D8559}" destId="{F9885D5D-F201-4B0F-BD11-A77BDC645B66}" srcOrd="3" destOrd="0" presId="urn:microsoft.com/office/officeart/2016/7/layout/BasicLinearProcessNumbered"/>
    <dgm:cxn modelId="{53B1A8F0-D1F7-46A9-B45C-DB55699A71FE}" type="presParOf" srcId="{BC91A9DF-5566-434E-A33D-6914C2FA458D}" destId="{B7E51D29-ED8B-487B-A6D7-CBED2ABA80E5}" srcOrd="5" destOrd="0" presId="urn:microsoft.com/office/officeart/2016/7/layout/BasicLinearProcessNumbered"/>
    <dgm:cxn modelId="{AD5DBC96-DADA-442A-9F76-9DEEC62CEA1F}" type="presParOf" srcId="{BC91A9DF-5566-434E-A33D-6914C2FA458D}" destId="{AD51AE94-667B-4D30-BE5E-2BEFFF0452C6}" srcOrd="6" destOrd="0" presId="urn:microsoft.com/office/officeart/2016/7/layout/BasicLinearProcessNumbered"/>
    <dgm:cxn modelId="{5B320C2E-0856-4119-AE1F-C81AEBF6DD6B}" type="presParOf" srcId="{AD51AE94-667B-4D30-BE5E-2BEFFF0452C6}" destId="{A1CA35CB-C1DD-45F9-83A5-066F799DBB3B}" srcOrd="0" destOrd="0" presId="urn:microsoft.com/office/officeart/2016/7/layout/BasicLinearProcessNumbered"/>
    <dgm:cxn modelId="{F34FC6C5-7DE6-41E4-A1B0-6DF41CFB084D}" type="presParOf" srcId="{AD51AE94-667B-4D30-BE5E-2BEFFF0452C6}" destId="{B82E800C-FD9E-49A9-AA49-9A2E3D4AB6AB}" srcOrd="1" destOrd="0" presId="urn:microsoft.com/office/officeart/2016/7/layout/BasicLinearProcessNumbered"/>
    <dgm:cxn modelId="{F0A2ECF2-42DA-4AB8-B399-65176B56A977}" type="presParOf" srcId="{AD51AE94-667B-4D30-BE5E-2BEFFF0452C6}" destId="{A73D47D7-484D-414F-ABE6-E64831494C5E}" srcOrd="2" destOrd="0" presId="urn:microsoft.com/office/officeart/2016/7/layout/BasicLinearProcessNumbered"/>
    <dgm:cxn modelId="{8CB4CD64-D70A-4CDA-B50C-8DD184FCC2A9}" type="presParOf" srcId="{AD51AE94-667B-4D30-BE5E-2BEFFF0452C6}" destId="{8164204E-CA78-49D4-B27F-157BD241BC33}" srcOrd="3" destOrd="0" presId="urn:microsoft.com/office/officeart/2016/7/layout/BasicLinearProcessNumbered"/>
    <dgm:cxn modelId="{29816875-ED59-43BE-8A63-8F8AAC506F86}" type="presParOf" srcId="{BC91A9DF-5566-434E-A33D-6914C2FA458D}" destId="{1DF6FC2B-0249-4F55-A9FE-42A9DC4093D0}" srcOrd="7" destOrd="0" presId="urn:microsoft.com/office/officeart/2016/7/layout/BasicLinearProcessNumbered"/>
    <dgm:cxn modelId="{7C92B9AE-D004-4FBF-9A4A-0102D8A732A3}" type="presParOf" srcId="{BC91A9DF-5566-434E-A33D-6914C2FA458D}" destId="{F3FD7C9A-8476-47A8-806F-0DEBEFC9EC91}" srcOrd="8" destOrd="0" presId="urn:microsoft.com/office/officeart/2016/7/layout/BasicLinearProcessNumbered"/>
    <dgm:cxn modelId="{9C380C55-597D-45E6-9794-79D2A5607C26}" type="presParOf" srcId="{F3FD7C9A-8476-47A8-806F-0DEBEFC9EC91}" destId="{888974A3-896D-40D3-8554-C015E9EA76FB}" srcOrd="0" destOrd="0" presId="urn:microsoft.com/office/officeart/2016/7/layout/BasicLinearProcessNumbered"/>
    <dgm:cxn modelId="{1348A768-C96F-4125-986D-4330CE3BF045}" type="presParOf" srcId="{F3FD7C9A-8476-47A8-806F-0DEBEFC9EC91}" destId="{D7078105-6C40-4EA4-B246-B25F280582DF}" srcOrd="1" destOrd="0" presId="urn:microsoft.com/office/officeart/2016/7/layout/BasicLinearProcessNumbered"/>
    <dgm:cxn modelId="{1307A6E0-66B8-4D4D-8D04-30304E450C40}" type="presParOf" srcId="{F3FD7C9A-8476-47A8-806F-0DEBEFC9EC91}" destId="{F64ACDE8-F30A-4A87-8C88-1607BBF8B58F}" srcOrd="2" destOrd="0" presId="urn:microsoft.com/office/officeart/2016/7/layout/BasicLinearProcessNumbered"/>
    <dgm:cxn modelId="{089E8CC1-4EA4-45A7-AF82-FC4053AC08DC}" type="presParOf" srcId="{F3FD7C9A-8476-47A8-806F-0DEBEFC9EC91}" destId="{AC14CC8E-80DF-41EE-8558-C18F393BCD3F}" srcOrd="3" destOrd="0" presId="urn:microsoft.com/office/officeart/2016/7/layout/BasicLinearProcessNumbered"/>
    <dgm:cxn modelId="{FF8B93DB-7296-4244-BD9C-E676FE9AE818}" type="presParOf" srcId="{BC91A9DF-5566-434E-A33D-6914C2FA458D}" destId="{0BD76629-DFB9-4F4B-9345-B19425B3DEB5}" srcOrd="9" destOrd="0" presId="urn:microsoft.com/office/officeart/2016/7/layout/BasicLinearProcessNumbered"/>
    <dgm:cxn modelId="{476C4914-1BEA-4166-BBD3-554E95532478}" type="presParOf" srcId="{BC91A9DF-5566-434E-A33D-6914C2FA458D}" destId="{5A2C04B7-7469-4BFB-90E1-B74EA80E9BE0}" srcOrd="10" destOrd="0" presId="urn:microsoft.com/office/officeart/2016/7/layout/BasicLinearProcessNumbered"/>
    <dgm:cxn modelId="{7469D367-E21A-447C-96BA-8049FDD9FFA0}" type="presParOf" srcId="{5A2C04B7-7469-4BFB-90E1-B74EA80E9BE0}" destId="{C192A331-829E-4073-A1B5-BB59DB8145FA}" srcOrd="0" destOrd="0" presId="urn:microsoft.com/office/officeart/2016/7/layout/BasicLinearProcessNumbered"/>
    <dgm:cxn modelId="{29CF625C-C287-4FDC-B96F-6C334CB736F6}" type="presParOf" srcId="{5A2C04B7-7469-4BFB-90E1-B74EA80E9BE0}" destId="{19420518-6528-4FFE-9749-BFBEBE756AC4}" srcOrd="1" destOrd="0" presId="urn:microsoft.com/office/officeart/2016/7/layout/BasicLinearProcessNumbered"/>
    <dgm:cxn modelId="{2DA1603D-1758-4AC4-9024-63B0661D6B2E}" type="presParOf" srcId="{5A2C04B7-7469-4BFB-90E1-B74EA80E9BE0}" destId="{EB6F9F1A-17BA-4D8B-B211-B12315241BEA}" srcOrd="2" destOrd="0" presId="urn:microsoft.com/office/officeart/2016/7/layout/BasicLinearProcessNumbered"/>
    <dgm:cxn modelId="{88ADD706-5250-4622-8F3C-80E5777F886D}" type="presParOf" srcId="{5A2C04B7-7469-4BFB-90E1-B74EA80E9BE0}" destId="{FD57890F-F71F-4219-A952-42328B40140D}"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78ED59F-3401-442E-BFE7-4AB1D5BF7454}" type="doc">
      <dgm:prSet loTypeId="urn:microsoft.com/office/officeart/2005/8/layout/default" loCatId="list" qsTypeId="urn:microsoft.com/office/officeart/2005/8/quickstyle/simple2" qsCatId="simple" csTypeId="urn:microsoft.com/office/officeart/2005/8/colors/accent1_3" csCatId="accent1"/>
      <dgm:spPr/>
      <dgm:t>
        <a:bodyPr/>
        <a:lstStyle/>
        <a:p>
          <a:endParaRPr lang="en-US"/>
        </a:p>
      </dgm:t>
    </dgm:pt>
    <dgm:pt modelId="{979370BA-0986-4EBC-BEE3-A2FCD4EE1E45}">
      <dgm:prSet/>
      <dgm:spPr/>
      <dgm:t>
        <a:bodyPr/>
        <a:lstStyle/>
        <a:p>
          <a:r>
            <a:rPr lang="en-US" baseline="0"/>
            <a:t>Min max is used in game playing AI.</a:t>
          </a:r>
          <a:endParaRPr lang="en-US"/>
        </a:p>
      </dgm:t>
    </dgm:pt>
    <dgm:pt modelId="{7770107C-62B1-437B-BF69-67B75DF3E73F}" type="parTrans" cxnId="{881778AB-D819-4CA9-BC28-1DF94A2D0C83}">
      <dgm:prSet/>
      <dgm:spPr/>
      <dgm:t>
        <a:bodyPr/>
        <a:lstStyle/>
        <a:p>
          <a:endParaRPr lang="en-US"/>
        </a:p>
      </dgm:t>
    </dgm:pt>
    <dgm:pt modelId="{46CB1104-9222-4927-A0ED-0AB344C6D868}" type="sibTrans" cxnId="{881778AB-D819-4CA9-BC28-1DF94A2D0C83}">
      <dgm:prSet/>
      <dgm:spPr/>
      <dgm:t>
        <a:bodyPr/>
        <a:lstStyle/>
        <a:p>
          <a:endParaRPr lang="en-US"/>
        </a:p>
      </dgm:t>
    </dgm:pt>
    <dgm:pt modelId="{1502AD39-D19B-486E-8B4D-1341565145EE}">
      <dgm:prSet/>
      <dgm:spPr/>
      <dgm:t>
        <a:bodyPr/>
        <a:lstStyle/>
        <a:p>
          <a:r>
            <a:rPr lang="en-US" baseline="0"/>
            <a:t>It helps to choose the best move.</a:t>
          </a:r>
          <a:endParaRPr lang="en-US"/>
        </a:p>
      </dgm:t>
    </dgm:pt>
    <dgm:pt modelId="{4B716D97-0B75-4963-9E51-2354B7209F88}" type="parTrans" cxnId="{D202708E-652A-44F2-8B39-8487AE5A7441}">
      <dgm:prSet/>
      <dgm:spPr/>
      <dgm:t>
        <a:bodyPr/>
        <a:lstStyle/>
        <a:p>
          <a:endParaRPr lang="en-US"/>
        </a:p>
      </dgm:t>
    </dgm:pt>
    <dgm:pt modelId="{93A2FC47-2E3E-4932-B5F6-4D48151037F1}" type="sibTrans" cxnId="{D202708E-652A-44F2-8B39-8487AE5A7441}">
      <dgm:prSet/>
      <dgm:spPr/>
      <dgm:t>
        <a:bodyPr/>
        <a:lstStyle/>
        <a:p>
          <a:endParaRPr lang="en-US"/>
        </a:p>
      </dgm:t>
    </dgm:pt>
    <dgm:pt modelId="{461A8DB0-816B-46EC-AC4F-EE4C1EE18848}">
      <dgm:prSet/>
      <dgm:spPr/>
      <dgm:t>
        <a:bodyPr/>
        <a:lstStyle/>
        <a:p>
          <a:r>
            <a:rPr lang="en-US" baseline="0"/>
            <a:t>There are two types of player:</a:t>
          </a:r>
          <a:endParaRPr lang="en-US"/>
        </a:p>
      </dgm:t>
    </dgm:pt>
    <dgm:pt modelId="{E3C3EA4B-172D-4E45-93A0-00E1CF0884B9}" type="parTrans" cxnId="{94A9AE4C-E168-42F1-90F7-A58AAAF79F69}">
      <dgm:prSet/>
      <dgm:spPr/>
      <dgm:t>
        <a:bodyPr/>
        <a:lstStyle/>
        <a:p>
          <a:endParaRPr lang="en-US"/>
        </a:p>
      </dgm:t>
    </dgm:pt>
    <dgm:pt modelId="{CE7BCFBE-8966-4E9D-9EA1-7D8027357A1C}" type="sibTrans" cxnId="{94A9AE4C-E168-42F1-90F7-A58AAAF79F69}">
      <dgm:prSet/>
      <dgm:spPr/>
      <dgm:t>
        <a:bodyPr/>
        <a:lstStyle/>
        <a:p>
          <a:endParaRPr lang="en-US"/>
        </a:p>
      </dgm:t>
    </dgm:pt>
    <dgm:pt modelId="{ED2DCBA5-8B4F-4D95-A450-6372D5AAD4CA}">
      <dgm:prSet/>
      <dgm:spPr/>
      <dgm:t>
        <a:bodyPr/>
        <a:lstStyle/>
        <a:p>
          <a:r>
            <a:rPr lang="en-US" baseline="0"/>
            <a:t>Max -&gt; Tries to maximize score</a:t>
          </a:r>
          <a:endParaRPr lang="en-US"/>
        </a:p>
      </dgm:t>
    </dgm:pt>
    <dgm:pt modelId="{083AEAF8-6381-4B0B-8038-5B5272A8E116}" type="parTrans" cxnId="{EEEA94EA-9668-49C2-A208-F209F2754DEB}">
      <dgm:prSet/>
      <dgm:spPr/>
      <dgm:t>
        <a:bodyPr/>
        <a:lstStyle/>
        <a:p>
          <a:endParaRPr lang="en-US"/>
        </a:p>
      </dgm:t>
    </dgm:pt>
    <dgm:pt modelId="{114F99CB-8773-4441-AD7B-D37FF3AC2A73}" type="sibTrans" cxnId="{EEEA94EA-9668-49C2-A208-F209F2754DEB}">
      <dgm:prSet/>
      <dgm:spPr/>
      <dgm:t>
        <a:bodyPr/>
        <a:lstStyle/>
        <a:p>
          <a:endParaRPr lang="en-US"/>
        </a:p>
      </dgm:t>
    </dgm:pt>
    <dgm:pt modelId="{E02BF1C0-2A81-43EA-B8C1-AD1978A14688}">
      <dgm:prSet/>
      <dgm:spPr/>
      <dgm:t>
        <a:bodyPr/>
        <a:lstStyle/>
        <a:p>
          <a:r>
            <a:rPr lang="en-US" baseline="0"/>
            <a:t>Min -&gt;Tries to minimize score</a:t>
          </a:r>
          <a:endParaRPr lang="en-US"/>
        </a:p>
      </dgm:t>
    </dgm:pt>
    <dgm:pt modelId="{58A2F9DD-C601-45E2-8E12-BCD095D331AC}" type="parTrans" cxnId="{0979AF8C-AF77-4CD3-B933-8054CA6361BA}">
      <dgm:prSet/>
      <dgm:spPr/>
      <dgm:t>
        <a:bodyPr/>
        <a:lstStyle/>
        <a:p>
          <a:endParaRPr lang="en-US"/>
        </a:p>
      </dgm:t>
    </dgm:pt>
    <dgm:pt modelId="{5FC06B23-6CCB-4E9D-90F1-EC0D9B7D2573}" type="sibTrans" cxnId="{0979AF8C-AF77-4CD3-B933-8054CA6361BA}">
      <dgm:prSet/>
      <dgm:spPr/>
      <dgm:t>
        <a:bodyPr/>
        <a:lstStyle/>
        <a:p>
          <a:endParaRPr lang="en-US"/>
        </a:p>
      </dgm:t>
    </dgm:pt>
    <dgm:pt modelId="{6979CBA7-120D-4F08-9DA2-5ABD69EEBF40}">
      <dgm:prSet/>
      <dgm:spPr/>
      <dgm:t>
        <a:bodyPr/>
        <a:lstStyle/>
        <a:p>
          <a:r>
            <a:rPr lang="en-US" baseline="0"/>
            <a:t>The algorithm assumes opponent plays perfectly.</a:t>
          </a:r>
          <a:endParaRPr lang="en-US"/>
        </a:p>
      </dgm:t>
    </dgm:pt>
    <dgm:pt modelId="{6EBB4231-7889-464D-9477-6507005AD3AD}" type="parTrans" cxnId="{09428AA6-6824-4012-816B-8F25352B4818}">
      <dgm:prSet/>
      <dgm:spPr/>
      <dgm:t>
        <a:bodyPr/>
        <a:lstStyle/>
        <a:p>
          <a:endParaRPr lang="en-US"/>
        </a:p>
      </dgm:t>
    </dgm:pt>
    <dgm:pt modelId="{38B0A13C-0D4C-4A0E-9237-DB0B145C9730}" type="sibTrans" cxnId="{09428AA6-6824-4012-816B-8F25352B4818}">
      <dgm:prSet/>
      <dgm:spPr/>
      <dgm:t>
        <a:bodyPr/>
        <a:lstStyle/>
        <a:p>
          <a:endParaRPr lang="en-US"/>
        </a:p>
      </dgm:t>
    </dgm:pt>
    <dgm:pt modelId="{F4CCE325-3872-448A-A59F-B78883947EC0}">
      <dgm:prSet/>
      <dgm:spPr/>
      <dgm:t>
        <a:bodyPr/>
        <a:lstStyle/>
        <a:p>
          <a:r>
            <a:rPr lang="en-US" baseline="0"/>
            <a:t>Example : Tic-Tac-Toe, chess.</a:t>
          </a:r>
          <a:endParaRPr lang="en-US"/>
        </a:p>
      </dgm:t>
    </dgm:pt>
    <dgm:pt modelId="{60B3FA20-5F78-4D55-8D3A-94C64D0621F2}" type="parTrans" cxnId="{96487FD6-4E79-4692-941F-B244B8F6E434}">
      <dgm:prSet/>
      <dgm:spPr/>
      <dgm:t>
        <a:bodyPr/>
        <a:lstStyle/>
        <a:p>
          <a:endParaRPr lang="en-US"/>
        </a:p>
      </dgm:t>
    </dgm:pt>
    <dgm:pt modelId="{0ECA7575-0CAF-4C47-9F99-39818C9DBCB0}" type="sibTrans" cxnId="{96487FD6-4E79-4692-941F-B244B8F6E434}">
      <dgm:prSet/>
      <dgm:spPr/>
      <dgm:t>
        <a:bodyPr/>
        <a:lstStyle/>
        <a:p>
          <a:endParaRPr lang="en-US"/>
        </a:p>
      </dgm:t>
    </dgm:pt>
    <dgm:pt modelId="{C93C9C69-D305-4B50-B600-B7C748FAB74D}" type="pres">
      <dgm:prSet presAssocID="{F78ED59F-3401-442E-BFE7-4AB1D5BF7454}" presName="diagram" presStyleCnt="0">
        <dgm:presLayoutVars>
          <dgm:dir/>
          <dgm:resizeHandles val="exact"/>
        </dgm:presLayoutVars>
      </dgm:prSet>
      <dgm:spPr/>
    </dgm:pt>
    <dgm:pt modelId="{5AC27D60-C72F-4AE0-B53C-1FC6681556E1}" type="pres">
      <dgm:prSet presAssocID="{979370BA-0986-4EBC-BEE3-A2FCD4EE1E45}" presName="node" presStyleLbl="node1" presStyleIdx="0" presStyleCnt="7">
        <dgm:presLayoutVars>
          <dgm:bulletEnabled val="1"/>
        </dgm:presLayoutVars>
      </dgm:prSet>
      <dgm:spPr/>
    </dgm:pt>
    <dgm:pt modelId="{1834520B-3A0D-4A14-B5A0-73F751118788}" type="pres">
      <dgm:prSet presAssocID="{46CB1104-9222-4927-A0ED-0AB344C6D868}" presName="sibTrans" presStyleCnt="0"/>
      <dgm:spPr/>
    </dgm:pt>
    <dgm:pt modelId="{EFFD7995-2144-4934-8CE6-9194CB8341E9}" type="pres">
      <dgm:prSet presAssocID="{1502AD39-D19B-486E-8B4D-1341565145EE}" presName="node" presStyleLbl="node1" presStyleIdx="1" presStyleCnt="7">
        <dgm:presLayoutVars>
          <dgm:bulletEnabled val="1"/>
        </dgm:presLayoutVars>
      </dgm:prSet>
      <dgm:spPr/>
    </dgm:pt>
    <dgm:pt modelId="{5DC4846D-02AA-44F8-B24C-51716EFD44FF}" type="pres">
      <dgm:prSet presAssocID="{93A2FC47-2E3E-4932-B5F6-4D48151037F1}" presName="sibTrans" presStyleCnt="0"/>
      <dgm:spPr/>
    </dgm:pt>
    <dgm:pt modelId="{B86784D5-DA23-4EA7-B747-7D58CEC66709}" type="pres">
      <dgm:prSet presAssocID="{461A8DB0-816B-46EC-AC4F-EE4C1EE18848}" presName="node" presStyleLbl="node1" presStyleIdx="2" presStyleCnt="7">
        <dgm:presLayoutVars>
          <dgm:bulletEnabled val="1"/>
        </dgm:presLayoutVars>
      </dgm:prSet>
      <dgm:spPr/>
    </dgm:pt>
    <dgm:pt modelId="{008447AD-235A-48B1-A110-059A2A6156F6}" type="pres">
      <dgm:prSet presAssocID="{CE7BCFBE-8966-4E9D-9EA1-7D8027357A1C}" presName="sibTrans" presStyleCnt="0"/>
      <dgm:spPr/>
    </dgm:pt>
    <dgm:pt modelId="{EF46BF7E-4E2E-4D4C-959B-A4F0D24B67B3}" type="pres">
      <dgm:prSet presAssocID="{ED2DCBA5-8B4F-4D95-A450-6372D5AAD4CA}" presName="node" presStyleLbl="node1" presStyleIdx="3" presStyleCnt="7">
        <dgm:presLayoutVars>
          <dgm:bulletEnabled val="1"/>
        </dgm:presLayoutVars>
      </dgm:prSet>
      <dgm:spPr/>
    </dgm:pt>
    <dgm:pt modelId="{4F07C0A6-468E-4913-81BC-E9725474238D}" type="pres">
      <dgm:prSet presAssocID="{114F99CB-8773-4441-AD7B-D37FF3AC2A73}" presName="sibTrans" presStyleCnt="0"/>
      <dgm:spPr/>
    </dgm:pt>
    <dgm:pt modelId="{C112DCC1-E362-4B50-B5F7-1ECA13DE1CBC}" type="pres">
      <dgm:prSet presAssocID="{E02BF1C0-2A81-43EA-B8C1-AD1978A14688}" presName="node" presStyleLbl="node1" presStyleIdx="4" presStyleCnt="7">
        <dgm:presLayoutVars>
          <dgm:bulletEnabled val="1"/>
        </dgm:presLayoutVars>
      </dgm:prSet>
      <dgm:spPr/>
    </dgm:pt>
    <dgm:pt modelId="{8FF789EE-4CA9-4363-B0F6-DAE0464D37F3}" type="pres">
      <dgm:prSet presAssocID="{5FC06B23-6CCB-4E9D-90F1-EC0D9B7D2573}" presName="sibTrans" presStyleCnt="0"/>
      <dgm:spPr/>
    </dgm:pt>
    <dgm:pt modelId="{3465FAA7-77FC-48FB-9624-C989770B15D3}" type="pres">
      <dgm:prSet presAssocID="{6979CBA7-120D-4F08-9DA2-5ABD69EEBF40}" presName="node" presStyleLbl="node1" presStyleIdx="5" presStyleCnt="7">
        <dgm:presLayoutVars>
          <dgm:bulletEnabled val="1"/>
        </dgm:presLayoutVars>
      </dgm:prSet>
      <dgm:spPr/>
    </dgm:pt>
    <dgm:pt modelId="{4FAE16F3-384C-426E-8F11-EC6A86C82B80}" type="pres">
      <dgm:prSet presAssocID="{38B0A13C-0D4C-4A0E-9237-DB0B145C9730}" presName="sibTrans" presStyleCnt="0"/>
      <dgm:spPr/>
    </dgm:pt>
    <dgm:pt modelId="{6707861C-8B3D-4E37-BFAC-8FDA182D7B7F}" type="pres">
      <dgm:prSet presAssocID="{F4CCE325-3872-448A-A59F-B78883947EC0}" presName="node" presStyleLbl="node1" presStyleIdx="6" presStyleCnt="7">
        <dgm:presLayoutVars>
          <dgm:bulletEnabled val="1"/>
        </dgm:presLayoutVars>
      </dgm:prSet>
      <dgm:spPr/>
    </dgm:pt>
  </dgm:ptLst>
  <dgm:cxnLst>
    <dgm:cxn modelId="{DD7D7D03-ACF9-4811-9EF5-D9E5383B3EEC}" type="presOf" srcId="{461A8DB0-816B-46EC-AC4F-EE4C1EE18848}" destId="{B86784D5-DA23-4EA7-B747-7D58CEC66709}" srcOrd="0" destOrd="0" presId="urn:microsoft.com/office/officeart/2005/8/layout/default"/>
    <dgm:cxn modelId="{DCAC743F-8D5D-4C67-BFC9-3AA2EBF70D8F}" type="presOf" srcId="{1502AD39-D19B-486E-8B4D-1341565145EE}" destId="{EFFD7995-2144-4934-8CE6-9194CB8341E9}" srcOrd="0" destOrd="0" presId="urn:microsoft.com/office/officeart/2005/8/layout/default"/>
    <dgm:cxn modelId="{2DC99C41-176C-4444-A67E-D3FA1E4A8799}" type="presOf" srcId="{F78ED59F-3401-442E-BFE7-4AB1D5BF7454}" destId="{C93C9C69-D305-4B50-B600-B7C748FAB74D}" srcOrd="0" destOrd="0" presId="urn:microsoft.com/office/officeart/2005/8/layout/default"/>
    <dgm:cxn modelId="{7D726B49-318D-4516-BAAF-3BE96B17531C}" type="presOf" srcId="{6979CBA7-120D-4F08-9DA2-5ABD69EEBF40}" destId="{3465FAA7-77FC-48FB-9624-C989770B15D3}" srcOrd="0" destOrd="0" presId="urn:microsoft.com/office/officeart/2005/8/layout/default"/>
    <dgm:cxn modelId="{94A9AE4C-E168-42F1-90F7-A58AAAF79F69}" srcId="{F78ED59F-3401-442E-BFE7-4AB1D5BF7454}" destId="{461A8DB0-816B-46EC-AC4F-EE4C1EE18848}" srcOrd="2" destOrd="0" parTransId="{E3C3EA4B-172D-4E45-93A0-00E1CF0884B9}" sibTransId="{CE7BCFBE-8966-4E9D-9EA1-7D8027357A1C}"/>
    <dgm:cxn modelId="{B512CF5A-74CF-49D0-A2B9-B0F2F966DF32}" type="presOf" srcId="{F4CCE325-3872-448A-A59F-B78883947EC0}" destId="{6707861C-8B3D-4E37-BFAC-8FDA182D7B7F}" srcOrd="0" destOrd="0" presId="urn:microsoft.com/office/officeart/2005/8/layout/default"/>
    <dgm:cxn modelId="{60CEAB7E-80A7-4787-9A40-906C5A06ED2A}" type="presOf" srcId="{ED2DCBA5-8B4F-4D95-A450-6372D5AAD4CA}" destId="{EF46BF7E-4E2E-4D4C-959B-A4F0D24B67B3}" srcOrd="0" destOrd="0" presId="urn:microsoft.com/office/officeart/2005/8/layout/default"/>
    <dgm:cxn modelId="{F9284880-EED2-4045-BA05-3859ACCF0046}" type="presOf" srcId="{E02BF1C0-2A81-43EA-B8C1-AD1978A14688}" destId="{C112DCC1-E362-4B50-B5F7-1ECA13DE1CBC}" srcOrd="0" destOrd="0" presId="urn:microsoft.com/office/officeart/2005/8/layout/default"/>
    <dgm:cxn modelId="{0979AF8C-AF77-4CD3-B933-8054CA6361BA}" srcId="{F78ED59F-3401-442E-BFE7-4AB1D5BF7454}" destId="{E02BF1C0-2A81-43EA-B8C1-AD1978A14688}" srcOrd="4" destOrd="0" parTransId="{58A2F9DD-C601-45E2-8E12-BCD095D331AC}" sibTransId="{5FC06B23-6CCB-4E9D-90F1-EC0D9B7D2573}"/>
    <dgm:cxn modelId="{D202708E-652A-44F2-8B39-8487AE5A7441}" srcId="{F78ED59F-3401-442E-BFE7-4AB1D5BF7454}" destId="{1502AD39-D19B-486E-8B4D-1341565145EE}" srcOrd="1" destOrd="0" parTransId="{4B716D97-0B75-4963-9E51-2354B7209F88}" sibTransId="{93A2FC47-2E3E-4932-B5F6-4D48151037F1}"/>
    <dgm:cxn modelId="{09428AA6-6824-4012-816B-8F25352B4818}" srcId="{F78ED59F-3401-442E-BFE7-4AB1D5BF7454}" destId="{6979CBA7-120D-4F08-9DA2-5ABD69EEBF40}" srcOrd="5" destOrd="0" parTransId="{6EBB4231-7889-464D-9477-6507005AD3AD}" sibTransId="{38B0A13C-0D4C-4A0E-9237-DB0B145C9730}"/>
    <dgm:cxn modelId="{881778AB-D819-4CA9-BC28-1DF94A2D0C83}" srcId="{F78ED59F-3401-442E-BFE7-4AB1D5BF7454}" destId="{979370BA-0986-4EBC-BEE3-A2FCD4EE1E45}" srcOrd="0" destOrd="0" parTransId="{7770107C-62B1-437B-BF69-67B75DF3E73F}" sibTransId="{46CB1104-9222-4927-A0ED-0AB344C6D868}"/>
    <dgm:cxn modelId="{96487FD6-4E79-4692-941F-B244B8F6E434}" srcId="{F78ED59F-3401-442E-BFE7-4AB1D5BF7454}" destId="{F4CCE325-3872-448A-A59F-B78883947EC0}" srcOrd="6" destOrd="0" parTransId="{60B3FA20-5F78-4D55-8D3A-94C64D0621F2}" sibTransId="{0ECA7575-0CAF-4C47-9F99-39818C9DBCB0}"/>
    <dgm:cxn modelId="{EEEA94EA-9668-49C2-A208-F209F2754DEB}" srcId="{F78ED59F-3401-442E-BFE7-4AB1D5BF7454}" destId="{ED2DCBA5-8B4F-4D95-A450-6372D5AAD4CA}" srcOrd="3" destOrd="0" parTransId="{083AEAF8-6381-4B0B-8038-5B5272A8E116}" sibTransId="{114F99CB-8773-4441-AD7B-D37FF3AC2A73}"/>
    <dgm:cxn modelId="{C761A3FD-699E-4179-BF70-54A30798B9DE}" type="presOf" srcId="{979370BA-0986-4EBC-BEE3-A2FCD4EE1E45}" destId="{5AC27D60-C72F-4AE0-B53C-1FC6681556E1}" srcOrd="0" destOrd="0" presId="urn:microsoft.com/office/officeart/2005/8/layout/default"/>
    <dgm:cxn modelId="{BB85655F-D9C4-4D25-B32C-C981D76A136A}" type="presParOf" srcId="{C93C9C69-D305-4B50-B600-B7C748FAB74D}" destId="{5AC27D60-C72F-4AE0-B53C-1FC6681556E1}" srcOrd="0" destOrd="0" presId="urn:microsoft.com/office/officeart/2005/8/layout/default"/>
    <dgm:cxn modelId="{97B07CCC-90FB-4517-BA48-25416226E01D}" type="presParOf" srcId="{C93C9C69-D305-4B50-B600-B7C748FAB74D}" destId="{1834520B-3A0D-4A14-B5A0-73F751118788}" srcOrd="1" destOrd="0" presId="urn:microsoft.com/office/officeart/2005/8/layout/default"/>
    <dgm:cxn modelId="{15AB87E2-8D08-4085-AD26-69AE96A4E3CF}" type="presParOf" srcId="{C93C9C69-D305-4B50-B600-B7C748FAB74D}" destId="{EFFD7995-2144-4934-8CE6-9194CB8341E9}" srcOrd="2" destOrd="0" presId="urn:microsoft.com/office/officeart/2005/8/layout/default"/>
    <dgm:cxn modelId="{AF5B2753-1DF1-4518-8922-B1CB46BDEA8B}" type="presParOf" srcId="{C93C9C69-D305-4B50-B600-B7C748FAB74D}" destId="{5DC4846D-02AA-44F8-B24C-51716EFD44FF}" srcOrd="3" destOrd="0" presId="urn:microsoft.com/office/officeart/2005/8/layout/default"/>
    <dgm:cxn modelId="{73FC65DF-01C8-4DC7-81AF-38FA2DFC4B9C}" type="presParOf" srcId="{C93C9C69-D305-4B50-B600-B7C748FAB74D}" destId="{B86784D5-DA23-4EA7-B747-7D58CEC66709}" srcOrd="4" destOrd="0" presId="urn:microsoft.com/office/officeart/2005/8/layout/default"/>
    <dgm:cxn modelId="{40DCF69F-C215-4719-B297-4719FD293A60}" type="presParOf" srcId="{C93C9C69-D305-4B50-B600-B7C748FAB74D}" destId="{008447AD-235A-48B1-A110-059A2A6156F6}" srcOrd="5" destOrd="0" presId="urn:microsoft.com/office/officeart/2005/8/layout/default"/>
    <dgm:cxn modelId="{489C3CDF-CB77-4E0D-88B1-674A737EE5BA}" type="presParOf" srcId="{C93C9C69-D305-4B50-B600-B7C748FAB74D}" destId="{EF46BF7E-4E2E-4D4C-959B-A4F0D24B67B3}" srcOrd="6" destOrd="0" presId="urn:microsoft.com/office/officeart/2005/8/layout/default"/>
    <dgm:cxn modelId="{B2300F5A-2C81-4F3F-9270-C75836417520}" type="presParOf" srcId="{C93C9C69-D305-4B50-B600-B7C748FAB74D}" destId="{4F07C0A6-468E-4913-81BC-E9725474238D}" srcOrd="7" destOrd="0" presId="urn:microsoft.com/office/officeart/2005/8/layout/default"/>
    <dgm:cxn modelId="{08E30821-F91B-4ADA-808A-26CB929AE3FD}" type="presParOf" srcId="{C93C9C69-D305-4B50-B600-B7C748FAB74D}" destId="{C112DCC1-E362-4B50-B5F7-1ECA13DE1CBC}" srcOrd="8" destOrd="0" presId="urn:microsoft.com/office/officeart/2005/8/layout/default"/>
    <dgm:cxn modelId="{6AF55CE0-B898-4AE7-A9A9-BC8A066772E7}" type="presParOf" srcId="{C93C9C69-D305-4B50-B600-B7C748FAB74D}" destId="{8FF789EE-4CA9-4363-B0F6-DAE0464D37F3}" srcOrd="9" destOrd="0" presId="urn:microsoft.com/office/officeart/2005/8/layout/default"/>
    <dgm:cxn modelId="{33258D8D-D981-4945-A3AC-47BFB2A009E1}" type="presParOf" srcId="{C93C9C69-D305-4B50-B600-B7C748FAB74D}" destId="{3465FAA7-77FC-48FB-9624-C989770B15D3}" srcOrd="10" destOrd="0" presId="urn:microsoft.com/office/officeart/2005/8/layout/default"/>
    <dgm:cxn modelId="{24A63668-FC1E-4908-B1C4-9085F142D3F4}" type="presParOf" srcId="{C93C9C69-D305-4B50-B600-B7C748FAB74D}" destId="{4FAE16F3-384C-426E-8F11-EC6A86C82B80}" srcOrd="11" destOrd="0" presId="urn:microsoft.com/office/officeart/2005/8/layout/default"/>
    <dgm:cxn modelId="{A117A56E-CB24-440C-9291-0D778935BE96}" type="presParOf" srcId="{C93C9C69-D305-4B50-B600-B7C748FAB74D}" destId="{6707861C-8B3D-4E37-BFAC-8FDA182D7B7F}"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511F753-C637-4F06-A03F-76274D2A7B5E}"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89E35C9-028D-499E-866D-4346E1A0ED94}">
      <dgm:prSet/>
      <dgm:spPr/>
      <dgm:t>
        <a:bodyPr/>
        <a:lstStyle/>
        <a:p>
          <a:r>
            <a:rPr lang="en-US" baseline="0"/>
            <a:t>Game is represented as tree.</a:t>
          </a:r>
          <a:endParaRPr lang="en-US"/>
        </a:p>
      </dgm:t>
    </dgm:pt>
    <dgm:pt modelId="{315565DC-C70C-434D-8BA4-4F9E7F405637}" type="parTrans" cxnId="{0DED37BB-423A-4D1F-82B5-D7460FCFC956}">
      <dgm:prSet/>
      <dgm:spPr/>
      <dgm:t>
        <a:bodyPr/>
        <a:lstStyle/>
        <a:p>
          <a:endParaRPr lang="en-US"/>
        </a:p>
      </dgm:t>
    </dgm:pt>
    <dgm:pt modelId="{D5880DFE-CE80-4437-9E1C-AD46E19BA95C}" type="sibTrans" cxnId="{0DED37BB-423A-4D1F-82B5-D7460FCFC956}">
      <dgm:prSet/>
      <dgm:spPr/>
      <dgm:t>
        <a:bodyPr/>
        <a:lstStyle/>
        <a:p>
          <a:endParaRPr lang="en-US"/>
        </a:p>
      </dgm:t>
    </dgm:pt>
    <dgm:pt modelId="{9B788076-7922-4C93-BDD8-D95CDE18657A}">
      <dgm:prSet/>
      <dgm:spPr/>
      <dgm:t>
        <a:bodyPr/>
        <a:lstStyle/>
        <a:p>
          <a:r>
            <a:rPr lang="en-US" baseline="0"/>
            <a:t>Steps:</a:t>
          </a:r>
          <a:endParaRPr lang="en-US"/>
        </a:p>
      </dgm:t>
    </dgm:pt>
    <dgm:pt modelId="{DAAB032D-9744-46C6-B64C-940E795A0F26}" type="parTrans" cxnId="{FF785A34-6819-4573-9F1E-A742B8C87494}">
      <dgm:prSet/>
      <dgm:spPr/>
      <dgm:t>
        <a:bodyPr/>
        <a:lstStyle/>
        <a:p>
          <a:endParaRPr lang="en-US"/>
        </a:p>
      </dgm:t>
    </dgm:pt>
    <dgm:pt modelId="{8A378149-221F-45C4-9759-DE93B4A8A7AA}" type="sibTrans" cxnId="{FF785A34-6819-4573-9F1E-A742B8C87494}">
      <dgm:prSet/>
      <dgm:spPr/>
      <dgm:t>
        <a:bodyPr/>
        <a:lstStyle/>
        <a:p>
          <a:endParaRPr lang="en-US"/>
        </a:p>
      </dgm:t>
    </dgm:pt>
    <dgm:pt modelId="{D856CF87-2516-46D9-89B2-956203D86959}">
      <dgm:prSet/>
      <dgm:spPr/>
      <dgm:t>
        <a:bodyPr/>
        <a:lstStyle/>
        <a:p>
          <a:r>
            <a:rPr lang="en-US" baseline="0"/>
            <a:t>Generate all possible moves.</a:t>
          </a:r>
          <a:endParaRPr lang="en-US"/>
        </a:p>
      </dgm:t>
    </dgm:pt>
    <dgm:pt modelId="{25B64554-6772-43F6-BAC8-FAC9AA779033}" type="parTrans" cxnId="{654EE6C5-3E2C-4201-A010-1D9FA6C1CA8F}">
      <dgm:prSet/>
      <dgm:spPr/>
      <dgm:t>
        <a:bodyPr/>
        <a:lstStyle/>
        <a:p>
          <a:endParaRPr lang="en-US"/>
        </a:p>
      </dgm:t>
    </dgm:pt>
    <dgm:pt modelId="{6BBE7C7E-79F8-4A5D-9A8F-6CEC7DC15E23}" type="sibTrans" cxnId="{654EE6C5-3E2C-4201-A010-1D9FA6C1CA8F}">
      <dgm:prSet/>
      <dgm:spPr/>
      <dgm:t>
        <a:bodyPr/>
        <a:lstStyle/>
        <a:p>
          <a:endParaRPr lang="en-US"/>
        </a:p>
      </dgm:t>
    </dgm:pt>
    <dgm:pt modelId="{28F6BCCF-E362-4EC3-8E33-881C6180C2C2}">
      <dgm:prSet/>
      <dgm:spPr/>
      <dgm:t>
        <a:bodyPr/>
        <a:lstStyle/>
        <a:p>
          <a:r>
            <a:rPr lang="en-US" baseline="0"/>
            <a:t>Go to the end (terminal state).</a:t>
          </a:r>
          <a:endParaRPr lang="en-US"/>
        </a:p>
      </dgm:t>
    </dgm:pt>
    <dgm:pt modelId="{04927615-A2CE-4427-A895-4EC6FDA9ECD5}" type="parTrans" cxnId="{B117DFB7-5D53-42F6-BF5F-9ED908BD0776}">
      <dgm:prSet/>
      <dgm:spPr/>
      <dgm:t>
        <a:bodyPr/>
        <a:lstStyle/>
        <a:p>
          <a:endParaRPr lang="en-US"/>
        </a:p>
      </dgm:t>
    </dgm:pt>
    <dgm:pt modelId="{2A32F570-8D78-4C9B-A882-5C954B07CFB3}" type="sibTrans" cxnId="{B117DFB7-5D53-42F6-BF5F-9ED908BD0776}">
      <dgm:prSet/>
      <dgm:spPr/>
      <dgm:t>
        <a:bodyPr/>
        <a:lstStyle/>
        <a:p>
          <a:endParaRPr lang="en-US"/>
        </a:p>
      </dgm:t>
    </dgm:pt>
    <dgm:pt modelId="{B3E4108C-958C-4DAE-AC34-868E365BF461}">
      <dgm:prSet/>
      <dgm:spPr/>
      <dgm:t>
        <a:bodyPr/>
        <a:lstStyle/>
        <a:p>
          <a:r>
            <a:rPr lang="en-US" baseline="0"/>
            <a:t>Assign Values (win=+1,loose=-1,draw=0).</a:t>
          </a:r>
          <a:endParaRPr lang="en-US"/>
        </a:p>
      </dgm:t>
    </dgm:pt>
    <dgm:pt modelId="{FBC4DFA4-74AD-4459-AF4B-DE2793CA18F6}" type="parTrans" cxnId="{D6694377-F671-4BF0-BD78-8F9AFD776C2F}">
      <dgm:prSet/>
      <dgm:spPr/>
      <dgm:t>
        <a:bodyPr/>
        <a:lstStyle/>
        <a:p>
          <a:endParaRPr lang="en-US"/>
        </a:p>
      </dgm:t>
    </dgm:pt>
    <dgm:pt modelId="{B751632E-AE5D-42A3-B9E5-7CAB053F0B31}" type="sibTrans" cxnId="{D6694377-F671-4BF0-BD78-8F9AFD776C2F}">
      <dgm:prSet/>
      <dgm:spPr/>
      <dgm:t>
        <a:bodyPr/>
        <a:lstStyle/>
        <a:p>
          <a:endParaRPr lang="en-US"/>
        </a:p>
      </dgm:t>
    </dgm:pt>
    <dgm:pt modelId="{AA2621E1-34DC-4242-845A-D3E82233DE66}">
      <dgm:prSet/>
      <dgm:spPr/>
      <dgm:t>
        <a:bodyPr/>
        <a:lstStyle/>
        <a:p>
          <a:r>
            <a:rPr lang="en-US" baseline="0"/>
            <a:t>Max chooses the highest value and min chooses the lowest value.</a:t>
          </a:r>
          <a:endParaRPr lang="en-US"/>
        </a:p>
      </dgm:t>
    </dgm:pt>
    <dgm:pt modelId="{87D43F1F-E94B-4E2F-A6F3-CD266F630B31}" type="parTrans" cxnId="{6C629862-AE0B-4C15-B8D3-E596E2332095}">
      <dgm:prSet/>
      <dgm:spPr/>
      <dgm:t>
        <a:bodyPr/>
        <a:lstStyle/>
        <a:p>
          <a:endParaRPr lang="en-US"/>
        </a:p>
      </dgm:t>
    </dgm:pt>
    <dgm:pt modelId="{DE1C876C-5F72-4F4C-8533-1E1FC403317F}" type="sibTrans" cxnId="{6C629862-AE0B-4C15-B8D3-E596E2332095}">
      <dgm:prSet/>
      <dgm:spPr/>
      <dgm:t>
        <a:bodyPr/>
        <a:lstStyle/>
        <a:p>
          <a:endParaRPr lang="en-US"/>
        </a:p>
      </dgm:t>
    </dgm:pt>
    <dgm:pt modelId="{E3C83F69-B037-42AE-BDC2-985C9A92E6E5}" type="pres">
      <dgm:prSet presAssocID="{8511F753-C637-4F06-A03F-76274D2A7B5E}" presName="diagram" presStyleCnt="0">
        <dgm:presLayoutVars>
          <dgm:dir/>
          <dgm:resizeHandles val="exact"/>
        </dgm:presLayoutVars>
      </dgm:prSet>
      <dgm:spPr/>
    </dgm:pt>
    <dgm:pt modelId="{5CAF824B-6228-47ED-BA12-DFEE3850C87A}" type="pres">
      <dgm:prSet presAssocID="{389E35C9-028D-499E-866D-4346E1A0ED94}" presName="node" presStyleLbl="node1" presStyleIdx="0" presStyleCnt="2">
        <dgm:presLayoutVars>
          <dgm:bulletEnabled val="1"/>
        </dgm:presLayoutVars>
      </dgm:prSet>
      <dgm:spPr/>
    </dgm:pt>
    <dgm:pt modelId="{CAC0A3BB-F9B5-4FA2-91ED-7B4E00B64D68}" type="pres">
      <dgm:prSet presAssocID="{D5880DFE-CE80-4437-9E1C-AD46E19BA95C}" presName="sibTrans" presStyleCnt="0"/>
      <dgm:spPr/>
    </dgm:pt>
    <dgm:pt modelId="{E2322C27-440F-44F8-8B48-495C80719C9A}" type="pres">
      <dgm:prSet presAssocID="{9B788076-7922-4C93-BDD8-D95CDE18657A}" presName="node" presStyleLbl="node1" presStyleIdx="1" presStyleCnt="2">
        <dgm:presLayoutVars>
          <dgm:bulletEnabled val="1"/>
        </dgm:presLayoutVars>
      </dgm:prSet>
      <dgm:spPr/>
    </dgm:pt>
  </dgm:ptLst>
  <dgm:cxnLst>
    <dgm:cxn modelId="{FF785A34-6819-4573-9F1E-A742B8C87494}" srcId="{8511F753-C637-4F06-A03F-76274D2A7B5E}" destId="{9B788076-7922-4C93-BDD8-D95CDE18657A}" srcOrd="1" destOrd="0" parTransId="{DAAB032D-9744-46C6-B64C-940E795A0F26}" sibTransId="{8A378149-221F-45C4-9759-DE93B4A8A7AA}"/>
    <dgm:cxn modelId="{050FA340-81E3-4241-8D4C-5DE9C3DFCE6F}" type="presOf" srcId="{28F6BCCF-E362-4EC3-8E33-881C6180C2C2}" destId="{E2322C27-440F-44F8-8B48-495C80719C9A}" srcOrd="0" destOrd="2" presId="urn:microsoft.com/office/officeart/2005/8/layout/default"/>
    <dgm:cxn modelId="{6C629862-AE0B-4C15-B8D3-E596E2332095}" srcId="{9B788076-7922-4C93-BDD8-D95CDE18657A}" destId="{AA2621E1-34DC-4242-845A-D3E82233DE66}" srcOrd="3" destOrd="0" parTransId="{87D43F1F-E94B-4E2F-A6F3-CD266F630B31}" sibTransId="{DE1C876C-5F72-4F4C-8533-1E1FC403317F}"/>
    <dgm:cxn modelId="{CDE9D345-9EEB-4D3D-9A09-CC86B73624DB}" type="presOf" srcId="{8511F753-C637-4F06-A03F-76274D2A7B5E}" destId="{E3C83F69-B037-42AE-BDC2-985C9A92E6E5}" srcOrd="0" destOrd="0" presId="urn:microsoft.com/office/officeart/2005/8/layout/default"/>
    <dgm:cxn modelId="{0B3CA854-9235-430C-A95B-D2B017730A84}" type="presOf" srcId="{AA2621E1-34DC-4242-845A-D3E82233DE66}" destId="{E2322C27-440F-44F8-8B48-495C80719C9A}" srcOrd="0" destOrd="4" presId="urn:microsoft.com/office/officeart/2005/8/layout/default"/>
    <dgm:cxn modelId="{D6694377-F671-4BF0-BD78-8F9AFD776C2F}" srcId="{9B788076-7922-4C93-BDD8-D95CDE18657A}" destId="{B3E4108C-958C-4DAE-AC34-868E365BF461}" srcOrd="2" destOrd="0" parTransId="{FBC4DFA4-74AD-4459-AF4B-DE2793CA18F6}" sibTransId="{B751632E-AE5D-42A3-B9E5-7CAB053F0B31}"/>
    <dgm:cxn modelId="{567C2388-B7C7-4CBF-A8EE-AB37673FBE06}" type="presOf" srcId="{389E35C9-028D-499E-866D-4346E1A0ED94}" destId="{5CAF824B-6228-47ED-BA12-DFEE3850C87A}" srcOrd="0" destOrd="0" presId="urn:microsoft.com/office/officeart/2005/8/layout/default"/>
    <dgm:cxn modelId="{1D529EA7-35E1-424A-951C-99A34695CB34}" type="presOf" srcId="{D856CF87-2516-46D9-89B2-956203D86959}" destId="{E2322C27-440F-44F8-8B48-495C80719C9A}" srcOrd="0" destOrd="1" presId="urn:microsoft.com/office/officeart/2005/8/layout/default"/>
    <dgm:cxn modelId="{B117DFB7-5D53-42F6-BF5F-9ED908BD0776}" srcId="{9B788076-7922-4C93-BDD8-D95CDE18657A}" destId="{28F6BCCF-E362-4EC3-8E33-881C6180C2C2}" srcOrd="1" destOrd="0" parTransId="{04927615-A2CE-4427-A895-4EC6FDA9ECD5}" sibTransId="{2A32F570-8D78-4C9B-A882-5C954B07CFB3}"/>
    <dgm:cxn modelId="{0DED37BB-423A-4D1F-82B5-D7460FCFC956}" srcId="{8511F753-C637-4F06-A03F-76274D2A7B5E}" destId="{389E35C9-028D-499E-866D-4346E1A0ED94}" srcOrd="0" destOrd="0" parTransId="{315565DC-C70C-434D-8BA4-4F9E7F405637}" sibTransId="{D5880DFE-CE80-4437-9E1C-AD46E19BA95C}"/>
    <dgm:cxn modelId="{654EE6C5-3E2C-4201-A010-1D9FA6C1CA8F}" srcId="{9B788076-7922-4C93-BDD8-D95CDE18657A}" destId="{D856CF87-2516-46D9-89B2-956203D86959}" srcOrd="0" destOrd="0" parTransId="{25B64554-6772-43F6-BAC8-FAC9AA779033}" sibTransId="{6BBE7C7E-79F8-4A5D-9A8F-6CEC7DC15E23}"/>
    <dgm:cxn modelId="{B7FB7CC7-4D1F-44BA-9F55-3EB7A30D6F7D}" type="presOf" srcId="{9B788076-7922-4C93-BDD8-D95CDE18657A}" destId="{E2322C27-440F-44F8-8B48-495C80719C9A}" srcOrd="0" destOrd="0" presId="urn:microsoft.com/office/officeart/2005/8/layout/default"/>
    <dgm:cxn modelId="{78CEC0DC-E89B-445C-B075-A9292D9C8F39}" type="presOf" srcId="{B3E4108C-958C-4DAE-AC34-868E365BF461}" destId="{E2322C27-440F-44F8-8B48-495C80719C9A}" srcOrd="0" destOrd="3" presId="urn:microsoft.com/office/officeart/2005/8/layout/default"/>
    <dgm:cxn modelId="{BAF04684-93FD-4901-A73B-E2B06F293867}" type="presParOf" srcId="{E3C83F69-B037-42AE-BDC2-985C9A92E6E5}" destId="{5CAF824B-6228-47ED-BA12-DFEE3850C87A}" srcOrd="0" destOrd="0" presId="urn:microsoft.com/office/officeart/2005/8/layout/default"/>
    <dgm:cxn modelId="{3CCC4CE7-24E1-473F-AAEC-174E0E348FAA}" type="presParOf" srcId="{E3C83F69-B037-42AE-BDC2-985C9A92E6E5}" destId="{CAC0A3BB-F9B5-4FA2-91ED-7B4E00B64D68}" srcOrd="1" destOrd="0" presId="urn:microsoft.com/office/officeart/2005/8/layout/default"/>
    <dgm:cxn modelId="{3E76D421-BFD4-4329-90E5-31D4BD3F89E5}" type="presParOf" srcId="{E3C83F69-B037-42AE-BDC2-985C9A92E6E5}" destId="{E2322C27-440F-44F8-8B48-495C80719C9A}"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11E6229-B067-42C5-A023-BE4CF635D4D2}" type="doc">
      <dgm:prSet loTypeId="urn:microsoft.com/office/officeart/2005/8/layout/vList2" loCatId="list" qsTypeId="urn:microsoft.com/office/officeart/2005/8/quickstyle/simple1" qsCatId="simple" csTypeId="urn:microsoft.com/office/officeart/2005/8/colors/accent1_3" csCatId="accent1"/>
      <dgm:spPr/>
      <dgm:t>
        <a:bodyPr/>
        <a:lstStyle/>
        <a:p>
          <a:endParaRPr lang="en-US"/>
        </a:p>
      </dgm:t>
    </dgm:pt>
    <dgm:pt modelId="{C89D47DE-CB39-4C8D-84AB-8CDFDF5F8E19}">
      <dgm:prSet/>
      <dgm:spPr/>
      <dgm:t>
        <a:bodyPr/>
        <a:lstStyle/>
        <a:p>
          <a:r>
            <a:rPr lang="en-US" baseline="0"/>
            <a:t>Optimization of Min-Max. (Advance version)</a:t>
          </a:r>
          <a:endParaRPr lang="en-US"/>
        </a:p>
      </dgm:t>
    </dgm:pt>
    <dgm:pt modelId="{4F13CB75-4A22-4A6A-A8B9-70F7278A9559}" type="parTrans" cxnId="{18EEB907-952E-443E-83C4-B0022E74D56E}">
      <dgm:prSet/>
      <dgm:spPr/>
      <dgm:t>
        <a:bodyPr/>
        <a:lstStyle/>
        <a:p>
          <a:endParaRPr lang="en-US"/>
        </a:p>
      </dgm:t>
    </dgm:pt>
    <dgm:pt modelId="{4FF61B35-817B-46B8-8847-A80737D822B1}" type="sibTrans" cxnId="{18EEB907-952E-443E-83C4-B0022E74D56E}">
      <dgm:prSet/>
      <dgm:spPr/>
      <dgm:t>
        <a:bodyPr/>
        <a:lstStyle/>
        <a:p>
          <a:endParaRPr lang="en-US"/>
        </a:p>
      </dgm:t>
    </dgm:pt>
    <dgm:pt modelId="{60727D47-8C08-4628-9F9F-47A552B1420C}">
      <dgm:prSet/>
      <dgm:spPr/>
      <dgm:t>
        <a:bodyPr/>
        <a:lstStyle/>
        <a:p>
          <a:r>
            <a:rPr lang="en-US" baseline="0"/>
            <a:t>Reduces number of nodes evaluated.</a:t>
          </a:r>
          <a:endParaRPr lang="en-US"/>
        </a:p>
      </dgm:t>
    </dgm:pt>
    <dgm:pt modelId="{C6A983B8-B552-49FB-B894-6296DE3ABE80}" type="parTrans" cxnId="{ED985AD8-2EF1-4503-BDFD-BDE9882A23C7}">
      <dgm:prSet/>
      <dgm:spPr/>
      <dgm:t>
        <a:bodyPr/>
        <a:lstStyle/>
        <a:p>
          <a:endParaRPr lang="en-US"/>
        </a:p>
      </dgm:t>
    </dgm:pt>
    <dgm:pt modelId="{B2DDDF98-14EB-47DB-8B2F-9771C5039E0E}" type="sibTrans" cxnId="{ED985AD8-2EF1-4503-BDFD-BDE9882A23C7}">
      <dgm:prSet/>
      <dgm:spPr/>
      <dgm:t>
        <a:bodyPr/>
        <a:lstStyle/>
        <a:p>
          <a:endParaRPr lang="en-US"/>
        </a:p>
      </dgm:t>
    </dgm:pt>
    <dgm:pt modelId="{F8828F3C-4D23-4E3E-B398-6F2C73E8D293}">
      <dgm:prSet/>
      <dgm:spPr/>
      <dgm:t>
        <a:bodyPr/>
        <a:lstStyle/>
        <a:p>
          <a:r>
            <a:rPr lang="en-US" baseline="0" dirty="0"/>
            <a:t>Skips unnecessary calculations.</a:t>
          </a:r>
          <a:endParaRPr lang="en-US" dirty="0"/>
        </a:p>
      </dgm:t>
    </dgm:pt>
    <dgm:pt modelId="{110A41E8-7E81-4130-983A-81054AC0A4A5}" type="parTrans" cxnId="{AAAB72FA-8E10-4281-B5E7-9A4725679B36}">
      <dgm:prSet/>
      <dgm:spPr/>
      <dgm:t>
        <a:bodyPr/>
        <a:lstStyle/>
        <a:p>
          <a:endParaRPr lang="en-US"/>
        </a:p>
      </dgm:t>
    </dgm:pt>
    <dgm:pt modelId="{10118502-22B9-4465-AD16-6A7AEAE95EEC}" type="sibTrans" cxnId="{AAAB72FA-8E10-4281-B5E7-9A4725679B36}">
      <dgm:prSet/>
      <dgm:spPr/>
      <dgm:t>
        <a:bodyPr/>
        <a:lstStyle/>
        <a:p>
          <a:endParaRPr lang="en-US"/>
        </a:p>
      </dgm:t>
    </dgm:pt>
    <dgm:pt modelId="{64ACB3EF-7F44-43E2-BE2D-3B2AF2D70EDC}">
      <dgm:prSet/>
      <dgm:spPr/>
      <dgm:t>
        <a:bodyPr/>
        <a:lstStyle/>
        <a:p>
          <a:r>
            <a:rPr lang="en-US" baseline="0"/>
            <a:t>Alpha(@):Best value for max.</a:t>
          </a:r>
          <a:endParaRPr lang="en-US"/>
        </a:p>
      </dgm:t>
    </dgm:pt>
    <dgm:pt modelId="{153AD428-C86E-45FB-8622-857F8BF8B8EA}" type="parTrans" cxnId="{3F1CCFB5-AEAA-40DE-8F4A-8FEB27554AAA}">
      <dgm:prSet/>
      <dgm:spPr/>
      <dgm:t>
        <a:bodyPr/>
        <a:lstStyle/>
        <a:p>
          <a:endParaRPr lang="en-US"/>
        </a:p>
      </dgm:t>
    </dgm:pt>
    <dgm:pt modelId="{D1E414D9-B8BE-4D12-B217-97B1AA1251E2}" type="sibTrans" cxnId="{3F1CCFB5-AEAA-40DE-8F4A-8FEB27554AAA}">
      <dgm:prSet/>
      <dgm:spPr/>
      <dgm:t>
        <a:bodyPr/>
        <a:lstStyle/>
        <a:p>
          <a:endParaRPr lang="en-US"/>
        </a:p>
      </dgm:t>
    </dgm:pt>
    <dgm:pt modelId="{77C55D40-DD1F-4DD6-A7E7-D597B75810A6}">
      <dgm:prSet/>
      <dgm:spPr/>
      <dgm:t>
        <a:bodyPr/>
        <a:lstStyle/>
        <a:p>
          <a:r>
            <a:rPr lang="en-US" baseline="0"/>
            <a:t>Beta(B):Best value for min.</a:t>
          </a:r>
          <a:endParaRPr lang="en-US"/>
        </a:p>
      </dgm:t>
    </dgm:pt>
    <dgm:pt modelId="{90627CA5-207C-44F8-A013-1B4131ACA17C}" type="parTrans" cxnId="{A89FBCE3-74A3-40F7-BED5-1FC86071440F}">
      <dgm:prSet/>
      <dgm:spPr/>
      <dgm:t>
        <a:bodyPr/>
        <a:lstStyle/>
        <a:p>
          <a:endParaRPr lang="en-US"/>
        </a:p>
      </dgm:t>
    </dgm:pt>
    <dgm:pt modelId="{39FEE659-D8ED-4D9F-B75C-73747582DEDA}" type="sibTrans" cxnId="{A89FBCE3-74A3-40F7-BED5-1FC86071440F}">
      <dgm:prSet/>
      <dgm:spPr/>
      <dgm:t>
        <a:bodyPr/>
        <a:lstStyle/>
        <a:p>
          <a:endParaRPr lang="en-US"/>
        </a:p>
      </dgm:t>
    </dgm:pt>
    <dgm:pt modelId="{E4F9B868-998B-408D-A578-7F3E04CB3AF7}">
      <dgm:prSet/>
      <dgm:spPr/>
      <dgm:t>
        <a:bodyPr/>
        <a:lstStyle/>
        <a:p>
          <a:r>
            <a:rPr lang="en-US" baseline="0"/>
            <a:t>If @&gt;=B stop.</a:t>
          </a:r>
          <a:endParaRPr lang="en-US"/>
        </a:p>
      </dgm:t>
    </dgm:pt>
    <dgm:pt modelId="{765BE2A8-2FAF-4A00-8D2D-5D7FFA7082FA}" type="parTrans" cxnId="{4DC748A6-7523-4E9D-B6D4-4422982DA305}">
      <dgm:prSet/>
      <dgm:spPr/>
      <dgm:t>
        <a:bodyPr/>
        <a:lstStyle/>
        <a:p>
          <a:endParaRPr lang="en-US"/>
        </a:p>
      </dgm:t>
    </dgm:pt>
    <dgm:pt modelId="{7CF0205F-92BB-4FD1-BCD7-6EC31E8538BD}" type="sibTrans" cxnId="{4DC748A6-7523-4E9D-B6D4-4422982DA305}">
      <dgm:prSet/>
      <dgm:spPr/>
      <dgm:t>
        <a:bodyPr/>
        <a:lstStyle/>
        <a:p>
          <a:endParaRPr lang="en-US"/>
        </a:p>
      </dgm:t>
    </dgm:pt>
    <dgm:pt modelId="{903FE7BB-3A01-4C12-B463-887AF0BCF74D}" type="pres">
      <dgm:prSet presAssocID="{911E6229-B067-42C5-A023-BE4CF635D4D2}" presName="linear" presStyleCnt="0">
        <dgm:presLayoutVars>
          <dgm:animLvl val="lvl"/>
          <dgm:resizeHandles val="exact"/>
        </dgm:presLayoutVars>
      </dgm:prSet>
      <dgm:spPr/>
    </dgm:pt>
    <dgm:pt modelId="{E4813F94-00D3-4B82-A477-80C18142D430}" type="pres">
      <dgm:prSet presAssocID="{C89D47DE-CB39-4C8D-84AB-8CDFDF5F8E19}" presName="parentText" presStyleLbl="node1" presStyleIdx="0" presStyleCnt="6">
        <dgm:presLayoutVars>
          <dgm:chMax val="0"/>
          <dgm:bulletEnabled val="1"/>
        </dgm:presLayoutVars>
      </dgm:prSet>
      <dgm:spPr/>
    </dgm:pt>
    <dgm:pt modelId="{F969C917-FF78-4A60-90FB-F4B6533E8240}" type="pres">
      <dgm:prSet presAssocID="{4FF61B35-817B-46B8-8847-A80737D822B1}" presName="spacer" presStyleCnt="0"/>
      <dgm:spPr/>
    </dgm:pt>
    <dgm:pt modelId="{F29EF241-6D47-403D-9DAF-B832362BF845}" type="pres">
      <dgm:prSet presAssocID="{60727D47-8C08-4628-9F9F-47A552B1420C}" presName="parentText" presStyleLbl="node1" presStyleIdx="1" presStyleCnt="6">
        <dgm:presLayoutVars>
          <dgm:chMax val="0"/>
          <dgm:bulletEnabled val="1"/>
        </dgm:presLayoutVars>
      </dgm:prSet>
      <dgm:spPr/>
    </dgm:pt>
    <dgm:pt modelId="{F191DA7F-5568-46AD-9BAB-44E8085C0E3C}" type="pres">
      <dgm:prSet presAssocID="{B2DDDF98-14EB-47DB-8B2F-9771C5039E0E}" presName="spacer" presStyleCnt="0"/>
      <dgm:spPr/>
    </dgm:pt>
    <dgm:pt modelId="{69958439-6A01-4E7C-95C8-A86F14DE5B7E}" type="pres">
      <dgm:prSet presAssocID="{F8828F3C-4D23-4E3E-B398-6F2C73E8D293}" presName="parentText" presStyleLbl="node1" presStyleIdx="2" presStyleCnt="6">
        <dgm:presLayoutVars>
          <dgm:chMax val="0"/>
          <dgm:bulletEnabled val="1"/>
        </dgm:presLayoutVars>
      </dgm:prSet>
      <dgm:spPr/>
    </dgm:pt>
    <dgm:pt modelId="{62187677-79EE-4085-89EA-1D5590AF04D4}" type="pres">
      <dgm:prSet presAssocID="{10118502-22B9-4465-AD16-6A7AEAE95EEC}" presName="spacer" presStyleCnt="0"/>
      <dgm:spPr/>
    </dgm:pt>
    <dgm:pt modelId="{16522C1F-CBF9-4F6A-823B-D56DB86E0A17}" type="pres">
      <dgm:prSet presAssocID="{64ACB3EF-7F44-43E2-BE2D-3B2AF2D70EDC}" presName="parentText" presStyleLbl="node1" presStyleIdx="3" presStyleCnt="6">
        <dgm:presLayoutVars>
          <dgm:chMax val="0"/>
          <dgm:bulletEnabled val="1"/>
        </dgm:presLayoutVars>
      </dgm:prSet>
      <dgm:spPr/>
    </dgm:pt>
    <dgm:pt modelId="{0017E4BC-1E46-4398-9E0D-E8AF11E90819}" type="pres">
      <dgm:prSet presAssocID="{D1E414D9-B8BE-4D12-B217-97B1AA1251E2}" presName="spacer" presStyleCnt="0"/>
      <dgm:spPr/>
    </dgm:pt>
    <dgm:pt modelId="{436C9F4E-2E79-4BDC-B7E6-142D8AFB1B40}" type="pres">
      <dgm:prSet presAssocID="{77C55D40-DD1F-4DD6-A7E7-D597B75810A6}" presName="parentText" presStyleLbl="node1" presStyleIdx="4" presStyleCnt="6">
        <dgm:presLayoutVars>
          <dgm:chMax val="0"/>
          <dgm:bulletEnabled val="1"/>
        </dgm:presLayoutVars>
      </dgm:prSet>
      <dgm:spPr/>
    </dgm:pt>
    <dgm:pt modelId="{5ED694F9-9973-4875-8C22-DFD839489B8A}" type="pres">
      <dgm:prSet presAssocID="{39FEE659-D8ED-4D9F-B75C-73747582DEDA}" presName="spacer" presStyleCnt="0"/>
      <dgm:spPr/>
    </dgm:pt>
    <dgm:pt modelId="{48E1362B-E631-449A-B7F9-E244455B328E}" type="pres">
      <dgm:prSet presAssocID="{E4F9B868-998B-408D-A578-7F3E04CB3AF7}" presName="parentText" presStyleLbl="node1" presStyleIdx="5" presStyleCnt="6">
        <dgm:presLayoutVars>
          <dgm:chMax val="0"/>
          <dgm:bulletEnabled val="1"/>
        </dgm:presLayoutVars>
      </dgm:prSet>
      <dgm:spPr/>
    </dgm:pt>
  </dgm:ptLst>
  <dgm:cxnLst>
    <dgm:cxn modelId="{654A3307-36FF-4147-97D7-4EBDA2D4CD72}" type="presOf" srcId="{E4F9B868-998B-408D-A578-7F3E04CB3AF7}" destId="{48E1362B-E631-449A-B7F9-E244455B328E}" srcOrd="0" destOrd="0" presId="urn:microsoft.com/office/officeart/2005/8/layout/vList2"/>
    <dgm:cxn modelId="{18EEB907-952E-443E-83C4-B0022E74D56E}" srcId="{911E6229-B067-42C5-A023-BE4CF635D4D2}" destId="{C89D47DE-CB39-4C8D-84AB-8CDFDF5F8E19}" srcOrd="0" destOrd="0" parTransId="{4F13CB75-4A22-4A6A-A8B9-70F7278A9559}" sibTransId="{4FF61B35-817B-46B8-8847-A80737D822B1}"/>
    <dgm:cxn modelId="{C9CC8F12-58DC-4D11-9E93-85B4E83178C7}" type="presOf" srcId="{77C55D40-DD1F-4DD6-A7E7-D597B75810A6}" destId="{436C9F4E-2E79-4BDC-B7E6-142D8AFB1B40}" srcOrd="0" destOrd="0" presId="urn:microsoft.com/office/officeart/2005/8/layout/vList2"/>
    <dgm:cxn modelId="{538F6B18-F6D6-48D2-B5D9-7E665F851FAD}" type="presOf" srcId="{C89D47DE-CB39-4C8D-84AB-8CDFDF5F8E19}" destId="{E4813F94-00D3-4B82-A477-80C18142D430}" srcOrd="0" destOrd="0" presId="urn:microsoft.com/office/officeart/2005/8/layout/vList2"/>
    <dgm:cxn modelId="{DEDFA431-94FC-4A49-B20F-1437E5A866C9}" type="presOf" srcId="{F8828F3C-4D23-4E3E-B398-6F2C73E8D293}" destId="{69958439-6A01-4E7C-95C8-A86F14DE5B7E}" srcOrd="0" destOrd="0" presId="urn:microsoft.com/office/officeart/2005/8/layout/vList2"/>
    <dgm:cxn modelId="{83816D4C-057D-4D75-A73B-DCF6B287F44A}" type="presOf" srcId="{911E6229-B067-42C5-A023-BE4CF635D4D2}" destId="{903FE7BB-3A01-4C12-B463-887AF0BCF74D}" srcOrd="0" destOrd="0" presId="urn:microsoft.com/office/officeart/2005/8/layout/vList2"/>
    <dgm:cxn modelId="{EB3B4079-5997-464A-8EE4-F4CD74B1B967}" type="presOf" srcId="{60727D47-8C08-4628-9F9F-47A552B1420C}" destId="{F29EF241-6D47-403D-9DAF-B832362BF845}" srcOrd="0" destOrd="0" presId="urn:microsoft.com/office/officeart/2005/8/layout/vList2"/>
    <dgm:cxn modelId="{395C47A3-0EA9-4859-9418-78300DEF92E8}" type="presOf" srcId="{64ACB3EF-7F44-43E2-BE2D-3B2AF2D70EDC}" destId="{16522C1F-CBF9-4F6A-823B-D56DB86E0A17}" srcOrd="0" destOrd="0" presId="urn:microsoft.com/office/officeart/2005/8/layout/vList2"/>
    <dgm:cxn modelId="{4DC748A6-7523-4E9D-B6D4-4422982DA305}" srcId="{911E6229-B067-42C5-A023-BE4CF635D4D2}" destId="{E4F9B868-998B-408D-A578-7F3E04CB3AF7}" srcOrd="5" destOrd="0" parTransId="{765BE2A8-2FAF-4A00-8D2D-5D7FFA7082FA}" sibTransId="{7CF0205F-92BB-4FD1-BCD7-6EC31E8538BD}"/>
    <dgm:cxn modelId="{3F1CCFB5-AEAA-40DE-8F4A-8FEB27554AAA}" srcId="{911E6229-B067-42C5-A023-BE4CF635D4D2}" destId="{64ACB3EF-7F44-43E2-BE2D-3B2AF2D70EDC}" srcOrd="3" destOrd="0" parTransId="{153AD428-C86E-45FB-8622-857F8BF8B8EA}" sibTransId="{D1E414D9-B8BE-4D12-B217-97B1AA1251E2}"/>
    <dgm:cxn modelId="{ED985AD8-2EF1-4503-BDFD-BDE9882A23C7}" srcId="{911E6229-B067-42C5-A023-BE4CF635D4D2}" destId="{60727D47-8C08-4628-9F9F-47A552B1420C}" srcOrd="1" destOrd="0" parTransId="{C6A983B8-B552-49FB-B894-6296DE3ABE80}" sibTransId="{B2DDDF98-14EB-47DB-8B2F-9771C5039E0E}"/>
    <dgm:cxn modelId="{A89FBCE3-74A3-40F7-BED5-1FC86071440F}" srcId="{911E6229-B067-42C5-A023-BE4CF635D4D2}" destId="{77C55D40-DD1F-4DD6-A7E7-D597B75810A6}" srcOrd="4" destOrd="0" parTransId="{90627CA5-207C-44F8-A013-1B4131ACA17C}" sibTransId="{39FEE659-D8ED-4D9F-B75C-73747582DEDA}"/>
    <dgm:cxn modelId="{AAAB72FA-8E10-4281-B5E7-9A4725679B36}" srcId="{911E6229-B067-42C5-A023-BE4CF635D4D2}" destId="{F8828F3C-4D23-4E3E-B398-6F2C73E8D293}" srcOrd="2" destOrd="0" parTransId="{110A41E8-7E81-4130-983A-81054AC0A4A5}" sibTransId="{10118502-22B9-4465-AD16-6A7AEAE95EEC}"/>
    <dgm:cxn modelId="{C9F64554-9B65-450A-AA02-0A8FC9E6FA5D}" type="presParOf" srcId="{903FE7BB-3A01-4C12-B463-887AF0BCF74D}" destId="{E4813F94-00D3-4B82-A477-80C18142D430}" srcOrd="0" destOrd="0" presId="urn:microsoft.com/office/officeart/2005/8/layout/vList2"/>
    <dgm:cxn modelId="{874B1F4F-1921-4ED1-93F2-1A61F1A9A44B}" type="presParOf" srcId="{903FE7BB-3A01-4C12-B463-887AF0BCF74D}" destId="{F969C917-FF78-4A60-90FB-F4B6533E8240}" srcOrd="1" destOrd="0" presId="urn:microsoft.com/office/officeart/2005/8/layout/vList2"/>
    <dgm:cxn modelId="{99A03099-881F-4557-B8EC-4FAB7C541860}" type="presParOf" srcId="{903FE7BB-3A01-4C12-B463-887AF0BCF74D}" destId="{F29EF241-6D47-403D-9DAF-B832362BF845}" srcOrd="2" destOrd="0" presId="urn:microsoft.com/office/officeart/2005/8/layout/vList2"/>
    <dgm:cxn modelId="{8D8BFCE8-64D0-4DCC-A56D-147205354838}" type="presParOf" srcId="{903FE7BB-3A01-4C12-B463-887AF0BCF74D}" destId="{F191DA7F-5568-46AD-9BAB-44E8085C0E3C}" srcOrd="3" destOrd="0" presId="urn:microsoft.com/office/officeart/2005/8/layout/vList2"/>
    <dgm:cxn modelId="{53A785F9-51E7-4542-867A-325D1C5B0457}" type="presParOf" srcId="{903FE7BB-3A01-4C12-B463-887AF0BCF74D}" destId="{69958439-6A01-4E7C-95C8-A86F14DE5B7E}" srcOrd="4" destOrd="0" presId="urn:microsoft.com/office/officeart/2005/8/layout/vList2"/>
    <dgm:cxn modelId="{F7AC6170-7F12-4758-A58C-28DD162433C3}" type="presParOf" srcId="{903FE7BB-3A01-4C12-B463-887AF0BCF74D}" destId="{62187677-79EE-4085-89EA-1D5590AF04D4}" srcOrd="5" destOrd="0" presId="urn:microsoft.com/office/officeart/2005/8/layout/vList2"/>
    <dgm:cxn modelId="{7BB3A969-0D6E-4659-AD6A-3BAA27C1F858}" type="presParOf" srcId="{903FE7BB-3A01-4C12-B463-887AF0BCF74D}" destId="{16522C1F-CBF9-4F6A-823B-D56DB86E0A17}" srcOrd="6" destOrd="0" presId="urn:microsoft.com/office/officeart/2005/8/layout/vList2"/>
    <dgm:cxn modelId="{81ED835A-AA77-4ABC-A7DD-95D2C4E296DF}" type="presParOf" srcId="{903FE7BB-3A01-4C12-B463-887AF0BCF74D}" destId="{0017E4BC-1E46-4398-9E0D-E8AF11E90819}" srcOrd="7" destOrd="0" presId="urn:microsoft.com/office/officeart/2005/8/layout/vList2"/>
    <dgm:cxn modelId="{011ABBC5-A85A-40A3-9403-008A3E264560}" type="presParOf" srcId="{903FE7BB-3A01-4C12-B463-887AF0BCF74D}" destId="{436C9F4E-2E79-4BDC-B7E6-142D8AFB1B40}" srcOrd="8" destOrd="0" presId="urn:microsoft.com/office/officeart/2005/8/layout/vList2"/>
    <dgm:cxn modelId="{77107071-9D0F-48B5-AE00-417B4BBBD5B2}" type="presParOf" srcId="{903FE7BB-3A01-4C12-B463-887AF0BCF74D}" destId="{5ED694F9-9973-4875-8C22-DFD839489B8A}" srcOrd="9" destOrd="0" presId="urn:microsoft.com/office/officeart/2005/8/layout/vList2"/>
    <dgm:cxn modelId="{730C48FC-8188-43B2-8F34-BAAF90BA052C}" type="presParOf" srcId="{903FE7BB-3A01-4C12-B463-887AF0BCF74D}" destId="{48E1362B-E631-449A-B7F9-E244455B328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0909F530-3DFE-4740-9598-D78DD7C243AE}" type="doc">
      <dgm:prSet loTypeId="urn:microsoft.com/office/officeart/2016/7/layout/BasicLinearProcessNumbered" loCatId="process" qsTypeId="urn:microsoft.com/office/officeart/2005/8/quickstyle/simple2" qsCatId="simple" csTypeId="urn:microsoft.com/office/officeart/2005/8/colors/accent1_3" csCatId="accent1"/>
      <dgm:spPr/>
      <dgm:t>
        <a:bodyPr/>
        <a:lstStyle/>
        <a:p>
          <a:endParaRPr lang="en-US"/>
        </a:p>
      </dgm:t>
    </dgm:pt>
    <dgm:pt modelId="{6A05048A-A1F5-4991-A5AB-0EECDC624248}">
      <dgm:prSet/>
      <dgm:spPr/>
      <dgm:t>
        <a:bodyPr/>
        <a:lstStyle/>
        <a:p>
          <a:r>
            <a:rPr lang="en-US" baseline="0"/>
            <a:t>Start from root.</a:t>
          </a:r>
          <a:endParaRPr lang="en-US"/>
        </a:p>
      </dgm:t>
    </dgm:pt>
    <dgm:pt modelId="{E8C6375C-9F29-4741-90FE-E4A01144FB37}" type="parTrans" cxnId="{34E319B9-64D5-4489-B5AD-890A50201A15}">
      <dgm:prSet/>
      <dgm:spPr/>
      <dgm:t>
        <a:bodyPr/>
        <a:lstStyle/>
        <a:p>
          <a:endParaRPr lang="en-US"/>
        </a:p>
      </dgm:t>
    </dgm:pt>
    <dgm:pt modelId="{504D1E3A-5E01-4DEF-BB8B-829F42182162}" type="sibTrans" cxnId="{34E319B9-64D5-4489-B5AD-890A50201A15}">
      <dgm:prSet phldrT="1" phldr="0"/>
      <dgm:spPr/>
      <dgm:t>
        <a:bodyPr/>
        <a:lstStyle/>
        <a:p>
          <a:r>
            <a:rPr lang="en-US"/>
            <a:t>1</a:t>
          </a:r>
        </a:p>
      </dgm:t>
    </dgm:pt>
    <dgm:pt modelId="{60A5C643-9864-43AD-8D46-5C0B4AE29BAC}">
      <dgm:prSet/>
      <dgm:spPr/>
      <dgm:t>
        <a:bodyPr/>
        <a:lstStyle/>
        <a:p>
          <a:r>
            <a:rPr lang="en-US" baseline="0"/>
            <a:t>Traverse tree like min-max.</a:t>
          </a:r>
          <a:endParaRPr lang="en-US"/>
        </a:p>
      </dgm:t>
    </dgm:pt>
    <dgm:pt modelId="{E5F37E71-E3B5-4EAE-94A3-CA1EE4B0B88A}" type="parTrans" cxnId="{8856AE27-D944-4B65-AACB-55DFC354439B}">
      <dgm:prSet/>
      <dgm:spPr/>
      <dgm:t>
        <a:bodyPr/>
        <a:lstStyle/>
        <a:p>
          <a:endParaRPr lang="en-US"/>
        </a:p>
      </dgm:t>
    </dgm:pt>
    <dgm:pt modelId="{80B0C8FA-0E64-4F4E-A51A-9A8F438885B8}" type="sibTrans" cxnId="{8856AE27-D944-4B65-AACB-55DFC354439B}">
      <dgm:prSet phldrT="2" phldr="0"/>
      <dgm:spPr/>
      <dgm:t>
        <a:bodyPr/>
        <a:lstStyle/>
        <a:p>
          <a:r>
            <a:rPr lang="en-US"/>
            <a:t>2</a:t>
          </a:r>
        </a:p>
      </dgm:t>
    </dgm:pt>
    <dgm:pt modelId="{7A6A7418-0BB0-4477-BAA1-579CAD631475}">
      <dgm:prSet/>
      <dgm:spPr/>
      <dgm:t>
        <a:bodyPr/>
        <a:lstStyle/>
        <a:p>
          <a:r>
            <a:rPr lang="en-US" baseline="0"/>
            <a:t>Apply pruning when condition meets.</a:t>
          </a:r>
          <a:endParaRPr lang="en-US"/>
        </a:p>
      </dgm:t>
    </dgm:pt>
    <dgm:pt modelId="{488511D9-EDB6-475D-A70E-369E25064AEF}" type="parTrans" cxnId="{A372E9D0-981D-42FF-8021-45AC35D35D08}">
      <dgm:prSet/>
      <dgm:spPr/>
      <dgm:t>
        <a:bodyPr/>
        <a:lstStyle/>
        <a:p>
          <a:endParaRPr lang="en-US"/>
        </a:p>
      </dgm:t>
    </dgm:pt>
    <dgm:pt modelId="{09C00CB5-397D-4CD0-8A43-53FC3518BDF5}" type="sibTrans" cxnId="{A372E9D0-981D-42FF-8021-45AC35D35D08}">
      <dgm:prSet phldrT="3" phldr="0"/>
      <dgm:spPr/>
      <dgm:t>
        <a:bodyPr/>
        <a:lstStyle/>
        <a:p>
          <a:r>
            <a:rPr lang="en-US"/>
            <a:t>3</a:t>
          </a:r>
        </a:p>
      </dgm:t>
    </dgm:pt>
    <dgm:pt modelId="{128C29F2-F027-4C37-A5FD-35847E73FA4E}">
      <dgm:prSet/>
      <dgm:spPr/>
      <dgm:t>
        <a:bodyPr/>
        <a:lstStyle/>
        <a:p>
          <a:r>
            <a:rPr lang="en-US" baseline="0"/>
            <a:t>Ignore useless branch.</a:t>
          </a:r>
          <a:endParaRPr lang="en-US"/>
        </a:p>
      </dgm:t>
    </dgm:pt>
    <dgm:pt modelId="{71BF00E8-06F9-400A-9E4F-D1F27DDA8F37}" type="parTrans" cxnId="{77C29D7B-6CF0-4AE1-9B6D-DA91646E98F9}">
      <dgm:prSet/>
      <dgm:spPr/>
      <dgm:t>
        <a:bodyPr/>
        <a:lstStyle/>
        <a:p>
          <a:endParaRPr lang="en-US"/>
        </a:p>
      </dgm:t>
    </dgm:pt>
    <dgm:pt modelId="{0C59AFBD-7C06-4C05-BE3F-18D8DE365471}" type="sibTrans" cxnId="{77C29D7B-6CF0-4AE1-9B6D-DA91646E98F9}">
      <dgm:prSet phldrT="4" phldr="0"/>
      <dgm:spPr/>
      <dgm:t>
        <a:bodyPr/>
        <a:lstStyle/>
        <a:p>
          <a:r>
            <a:rPr lang="en-US"/>
            <a:t>4</a:t>
          </a:r>
        </a:p>
      </dgm:t>
    </dgm:pt>
    <dgm:pt modelId="{E385D02A-9342-47DD-B0B2-04817B4C1340}" type="pres">
      <dgm:prSet presAssocID="{0909F530-3DFE-4740-9598-D78DD7C243AE}" presName="Name0" presStyleCnt="0">
        <dgm:presLayoutVars>
          <dgm:animLvl val="lvl"/>
          <dgm:resizeHandles val="exact"/>
        </dgm:presLayoutVars>
      </dgm:prSet>
      <dgm:spPr/>
    </dgm:pt>
    <dgm:pt modelId="{944DA77D-71BF-4ECA-94B8-2D35A8496B0F}" type="pres">
      <dgm:prSet presAssocID="{6A05048A-A1F5-4991-A5AB-0EECDC624248}" presName="compositeNode" presStyleCnt="0">
        <dgm:presLayoutVars>
          <dgm:bulletEnabled val="1"/>
        </dgm:presLayoutVars>
      </dgm:prSet>
      <dgm:spPr/>
    </dgm:pt>
    <dgm:pt modelId="{79DC2E9B-591C-4690-A566-CCF2FFD5E349}" type="pres">
      <dgm:prSet presAssocID="{6A05048A-A1F5-4991-A5AB-0EECDC624248}" presName="bgRect" presStyleLbl="bgAccFollowNode1" presStyleIdx="0" presStyleCnt="4"/>
      <dgm:spPr/>
    </dgm:pt>
    <dgm:pt modelId="{D0C83D31-1654-413E-ACEA-792F0C990BA7}" type="pres">
      <dgm:prSet presAssocID="{504D1E3A-5E01-4DEF-BB8B-829F42182162}" presName="sibTransNodeCircle" presStyleLbl="alignNode1" presStyleIdx="0" presStyleCnt="8">
        <dgm:presLayoutVars>
          <dgm:chMax val="0"/>
          <dgm:bulletEnabled/>
        </dgm:presLayoutVars>
      </dgm:prSet>
      <dgm:spPr/>
    </dgm:pt>
    <dgm:pt modelId="{E11075D5-EC55-401A-9F2F-1F80DC260AD2}" type="pres">
      <dgm:prSet presAssocID="{6A05048A-A1F5-4991-A5AB-0EECDC624248}" presName="bottomLine" presStyleLbl="alignNode1" presStyleIdx="1" presStyleCnt="8">
        <dgm:presLayoutVars/>
      </dgm:prSet>
      <dgm:spPr/>
    </dgm:pt>
    <dgm:pt modelId="{5FF96FEB-9B65-4C88-8E84-001DD859636F}" type="pres">
      <dgm:prSet presAssocID="{6A05048A-A1F5-4991-A5AB-0EECDC624248}" presName="nodeText" presStyleLbl="bgAccFollowNode1" presStyleIdx="0" presStyleCnt="4">
        <dgm:presLayoutVars>
          <dgm:bulletEnabled val="1"/>
        </dgm:presLayoutVars>
      </dgm:prSet>
      <dgm:spPr/>
    </dgm:pt>
    <dgm:pt modelId="{AC7E94CD-BB7B-415C-AE35-ECFF0DEB9F25}" type="pres">
      <dgm:prSet presAssocID="{504D1E3A-5E01-4DEF-BB8B-829F42182162}" presName="sibTrans" presStyleCnt="0"/>
      <dgm:spPr/>
    </dgm:pt>
    <dgm:pt modelId="{47F76BBD-5635-4064-AC99-892067E629C4}" type="pres">
      <dgm:prSet presAssocID="{60A5C643-9864-43AD-8D46-5C0B4AE29BAC}" presName="compositeNode" presStyleCnt="0">
        <dgm:presLayoutVars>
          <dgm:bulletEnabled val="1"/>
        </dgm:presLayoutVars>
      </dgm:prSet>
      <dgm:spPr/>
    </dgm:pt>
    <dgm:pt modelId="{B025A330-6240-48A4-8D02-19FCFF6AEE6F}" type="pres">
      <dgm:prSet presAssocID="{60A5C643-9864-43AD-8D46-5C0B4AE29BAC}" presName="bgRect" presStyleLbl="bgAccFollowNode1" presStyleIdx="1" presStyleCnt="4"/>
      <dgm:spPr/>
    </dgm:pt>
    <dgm:pt modelId="{C7553C88-9C5D-4909-8014-C928C241A440}" type="pres">
      <dgm:prSet presAssocID="{80B0C8FA-0E64-4F4E-A51A-9A8F438885B8}" presName="sibTransNodeCircle" presStyleLbl="alignNode1" presStyleIdx="2" presStyleCnt="8">
        <dgm:presLayoutVars>
          <dgm:chMax val="0"/>
          <dgm:bulletEnabled/>
        </dgm:presLayoutVars>
      </dgm:prSet>
      <dgm:spPr/>
    </dgm:pt>
    <dgm:pt modelId="{02D37AD1-7CF0-4135-93A5-24429F275CBE}" type="pres">
      <dgm:prSet presAssocID="{60A5C643-9864-43AD-8D46-5C0B4AE29BAC}" presName="bottomLine" presStyleLbl="alignNode1" presStyleIdx="3" presStyleCnt="8">
        <dgm:presLayoutVars/>
      </dgm:prSet>
      <dgm:spPr/>
    </dgm:pt>
    <dgm:pt modelId="{76F0BC39-C50E-4ECC-BBFC-119990D754CC}" type="pres">
      <dgm:prSet presAssocID="{60A5C643-9864-43AD-8D46-5C0B4AE29BAC}" presName="nodeText" presStyleLbl="bgAccFollowNode1" presStyleIdx="1" presStyleCnt="4">
        <dgm:presLayoutVars>
          <dgm:bulletEnabled val="1"/>
        </dgm:presLayoutVars>
      </dgm:prSet>
      <dgm:spPr/>
    </dgm:pt>
    <dgm:pt modelId="{65780AA8-6BD8-4FA2-BD0B-0BAE32724245}" type="pres">
      <dgm:prSet presAssocID="{80B0C8FA-0E64-4F4E-A51A-9A8F438885B8}" presName="sibTrans" presStyleCnt="0"/>
      <dgm:spPr/>
    </dgm:pt>
    <dgm:pt modelId="{11E7B7AC-FADB-4349-ABBB-CFC9D3A676F5}" type="pres">
      <dgm:prSet presAssocID="{7A6A7418-0BB0-4477-BAA1-579CAD631475}" presName="compositeNode" presStyleCnt="0">
        <dgm:presLayoutVars>
          <dgm:bulletEnabled val="1"/>
        </dgm:presLayoutVars>
      </dgm:prSet>
      <dgm:spPr/>
    </dgm:pt>
    <dgm:pt modelId="{C14D98AE-827F-481F-9C5B-3F29B4B0A366}" type="pres">
      <dgm:prSet presAssocID="{7A6A7418-0BB0-4477-BAA1-579CAD631475}" presName="bgRect" presStyleLbl="bgAccFollowNode1" presStyleIdx="2" presStyleCnt="4"/>
      <dgm:spPr/>
    </dgm:pt>
    <dgm:pt modelId="{FE6FAE6A-7408-4849-9E99-95158CB0B64D}" type="pres">
      <dgm:prSet presAssocID="{09C00CB5-397D-4CD0-8A43-53FC3518BDF5}" presName="sibTransNodeCircle" presStyleLbl="alignNode1" presStyleIdx="4" presStyleCnt="8">
        <dgm:presLayoutVars>
          <dgm:chMax val="0"/>
          <dgm:bulletEnabled/>
        </dgm:presLayoutVars>
      </dgm:prSet>
      <dgm:spPr/>
    </dgm:pt>
    <dgm:pt modelId="{F6EED78C-A014-4CE0-B51B-E8B6D83B1775}" type="pres">
      <dgm:prSet presAssocID="{7A6A7418-0BB0-4477-BAA1-579CAD631475}" presName="bottomLine" presStyleLbl="alignNode1" presStyleIdx="5" presStyleCnt="8">
        <dgm:presLayoutVars/>
      </dgm:prSet>
      <dgm:spPr/>
    </dgm:pt>
    <dgm:pt modelId="{4DD3985C-7410-469D-93B4-BA775C0C9E0B}" type="pres">
      <dgm:prSet presAssocID="{7A6A7418-0BB0-4477-BAA1-579CAD631475}" presName="nodeText" presStyleLbl="bgAccFollowNode1" presStyleIdx="2" presStyleCnt="4">
        <dgm:presLayoutVars>
          <dgm:bulletEnabled val="1"/>
        </dgm:presLayoutVars>
      </dgm:prSet>
      <dgm:spPr/>
    </dgm:pt>
    <dgm:pt modelId="{5EA2141A-CD05-4D6A-8FE7-5AC93F8F0110}" type="pres">
      <dgm:prSet presAssocID="{09C00CB5-397D-4CD0-8A43-53FC3518BDF5}" presName="sibTrans" presStyleCnt="0"/>
      <dgm:spPr/>
    </dgm:pt>
    <dgm:pt modelId="{65B93922-B814-462E-B55D-AF8A10E2B701}" type="pres">
      <dgm:prSet presAssocID="{128C29F2-F027-4C37-A5FD-35847E73FA4E}" presName="compositeNode" presStyleCnt="0">
        <dgm:presLayoutVars>
          <dgm:bulletEnabled val="1"/>
        </dgm:presLayoutVars>
      </dgm:prSet>
      <dgm:spPr/>
    </dgm:pt>
    <dgm:pt modelId="{7C3182F2-DFEF-4E60-BD78-35F8DBDFE337}" type="pres">
      <dgm:prSet presAssocID="{128C29F2-F027-4C37-A5FD-35847E73FA4E}" presName="bgRect" presStyleLbl="bgAccFollowNode1" presStyleIdx="3" presStyleCnt="4"/>
      <dgm:spPr/>
    </dgm:pt>
    <dgm:pt modelId="{7FE2D920-5158-4796-A7C8-DAD572556C5E}" type="pres">
      <dgm:prSet presAssocID="{0C59AFBD-7C06-4C05-BE3F-18D8DE365471}" presName="sibTransNodeCircle" presStyleLbl="alignNode1" presStyleIdx="6" presStyleCnt="8">
        <dgm:presLayoutVars>
          <dgm:chMax val="0"/>
          <dgm:bulletEnabled/>
        </dgm:presLayoutVars>
      </dgm:prSet>
      <dgm:spPr/>
    </dgm:pt>
    <dgm:pt modelId="{9F431C66-BCD5-4E99-A216-2F25E304D34F}" type="pres">
      <dgm:prSet presAssocID="{128C29F2-F027-4C37-A5FD-35847E73FA4E}" presName="bottomLine" presStyleLbl="alignNode1" presStyleIdx="7" presStyleCnt="8">
        <dgm:presLayoutVars/>
      </dgm:prSet>
      <dgm:spPr/>
    </dgm:pt>
    <dgm:pt modelId="{67DF6357-543F-4F8E-8CC3-D3522BE4B284}" type="pres">
      <dgm:prSet presAssocID="{128C29F2-F027-4C37-A5FD-35847E73FA4E}" presName="nodeText" presStyleLbl="bgAccFollowNode1" presStyleIdx="3" presStyleCnt="4">
        <dgm:presLayoutVars>
          <dgm:bulletEnabled val="1"/>
        </dgm:presLayoutVars>
      </dgm:prSet>
      <dgm:spPr/>
    </dgm:pt>
  </dgm:ptLst>
  <dgm:cxnLst>
    <dgm:cxn modelId="{8856AE27-D944-4B65-AACB-55DFC354439B}" srcId="{0909F530-3DFE-4740-9598-D78DD7C243AE}" destId="{60A5C643-9864-43AD-8D46-5C0B4AE29BAC}" srcOrd="1" destOrd="0" parTransId="{E5F37E71-E3B5-4EAE-94A3-CA1EE4B0B88A}" sibTransId="{80B0C8FA-0E64-4F4E-A51A-9A8F438885B8}"/>
    <dgm:cxn modelId="{C9AD422D-549F-4445-BA45-C704CFA65D64}" type="presOf" srcId="{128C29F2-F027-4C37-A5FD-35847E73FA4E}" destId="{67DF6357-543F-4F8E-8CC3-D3522BE4B284}" srcOrd="1" destOrd="0" presId="urn:microsoft.com/office/officeart/2016/7/layout/BasicLinearProcessNumbered"/>
    <dgm:cxn modelId="{AFDC1337-152E-42AB-8B93-6881AF873519}" type="presOf" srcId="{7A6A7418-0BB0-4477-BAA1-579CAD631475}" destId="{4DD3985C-7410-469D-93B4-BA775C0C9E0B}" srcOrd="1" destOrd="0" presId="urn:microsoft.com/office/officeart/2016/7/layout/BasicLinearProcessNumbered"/>
    <dgm:cxn modelId="{4950C143-5B96-4134-9B97-73DC42F04FC8}" type="presOf" srcId="{80B0C8FA-0E64-4F4E-A51A-9A8F438885B8}" destId="{C7553C88-9C5D-4909-8014-C928C241A440}" srcOrd="0" destOrd="0" presId="urn:microsoft.com/office/officeart/2016/7/layout/BasicLinearProcessNumbered"/>
    <dgm:cxn modelId="{E61A3666-91D6-4B8C-BB47-1AA8D7B7657E}" type="presOf" srcId="{09C00CB5-397D-4CD0-8A43-53FC3518BDF5}" destId="{FE6FAE6A-7408-4849-9E99-95158CB0B64D}" srcOrd="0" destOrd="0" presId="urn:microsoft.com/office/officeart/2016/7/layout/BasicLinearProcessNumbered"/>
    <dgm:cxn modelId="{0FD5836F-4775-4AFA-8DF0-20633757B2A9}" type="presOf" srcId="{60A5C643-9864-43AD-8D46-5C0B4AE29BAC}" destId="{76F0BC39-C50E-4ECC-BBFC-119990D754CC}" srcOrd="1" destOrd="0" presId="urn:microsoft.com/office/officeart/2016/7/layout/BasicLinearProcessNumbered"/>
    <dgm:cxn modelId="{77C29D7B-6CF0-4AE1-9B6D-DA91646E98F9}" srcId="{0909F530-3DFE-4740-9598-D78DD7C243AE}" destId="{128C29F2-F027-4C37-A5FD-35847E73FA4E}" srcOrd="3" destOrd="0" parTransId="{71BF00E8-06F9-400A-9E4F-D1F27DDA8F37}" sibTransId="{0C59AFBD-7C06-4C05-BE3F-18D8DE365471}"/>
    <dgm:cxn modelId="{24BE9086-AFD5-4D51-A95D-4B2DCA7E3B75}" type="presOf" srcId="{6A05048A-A1F5-4991-A5AB-0EECDC624248}" destId="{5FF96FEB-9B65-4C88-8E84-001DD859636F}" srcOrd="1" destOrd="0" presId="urn:microsoft.com/office/officeart/2016/7/layout/BasicLinearProcessNumbered"/>
    <dgm:cxn modelId="{83D5188C-6289-42E4-982F-C07CCE669853}" type="presOf" srcId="{60A5C643-9864-43AD-8D46-5C0B4AE29BAC}" destId="{B025A330-6240-48A4-8D02-19FCFF6AEE6F}" srcOrd="0" destOrd="0" presId="urn:microsoft.com/office/officeart/2016/7/layout/BasicLinearProcessNumbered"/>
    <dgm:cxn modelId="{7186E0AD-EFAC-445F-BBED-C69A6C1E3386}" type="presOf" srcId="{128C29F2-F027-4C37-A5FD-35847E73FA4E}" destId="{7C3182F2-DFEF-4E60-BD78-35F8DBDFE337}" srcOrd="0" destOrd="0" presId="urn:microsoft.com/office/officeart/2016/7/layout/BasicLinearProcessNumbered"/>
    <dgm:cxn modelId="{34E319B9-64D5-4489-B5AD-890A50201A15}" srcId="{0909F530-3DFE-4740-9598-D78DD7C243AE}" destId="{6A05048A-A1F5-4991-A5AB-0EECDC624248}" srcOrd="0" destOrd="0" parTransId="{E8C6375C-9F29-4741-90FE-E4A01144FB37}" sibTransId="{504D1E3A-5E01-4DEF-BB8B-829F42182162}"/>
    <dgm:cxn modelId="{64A1D3BF-5B93-4FB8-B98E-54C498BBD4F7}" type="presOf" srcId="{0C59AFBD-7C06-4C05-BE3F-18D8DE365471}" destId="{7FE2D920-5158-4796-A7C8-DAD572556C5E}" srcOrd="0" destOrd="0" presId="urn:microsoft.com/office/officeart/2016/7/layout/BasicLinearProcessNumbered"/>
    <dgm:cxn modelId="{DE652BC8-D9CB-4918-A05D-08BD4DED337C}" type="presOf" srcId="{6A05048A-A1F5-4991-A5AB-0EECDC624248}" destId="{79DC2E9B-591C-4690-A566-CCF2FFD5E349}" srcOrd="0" destOrd="0" presId="urn:microsoft.com/office/officeart/2016/7/layout/BasicLinearProcessNumbered"/>
    <dgm:cxn modelId="{A372E9D0-981D-42FF-8021-45AC35D35D08}" srcId="{0909F530-3DFE-4740-9598-D78DD7C243AE}" destId="{7A6A7418-0BB0-4477-BAA1-579CAD631475}" srcOrd="2" destOrd="0" parTransId="{488511D9-EDB6-475D-A70E-369E25064AEF}" sibTransId="{09C00CB5-397D-4CD0-8A43-53FC3518BDF5}"/>
    <dgm:cxn modelId="{FC5ED5DE-815C-4E94-8453-59E8C3F93C56}" type="presOf" srcId="{0909F530-3DFE-4740-9598-D78DD7C243AE}" destId="{E385D02A-9342-47DD-B0B2-04817B4C1340}" srcOrd="0" destOrd="0" presId="urn:microsoft.com/office/officeart/2016/7/layout/BasicLinearProcessNumbered"/>
    <dgm:cxn modelId="{214036EA-51A6-4B35-9149-90F2463A0A25}" type="presOf" srcId="{504D1E3A-5E01-4DEF-BB8B-829F42182162}" destId="{D0C83D31-1654-413E-ACEA-792F0C990BA7}" srcOrd="0" destOrd="0" presId="urn:microsoft.com/office/officeart/2016/7/layout/BasicLinearProcessNumbered"/>
    <dgm:cxn modelId="{223373F5-6556-462D-AA74-FCCE3FF3F944}" type="presOf" srcId="{7A6A7418-0BB0-4477-BAA1-579CAD631475}" destId="{C14D98AE-827F-481F-9C5B-3F29B4B0A366}" srcOrd="0" destOrd="0" presId="urn:microsoft.com/office/officeart/2016/7/layout/BasicLinearProcessNumbered"/>
    <dgm:cxn modelId="{075E4454-21B8-4087-81C1-8DB15E175084}" type="presParOf" srcId="{E385D02A-9342-47DD-B0B2-04817B4C1340}" destId="{944DA77D-71BF-4ECA-94B8-2D35A8496B0F}" srcOrd="0" destOrd="0" presId="urn:microsoft.com/office/officeart/2016/7/layout/BasicLinearProcessNumbered"/>
    <dgm:cxn modelId="{3E29FD89-0242-43FB-A198-20980705CDD0}" type="presParOf" srcId="{944DA77D-71BF-4ECA-94B8-2D35A8496B0F}" destId="{79DC2E9B-591C-4690-A566-CCF2FFD5E349}" srcOrd="0" destOrd="0" presId="urn:microsoft.com/office/officeart/2016/7/layout/BasicLinearProcessNumbered"/>
    <dgm:cxn modelId="{B4964946-943D-460F-B7EE-9DE4EB52B1A6}" type="presParOf" srcId="{944DA77D-71BF-4ECA-94B8-2D35A8496B0F}" destId="{D0C83D31-1654-413E-ACEA-792F0C990BA7}" srcOrd="1" destOrd="0" presId="urn:microsoft.com/office/officeart/2016/7/layout/BasicLinearProcessNumbered"/>
    <dgm:cxn modelId="{3E322AF3-32ED-41AC-83D7-2ACA48F71A1F}" type="presParOf" srcId="{944DA77D-71BF-4ECA-94B8-2D35A8496B0F}" destId="{E11075D5-EC55-401A-9F2F-1F80DC260AD2}" srcOrd="2" destOrd="0" presId="urn:microsoft.com/office/officeart/2016/7/layout/BasicLinearProcessNumbered"/>
    <dgm:cxn modelId="{8FFCB304-89D3-46AD-88B4-8EAE0A9B2EBD}" type="presParOf" srcId="{944DA77D-71BF-4ECA-94B8-2D35A8496B0F}" destId="{5FF96FEB-9B65-4C88-8E84-001DD859636F}" srcOrd="3" destOrd="0" presId="urn:microsoft.com/office/officeart/2016/7/layout/BasicLinearProcessNumbered"/>
    <dgm:cxn modelId="{4BBD1203-B92F-4DBA-88BF-89EA1AB88A0A}" type="presParOf" srcId="{E385D02A-9342-47DD-B0B2-04817B4C1340}" destId="{AC7E94CD-BB7B-415C-AE35-ECFF0DEB9F25}" srcOrd="1" destOrd="0" presId="urn:microsoft.com/office/officeart/2016/7/layout/BasicLinearProcessNumbered"/>
    <dgm:cxn modelId="{2566EE59-D0F2-4543-8379-C8DA9CB2548E}" type="presParOf" srcId="{E385D02A-9342-47DD-B0B2-04817B4C1340}" destId="{47F76BBD-5635-4064-AC99-892067E629C4}" srcOrd="2" destOrd="0" presId="urn:microsoft.com/office/officeart/2016/7/layout/BasicLinearProcessNumbered"/>
    <dgm:cxn modelId="{405EDE19-7378-47A3-929E-FA664972A015}" type="presParOf" srcId="{47F76BBD-5635-4064-AC99-892067E629C4}" destId="{B025A330-6240-48A4-8D02-19FCFF6AEE6F}" srcOrd="0" destOrd="0" presId="urn:microsoft.com/office/officeart/2016/7/layout/BasicLinearProcessNumbered"/>
    <dgm:cxn modelId="{B35D6833-57D5-4651-955D-0F2661036293}" type="presParOf" srcId="{47F76BBD-5635-4064-AC99-892067E629C4}" destId="{C7553C88-9C5D-4909-8014-C928C241A440}" srcOrd="1" destOrd="0" presId="urn:microsoft.com/office/officeart/2016/7/layout/BasicLinearProcessNumbered"/>
    <dgm:cxn modelId="{EF86FDF5-338D-459E-92A3-BFD3A2B95B04}" type="presParOf" srcId="{47F76BBD-5635-4064-AC99-892067E629C4}" destId="{02D37AD1-7CF0-4135-93A5-24429F275CBE}" srcOrd="2" destOrd="0" presId="urn:microsoft.com/office/officeart/2016/7/layout/BasicLinearProcessNumbered"/>
    <dgm:cxn modelId="{DF788E4A-EE10-437C-A225-CDA09178A4A2}" type="presParOf" srcId="{47F76BBD-5635-4064-AC99-892067E629C4}" destId="{76F0BC39-C50E-4ECC-BBFC-119990D754CC}" srcOrd="3" destOrd="0" presId="urn:microsoft.com/office/officeart/2016/7/layout/BasicLinearProcessNumbered"/>
    <dgm:cxn modelId="{330A7FE7-6871-4830-8925-477F8949CE76}" type="presParOf" srcId="{E385D02A-9342-47DD-B0B2-04817B4C1340}" destId="{65780AA8-6BD8-4FA2-BD0B-0BAE32724245}" srcOrd="3" destOrd="0" presId="urn:microsoft.com/office/officeart/2016/7/layout/BasicLinearProcessNumbered"/>
    <dgm:cxn modelId="{8E58E78D-7603-4F9B-9296-422B003E1B8B}" type="presParOf" srcId="{E385D02A-9342-47DD-B0B2-04817B4C1340}" destId="{11E7B7AC-FADB-4349-ABBB-CFC9D3A676F5}" srcOrd="4" destOrd="0" presId="urn:microsoft.com/office/officeart/2016/7/layout/BasicLinearProcessNumbered"/>
    <dgm:cxn modelId="{3A889230-88F8-4901-975E-B264943DAFED}" type="presParOf" srcId="{11E7B7AC-FADB-4349-ABBB-CFC9D3A676F5}" destId="{C14D98AE-827F-481F-9C5B-3F29B4B0A366}" srcOrd="0" destOrd="0" presId="urn:microsoft.com/office/officeart/2016/7/layout/BasicLinearProcessNumbered"/>
    <dgm:cxn modelId="{11C226C7-38EC-4A74-9E3D-1C39EF9263A9}" type="presParOf" srcId="{11E7B7AC-FADB-4349-ABBB-CFC9D3A676F5}" destId="{FE6FAE6A-7408-4849-9E99-95158CB0B64D}" srcOrd="1" destOrd="0" presId="urn:microsoft.com/office/officeart/2016/7/layout/BasicLinearProcessNumbered"/>
    <dgm:cxn modelId="{FE6CAA69-492B-47D8-9281-1B29FA5157B9}" type="presParOf" srcId="{11E7B7AC-FADB-4349-ABBB-CFC9D3A676F5}" destId="{F6EED78C-A014-4CE0-B51B-E8B6D83B1775}" srcOrd="2" destOrd="0" presId="urn:microsoft.com/office/officeart/2016/7/layout/BasicLinearProcessNumbered"/>
    <dgm:cxn modelId="{718E470B-6327-4279-A4FA-B07653A648BB}" type="presParOf" srcId="{11E7B7AC-FADB-4349-ABBB-CFC9D3A676F5}" destId="{4DD3985C-7410-469D-93B4-BA775C0C9E0B}" srcOrd="3" destOrd="0" presId="urn:microsoft.com/office/officeart/2016/7/layout/BasicLinearProcessNumbered"/>
    <dgm:cxn modelId="{FA1B1313-73CB-4308-8A62-C81462E899D6}" type="presParOf" srcId="{E385D02A-9342-47DD-B0B2-04817B4C1340}" destId="{5EA2141A-CD05-4D6A-8FE7-5AC93F8F0110}" srcOrd="5" destOrd="0" presId="urn:microsoft.com/office/officeart/2016/7/layout/BasicLinearProcessNumbered"/>
    <dgm:cxn modelId="{FB34B251-D8E7-436B-83EC-5E5FE52C8B51}" type="presParOf" srcId="{E385D02A-9342-47DD-B0B2-04817B4C1340}" destId="{65B93922-B814-462E-B55D-AF8A10E2B701}" srcOrd="6" destOrd="0" presId="urn:microsoft.com/office/officeart/2016/7/layout/BasicLinearProcessNumbered"/>
    <dgm:cxn modelId="{7A95B8C5-1431-46E0-A2A1-36A42607DE2C}" type="presParOf" srcId="{65B93922-B814-462E-B55D-AF8A10E2B701}" destId="{7C3182F2-DFEF-4E60-BD78-35F8DBDFE337}" srcOrd="0" destOrd="0" presId="urn:microsoft.com/office/officeart/2016/7/layout/BasicLinearProcessNumbered"/>
    <dgm:cxn modelId="{B9D9FCC0-1DD4-413F-A3B9-FC36B3368188}" type="presParOf" srcId="{65B93922-B814-462E-B55D-AF8A10E2B701}" destId="{7FE2D920-5158-4796-A7C8-DAD572556C5E}" srcOrd="1" destOrd="0" presId="urn:microsoft.com/office/officeart/2016/7/layout/BasicLinearProcessNumbered"/>
    <dgm:cxn modelId="{5B59370B-1C81-492D-B902-3A47810E3A4F}" type="presParOf" srcId="{65B93922-B814-462E-B55D-AF8A10E2B701}" destId="{9F431C66-BCD5-4E99-A216-2F25E304D34F}" srcOrd="2" destOrd="0" presId="urn:microsoft.com/office/officeart/2016/7/layout/BasicLinearProcessNumbered"/>
    <dgm:cxn modelId="{B8D1A5CB-EB9F-41E1-9610-7BDAA12A7751}" type="presParOf" srcId="{65B93922-B814-462E-B55D-AF8A10E2B701}" destId="{67DF6357-543F-4F8E-8CC3-D3522BE4B28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CA2025C-D887-49E7-8B9D-EC7C5CC4D182}" type="doc">
      <dgm:prSet loTypeId="urn:microsoft.com/office/officeart/2005/8/layout/default" loCatId="list" qsTypeId="urn:microsoft.com/office/officeart/2005/8/quickstyle/simple2" qsCatId="simple" csTypeId="urn:microsoft.com/office/officeart/2005/8/colors/accent1_3" csCatId="accent1"/>
      <dgm:spPr/>
      <dgm:t>
        <a:bodyPr/>
        <a:lstStyle/>
        <a:p>
          <a:endParaRPr lang="en-US"/>
        </a:p>
      </dgm:t>
    </dgm:pt>
    <dgm:pt modelId="{17D69C5B-C717-41CD-BD3D-F28D733F4268}">
      <dgm:prSet/>
      <dgm:spPr/>
      <dgm:t>
        <a:bodyPr/>
        <a:lstStyle/>
        <a:p>
          <a:r>
            <a:rPr lang="en-US" baseline="0"/>
            <a:t>CSP is a problem where we assign values to variables while satisfying constraints.</a:t>
          </a:r>
          <a:endParaRPr lang="en-US"/>
        </a:p>
      </dgm:t>
    </dgm:pt>
    <dgm:pt modelId="{D1E89DB9-56F9-47A5-8F2C-7F3D28716D1C}" type="parTrans" cxnId="{72D1BC75-0945-46A5-9E57-561676E6582C}">
      <dgm:prSet/>
      <dgm:spPr/>
      <dgm:t>
        <a:bodyPr/>
        <a:lstStyle/>
        <a:p>
          <a:endParaRPr lang="en-US"/>
        </a:p>
      </dgm:t>
    </dgm:pt>
    <dgm:pt modelId="{E6C70B70-CE38-48E5-8614-1D877DB2C220}" type="sibTrans" cxnId="{72D1BC75-0945-46A5-9E57-561676E6582C}">
      <dgm:prSet/>
      <dgm:spPr/>
      <dgm:t>
        <a:bodyPr/>
        <a:lstStyle/>
        <a:p>
          <a:endParaRPr lang="en-US"/>
        </a:p>
      </dgm:t>
    </dgm:pt>
    <dgm:pt modelId="{A85F264D-A349-4631-9CB1-72124873E9CE}">
      <dgm:prSet/>
      <dgm:spPr/>
      <dgm:t>
        <a:bodyPr/>
        <a:lstStyle/>
        <a:p>
          <a:r>
            <a:rPr lang="en-US" baseline="0" dirty="0"/>
            <a:t>Find Valid solutions without breaking rules.</a:t>
          </a:r>
          <a:endParaRPr lang="en-US" dirty="0"/>
        </a:p>
      </dgm:t>
    </dgm:pt>
    <dgm:pt modelId="{B5BC9E0F-FBE6-4E88-9828-12A4C351C830}" type="parTrans" cxnId="{15A7A3DC-3A19-40EB-81E2-A14EE2DE6304}">
      <dgm:prSet/>
      <dgm:spPr/>
      <dgm:t>
        <a:bodyPr/>
        <a:lstStyle/>
        <a:p>
          <a:endParaRPr lang="en-US"/>
        </a:p>
      </dgm:t>
    </dgm:pt>
    <dgm:pt modelId="{B2D9233D-8372-47AF-9913-6AF9B65D36F2}" type="sibTrans" cxnId="{15A7A3DC-3A19-40EB-81E2-A14EE2DE6304}">
      <dgm:prSet/>
      <dgm:spPr/>
      <dgm:t>
        <a:bodyPr/>
        <a:lstStyle/>
        <a:p>
          <a:endParaRPr lang="en-US"/>
        </a:p>
      </dgm:t>
    </dgm:pt>
    <dgm:pt modelId="{328D7447-CD9D-4893-9E66-202C436E6B53}">
      <dgm:prSet/>
      <dgm:spPr/>
      <dgm:t>
        <a:bodyPr/>
        <a:lstStyle/>
        <a:p>
          <a:r>
            <a:rPr lang="en-US" baseline="0"/>
            <a:t>It has 3 parts:</a:t>
          </a:r>
          <a:endParaRPr lang="en-US"/>
        </a:p>
      </dgm:t>
    </dgm:pt>
    <dgm:pt modelId="{F3BB118C-662D-4715-9F25-57FAAB8DDEB6}" type="parTrans" cxnId="{535D240B-1D4E-4193-8E77-9B5CC4BD7FAB}">
      <dgm:prSet/>
      <dgm:spPr/>
      <dgm:t>
        <a:bodyPr/>
        <a:lstStyle/>
        <a:p>
          <a:endParaRPr lang="en-US"/>
        </a:p>
      </dgm:t>
    </dgm:pt>
    <dgm:pt modelId="{E62F90D9-374F-457B-98F9-77F6DCC78076}" type="sibTrans" cxnId="{535D240B-1D4E-4193-8E77-9B5CC4BD7FAB}">
      <dgm:prSet/>
      <dgm:spPr/>
      <dgm:t>
        <a:bodyPr/>
        <a:lstStyle/>
        <a:p>
          <a:endParaRPr lang="en-US"/>
        </a:p>
      </dgm:t>
    </dgm:pt>
    <dgm:pt modelId="{71D41AAF-8A34-4299-BFC4-D7BE7DE18DAB}">
      <dgm:prSet/>
      <dgm:spPr/>
      <dgm:t>
        <a:bodyPr/>
        <a:lstStyle/>
        <a:p>
          <a:r>
            <a:rPr lang="en-US" baseline="0"/>
            <a:t>Variables(X)</a:t>
          </a:r>
          <a:endParaRPr lang="en-US"/>
        </a:p>
      </dgm:t>
    </dgm:pt>
    <dgm:pt modelId="{46043ECE-86D6-4D67-8C75-A5CA7E4B0460}" type="parTrans" cxnId="{A43F58FE-5F56-44C8-9B75-ECFFAF8E9F0B}">
      <dgm:prSet/>
      <dgm:spPr/>
      <dgm:t>
        <a:bodyPr/>
        <a:lstStyle/>
        <a:p>
          <a:endParaRPr lang="en-US"/>
        </a:p>
      </dgm:t>
    </dgm:pt>
    <dgm:pt modelId="{624F3EAB-F789-4AC3-8144-192763AEF4C1}" type="sibTrans" cxnId="{A43F58FE-5F56-44C8-9B75-ECFFAF8E9F0B}">
      <dgm:prSet/>
      <dgm:spPr/>
      <dgm:t>
        <a:bodyPr/>
        <a:lstStyle/>
        <a:p>
          <a:endParaRPr lang="en-US"/>
        </a:p>
      </dgm:t>
    </dgm:pt>
    <dgm:pt modelId="{D0217A36-38EC-47C5-BD3E-A636A7420907}">
      <dgm:prSet/>
      <dgm:spPr/>
      <dgm:t>
        <a:bodyPr/>
        <a:lstStyle/>
        <a:p>
          <a:r>
            <a:rPr lang="en-US" baseline="0"/>
            <a:t>Domains(D)</a:t>
          </a:r>
          <a:endParaRPr lang="en-US"/>
        </a:p>
      </dgm:t>
    </dgm:pt>
    <dgm:pt modelId="{38FE4576-DACA-47A5-ADDC-8B0F5199775E}" type="parTrans" cxnId="{5E7D1BCF-59FE-44CE-96F8-C6ED687603F3}">
      <dgm:prSet/>
      <dgm:spPr/>
      <dgm:t>
        <a:bodyPr/>
        <a:lstStyle/>
        <a:p>
          <a:endParaRPr lang="en-US"/>
        </a:p>
      </dgm:t>
    </dgm:pt>
    <dgm:pt modelId="{3224A22A-B2C0-4146-80EC-67E181410A62}" type="sibTrans" cxnId="{5E7D1BCF-59FE-44CE-96F8-C6ED687603F3}">
      <dgm:prSet/>
      <dgm:spPr/>
      <dgm:t>
        <a:bodyPr/>
        <a:lstStyle/>
        <a:p>
          <a:endParaRPr lang="en-US"/>
        </a:p>
      </dgm:t>
    </dgm:pt>
    <dgm:pt modelId="{7D727C67-6C99-443C-980E-2B065B2FCD01}">
      <dgm:prSet/>
      <dgm:spPr/>
      <dgm:t>
        <a:bodyPr/>
        <a:lstStyle/>
        <a:p>
          <a:r>
            <a:rPr lang="en-US" baseline="0"/>
            <a:t>Constraints(C)</a:t>
          </a:r>
          <a:endParaRPr lang="en-US"/>
        </a:p>
      </dgm:t>
    </dgm:pt>
    <dgm:pt modelId="{40278DCF-4FFD-4625-B4BE-0E818C4E726D}" type="parTrans" cxnId="{67AD8BD0-F399-492A-AB5B-74F16BFDDAA6}">
      <dgm:prSet/>
      <dgm:spPr/>
      <dgm:t>
        <a:bodyPr/>
        <a:lstStyle/>
        <a:p>
          <a:endParaRPr lang="en-US"/>
        </a:p>
      </dgm:t>
    </dgm:pt>
    <dgm:pt modelId="{3A946662-CA13-429E-8565-1DDD91B662D6}" type="sibTrans" cxnId="{67AD8BD0-F399-492A-AB5B-74F16BFDDAA6}">
      <dgm:prSet/>
      <dgm:spPr/>
      <dgm:t>
        <a:bodyPr/>
        <a:lstStyle/>
        <a:p>
          <a:endParaRPr lang="en-US"/>
        </a:p>
      </dgm:t>
    </dgm:pt>
    <dgm:pt modelId="{5E45A380-51AF-479E-A3B8-1EE9B3B94A7D}">
      <dgm:prSet/>
      <dgm:spPr/>
      <dgm:t>
        <a:bodyPr/>
        <a:lstStyle/>
        <a:p>
          <a:r>
            <a:rPr lang="en-US" baseline="0"/>
            <a:t>Applications : Sudoku, Puzzle Solving</a:t>
          </a:r>
          <a:endParaRPr lang="en-US"/>
        </a:p>
      </dgm:t>
    </dgm:pt>
    <dgm:pt modelId="{45F99AB6-D595-4316-872B-F4820CC59785}" type="parTrans" cxnId="{336EEA92-71D8-414F-9475-6AE6E2B3B4E7}">
      <dgm:prSet/>
      <dgm:spPr/>
      <dgm:t>
        <a:bodyPr/>
        <a:lstStyle/>
        <a:p>
          <a:endParaRPr lang="en-US"/>
        </a:p>
      </dgm:t>
    </dgm:pt>
    <dgm:pt modelId="{85922D06-7CFF-467E-9B7E-41C535943299}" type="sibTrans" cxnId="{336EEA92-71D8-414F-9475-6AE6E2B3B4E7}">
      <dgm:prSet/>
      <dgm:spPr/>
      <dgm:t>
        <a:bodyPr/>
        <a:lstStyle/>
        <a:p>
          <a:endParaRPr lang="en-US"/>
        </a:p>
      </dgm:t>
    </dgm:pt>
    <dgm:pt modelId="{E723BF54-5045-4553-8F04-D7A5F6EB1842}" type="pres">
      <dgm:prSet presAssocID="{BCA2025C-D887-49E7-8B9D-EC7C5CC4D182}" presName="diagram" presStyleCnt="0">
        <dgm:presLayoutVars>
          <dgm:dir/>
          <dgm:resizeHandles val="exact"/>
        </dgm:presLayoutVars>
      </dgm:prSet>
      <dgm:spPr/>
    </dgm:pt>
    <dgm:pt modelId="{B5B95CBC-D399-4E61-993A-D8D2257307CA}" type="pres">
      <dgm:prSet presAssocID="{17D69C5B-C717-41CD-BD3D-F28D733F4268}" presName="node" presStyleLbl="node1" presStyleIdx="0" presStyleCnt="4">
        <dgm:presLayoutVars>
          <dgm:bulletEnabled val="1"/>
        </dgm:presLayoutVars>
      </dgm:prSet>
      <dgm:spPr/>
    </dgm:pt>
    <dgm:pt modelId="{B1C9F320-6D5F-416F-BB31-F13673739630}" type="pres">
      <dgm:prSet presAssocID="{E6C70B70-CE38-48E5-8614-1D877DB2C220}" presName="sibTrans" presStyleCnt="0"/>
      <dgm:spPr/>
    </dgm:pt>
    <dgm:pt modelId="{7BAA1DEE-0F02-4833-B30B-4B9AFC4A7F5F}" type="pres">
      <dgm:prSet presAssocID="{A85F264D-A349-4631-9CB1-72124873E9CE}" presName="node" presStyleLbl="node1" presStyleIdx="1" presStyleCnt="4">
        <dgm:presLayoutVars>
          <dgm:bulletEnabled val="1"/>
        </dgm:presLayoutVars>
      </dgm:prSet>
      <dgm:spPr/>
    </dgm:pt>
    <dgm:pt modelId="{E7B16A11-5BD4-4F7B-A1CC-818944C60C71}" type="pres">
      <dgm:prSet presAssocID="{B2D9233D-8372-47AF-9913-6AF9B65D36F2}" presName="sibTrans" presStyleCnt="0"/>
      <dgm:spPr/>
    </dgm:pt>
    <dgm:pt modelId="{3E86A9AC-0AFC-42EC-B45F-E8E53074BEA4}" type="pres">
      <dgm:prSet presAssocID="{328D7447-CD9D-4893-9E66-202C436E6B53}" presName="node" presStyleLbl="node1" presStyleIdx="2" presStyleCnt="4">
        <dgm:presLayoutVars>
          <dgm:bulletEnabled val="1"/>
        </dgm:presLayoutVars>
      </dgm:prSet>
      <dgm:spPr/>
    </dgm:pt>
    <dgm:pt modelId="{B0B189CC-2A80-4CE1-88EB-543D232B9AD8}" type="pres">
      <dgm:prSet presAssocID="{E62F90D9-374F-457B-98F9-77F6DCC78076}" presName="sibTrans" presStyleCnt="0"/>
      <dgm:spPr/>
    </dgm:pt>
    <dgm:pt modelId="{A2E3D06C-826F-4931-97DD-5E0B455CAE75}" type="pres">
      <dgm:prSet presAssocID="{5E45A380-51AF-479E-A3B8-1EE9B3B94A7D}" presName="node" presStyleLbl="node1" presStyleIdx="3" presStyleCnt="4">
        <dgm:presLayoutVars>
          <dgm:bulletEnabled val="1"/>
        </dgm:presLayoutVars>
      </dgm:prSet>
      <dgm:spPr/>
    </dgm:pt>
  </dgm:ptLst>
  <dgm:cxnLst>
    <dgm:cxn modelId="{84DFD900-EEEE-4824-8113-66A1287FA76E}" type="presOf" srcId="{BCA2025C-D887-49E7-8B9D-EC7C5CC4D182}" destId="{E723BF54-5045-4553-8F04-D7A5F6EB1842}" srcOrd="0" destOrd="0" presId="urn:microsoft.com/office/officeart/2005/8/layout/default"/>
    <dgm:cxn modelId="{1787D301-E875-4CC0-9247-7FE181FDA3B3}" type="presOf" srcId="{71D41AAF-8A34-4299-BFC4-D7BE7DE18DAB}" destId="{3E86A9AC-0AFC-42EC-B45F-E8E53074BEA4}" srcOrd="0" destOrd="1" presId="urn:microsoft.com/office/officeart/2005/8/layout/default"/>
    <dgm:cxn modelId="{535D240B-1D4E-4193-8E77-9B5CC4BD7FAB}" srcId="{BCA2025C-D887-49E7-8B9D-EC7C5CC4D182}" destId="{328D7447-CD9D-4893-9E66-202C436E6B53}" srcOrd="2" destOrd="0" parTransId="{F3BB118C-662D-4715-9F25-57FAAB8DDEB6}" sibTransId="{E62F90D9-374F-457B-98F9-77F6DCC78076}"/>
    <dgm:cxn modelId="{448D2218-C8DE-41D3-BB40-6546B96EEE18}" type="presOf" srcId="{7D727C67-6C99-443C-980E-2B065B2FCD01}" destId="{3E86A9AC-0AFC-42EC-B45F-E8E53074BEA4}" srcOrd="0" destOrd="3" presId="urn:microsoft.com/office/officeart/2005/8/layout/default"/>
    <dgm:cxn modelId="{76ED8245-0800-4787-8D15-38829C94D99F}" type="presOf" srcId="{17D69C5B-C717-41CD-BD3D-F28D733F4268}" destId="{B5B95CBC-D399-4E61-993A-D8D2257307CA}" srcOrd="0" destOrd="0" presId="urn:microsoft.com/office/officeart/2005/8/layout/default"/>
    <dgm:cxn modelId="{3AA31B46-7A78-446E-A4E8-6193610E9BDB}" type="presOf" srcId="{5E45A380-51AF-479E-A3B8-1EE9B3B94A7D}" destId="{A2E3D06C-826F-4931-97DD-5E0B455CAE75}" srcOrd="0" destOrd="0" presId="urn:microsoft.com/office/officeart/2005/8/layout/default"/>
    <dgm:cxn modelId="{2C97124D-787B-416F-952B-F1A3F9B49F47}" type="presOf" srcId="{328D7447-CD9D-4893-9E66-202C436E6B53}" destId="{3E86A9AC-0AFC-42EC-B45F-E8E53074BEA4}" srcOrd="0" destOrd="0" presId="urn:microsoft.com/office/officeart/2005/8/layout/default"/>
    <dgm:cxn modelId="{72D1BC75-0945-46A5-9E57-561676E6582C}" srcId="{BCA2025C-D887-49E7-8B9D-EC7C5CC4D182}" destId="{17D69C5B-C717-41CD-BD3D-F28D733F4268}" srcOrd="0" destOrd="0" parTransId="{D1E89DB9-56F9-47A5-8F2C-7F3D28716D1C}" sibTransId="{E6C70B70-CE38-48E5-8614-1D877DB2C220}"/>
    <dgm:cxn modelId="{A7A65D7F-856B-420C-8019-69733E900144}" type="presOf" srcId="{A85F264D-A349-4631-9CB1-72124873E9CE}" destId="{7BAA1DEE-0F02-4833-B30B-4B9AFC4A7F5F}" srcOrd="0" destOrd="0" presId="urn:microsoft.com/office/officeart/2005/8/layout/default"/>
    <dgm:cxn modelId="{336EEA92-71D8-414F-9475-6AE6E2B3B4E7}" srcId="{BCA2025C-D887-49E7-8B9D-EC7C5CC4D182}" destId="{5E45A380-51AF-479E-A3B8-1EE9B3B94A7D}" srcOrd="3" destOrd="0" parTransId="{45F99AB6-D595-4316-872B-F4820CC59785}" sibTransId="{85922D06-7CFF-467E-9B7E-41C535943299}"/>
    <dgm:cxn modelId="{5E7D1BCF-59FE-44CE-96F8-C6ED687603F3}" srcId="{328D7447-CD9D-4893-9E66-202C436E6B53}" destId="{D0217A36-38EC-47C5-BD3E-A636A7420907}" srcOrd="1" destOrd="0" parTransId="{38FE4576-DACA-47A5-ADDC-8B0F5199775E}" sibTransId="{3224A22A-B2C0-4146-80EC-67E181410A62}"/>
    <dgm:cxn modelId="{67AD8BD0-F399-492A-AB5B-74F16BFDDAA6}" srcId="{328D7447-CD9D-4893-9E66-202C436E6B53}" destId="{7D727C67-6C99-443C-980E-2B065B2FCD01}" srcOrd="2" destOrd="0" parTransId="{40278DCF-4FFD-4625-B4BE-0E818C4E726D}" sibTransId="{3A946662-CA13-429E-8565-1DDD91B662D6}"/>
    <dgm:cxn modelId="{5914AFD4-9733-47D2-9E12-AF9C8DD4C506}" type="presOf" srcId="{D0217A36-38EC-47C5-BD3E-A636A7420907}" destId="{3E86A9AC-0AFC-42EC-B45F-E8E53074BEA4}" srcOrd="0" destOrd="2" presId="urn:microsoft.com/office/officeart/2005/8/layout/default"/>
    <dgm:cxn modelId="{15A7A3DC-3A19-40EB-81E2-A14EE2DE6304}" srcId="{BCA2025C-D887-49E7-8B9D-EC7C5CC4D182}" destId="{A85F264D-A349-4631-9CB1-72124873E9CE}" srcOrd="1" destOrd="0" parTransId="{B5BC9E0F-FBE6-4E88-9828-12A4C351C830}" sibTransId="{B2D9233D-8372-47AF-9913-6AF9B65D36F2}"/>
    <dgm:cxn modelId="{A43F58FE-5F56-44C8-9B75-ECFFAF8E9F0B}" srcId="{328D7447-CD9D-4893-9E66-202C436E6B53}" destId="{71D41AAF-8A34-4299-BFC4-D7BE7DE18DAB}" srcOrd="0" destOrd="0" parTransId="{46043ECE-86D6-4D67-8C75-A5CA7E4B0460}" sibTransId="{624F3EAB-F789-4AC3-8144-192763AEF4C1}"/>
    <dgm:cxn modelId="{CEB519F2-F3F3-4DE8-B02E-3854A8B1DE4D}" type="presParOf" srcId="{E723BF54-5045-4553-8F04-D7A5F6EB1842}" destId="{B5B95CBC-D399-4E61-993A-D8D2257307CA}" srcOrd="0" destOrd="0" presId="urn:microsoft.com/office/officeart/2005/8/layout/default"/>
    <dgm:cxn modelId="{3EAD2C29-D9E0-40A2-AA53-BD31164388C4}" type="presParOf" srcId="{E723BF54-5045-4553-8F04-D7A5F6EB1842}" destId="{B1C9F320-6D5F-416F-BB31-F13673739630}" srcOrd="1" destOrd="0" presId="urn:microsoft.com/office/officeart/2005/8/layout/default"/>
    <dgm:cxn modelId="{F3898875-CE10-43F1-9968-CBACE5C4138F}" type="presParOf" srcId="{E723BF54-5045-4553-8F04-D7A5F6EB1842}" destId="{7BAA1DEE-0F02-4833-B30B-4B9AFC4A7F5F}" srcOrd="2" destOrd="0" presId="urn:microsoft.com/office/officeart/2005/8/layout/default"/>
    <dgm:cxn modelId="{7CBBDA94-E9D5-4347-9D13-46388AC44AEC}" type="presParOf" srcId="{E723BF54-5045-4553-8F04-D7A5F6EB1842}" destId="{E7B16A11-5BD4-4F7B-A1CC-818944C60C71}" srcOrd="3" destOrd="0" presId="urn:microsoft.com/office/officeart/2005/8/layout/default"/>
    <dgm:cxn modelId="{AD06E86E-82B8-428E-8655-1C5B8AD83020}" type="presParOf" srcId="{E723BF54-5045-4553-8F04-D7A5F6EB1842}" destId="{3E86A9AC-0AFC-42EC-B45F-E8E53074BEA4}" srcOrd="4" destOrd="0" presId="urn:microsoft.com/office/officeart/2005/8/layout/default"/>
    <dgm:cxn modelId="{A076DCFA-A339-46C1-BB3B-E494C49D2EAF}" type="presParOf" srcId="{E723BF54-5045-4553-8F04-D7A5F6EB1842}" destId="{B0B189CC-2A80-4CE1-88EB-543D232B9AD8}" srcOrd="5" destOrd="0" presId="urn:microsoft.com/office/officeart/2005/8/layout/default"/>
    <dgm:cxn modelId="{4D6E1271-2335-49A1-BEC6-DD8E4E310172}" type="presParOf" srcId="{E723BF54-5045-4553-8F04-D7A5F6EB1842}" destId="{A2E3D06C-826F-4931-97DD-5E0B455CAE75}"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574158D-E91A-42DB-BC62-D687C906631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BEA42D2-F78C-4B3F-A387-9078C7CDAED9}">
      <dgm:prSet/>
      <dgm:spPr/>
      <dgm:t>
        <a:bodyPr/>
        <a:lstStyle/>
        <a:p>
          <a:r>
            <a:rPr lang="en-US" baseline="0"/>
            <a:t>Regions must have different color.</a:t>
          </a:r>
          <a:endParaRPr lang="en-US"/>
        </a:p>
      </dgm:t>
    </dgm:pt>
    <dgm:pt modelId="{5F7270B4-543D-4AA5-AF9C-BA301CB3F0CD}" type="parTrans" cxnId="{456C06B9-F5D7-41FD-8B6F-D508B1C64750}">
      <dgm:prSet/>
      <dgm:spPr/>
      <dgm:t>
        <a:bodyPr/>
        <a:lstStyle/>
        <a:p>
          <a:endParaRPr lang="en-US"/>
        </a:p>
      </dgm:t>
    </dgm:pt>
    <dgm:pt modelId="{DAC215AC-BF00-4888-9B10-5FCD82FD9243}" type="sibTrans" cxnId="{456C06B9-F5D7-41FD-8B6F-D508B1C64750}">
      <dgm:prSet/>
      <dgm:spPr/>
      <dgm:t>
        <a:bodyPr/>
        <a:lstStyle/>
        <a:p>
          <a:endParaRPr lang="en-US"/>
        </a:p>
      </dgm:t>
    </dgm:pt>
    <dgm:pt modelId="{BB317FAA-9928-4BDB-8360-19CBA95AE6BB}">
      <dgm:prSet/>
      <dgm:spPr/>
      <dgm:t>
        <a:bodyPr/>
        <a:lstStyle/>
        <a:p>
          <a:r>
            <a:rPr lang="en-US" baseline="0"/>
            <a:t>No two neighbors should have same color.</a:t>
          </a:r>
          <a:endParaRPr lang="en-US"/>
        </a:p>
      </dgm:t>
    </dgm:pt>
    <dgm:pt modelId="{B69F9B85-5288-448C-B54D-E2247F5E54C7}" type="parTrans" cxnId="{19D8C109-5E9B-4495-8761-D164EB81EB77}">
      <dgm:prSet/>
      <dgm:spPr/>
      <dgm:t>
        <a:bodyPr/>
        <a:lstStyle/>
        <a:p>
          <a:endParaRPr lang="en-US"/>
        </a:p>
      </dgm:t>
    </dgm:pt>
    <dgm:pt modelId="{E015A499-0CB4-4626-BA9B-64A24C6523C0}" type="sibTrans" cxnId="{19D8C109-5E9B-4495-8761-D164EB81EB77}">
      <dgm:prSet/>
      <dgm:spPr/>
      <dgm:t>
        <a:bodyPr/>
        <a:lstStyle/>
        <a:p>
          <a:endParaRPr lang="en-US"/>
        </a:p>
      </dgm:t>
    </dgm:pt>
    <dgm:pt modelId="{F62EC483-31DD-4526-A7D5-74D5F2F654E9}" type="pres">
      <dgm:prSet presAssocID="{4574158D-E91A-42DB-BC62-D687C9066311}" presName="root" presStyleCnt="0">
        <dgm:presLayoutVars>
          <dgm:dir/>
          <dgm:resizeHandles val="exact"/>
        </dgm:presLayoutVars>
      </dgm:prSet>
      <dgm:spPr/>
    </dgm:pt>
    <dgm:pt modelId="{7FF2E8CB-919B-42C9-AA96-BEC46898E016}" type="pres">
      <dgm:prSet presAssocID="{BBEA42D2-F78C-4B3F-A387-9078C7CDAED9}" presName="compNode" presStyleCnt="0"/>
      <dgm:spPr/>
    </dgm:pt>
    <dgm:pt modelId="{20B84C03-9AF6-4692-9BC4-1FF2799D14C6}" type="pres">
      <dgm:prSet presAssocID="{BBEA42D2-F78C-4B3F-A387-9078C7CDAED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alette"/>
        </a:ext>
      </dgm:extLst>
    </dgm:pt>
    <dgm:pt modelId="{2448FF59-A029-4565-A584-9B516C7BF7C6}" type="pres">
      <dgm:prSet presAssocID="{BBEA42D2-F78C-4B3F-A387-9078C7CDAED9}" presName="spaceRect" presStyleCnt="0"/>
      <dgm:spPr/>
    </dgm:pt>
    <dgm:pt modelId="{16439D39-FCF4-4703-BA87-A0FECD925998}" type="pres">
      <dgm:prSet presAssocID="{BBEA42D2-F78C-4B3F-A387-9078C7CDAED9}" presName="textRect" presStyleLbl="revTx" presStyleIdx="0" presStyleCnt="2">
        <dgm:presLayoutVars>
          <dgm:chMax val="1"/>
          <dgm:chPref val="1"/>
        </dgm:presLayoutVars>
      </dgm:prSet>
      <dgm:spPr/>
    </dgm:pt>
    <dgm:pt modelId="{938596B9-8E1F-441A-9EAF-BD20B55C3514}" type="pres">
      <dgm:prSet presAssocID="{DAC215AC-BF00-4888-9B10-5FCD82FD9243}" presName="sibTrans" presStyleCnt="0"/>
      <dgm:spPr/>
    </dgm:pt>
    <dgm:pt modelId="{579FDA67-D2ED-4BE8-856B-3F56EB49F595}" type="pres">
      <dgm:prSet presAssocID="{BB317FAA-9928-4BDB-8360-19CBA95AE6BB}" presName="compNode" presStyleCnt="0"/>
      <dgm:spPr/>
    </dgm:pt>
    <dgm:pt modelId="{8F41EB32-DC44-4CE4-A441-668447037FFB}" type="pres">
      <dgm:prSet presAssocID="{BB317FAA-9928-4BDB-8360-19CBA95AE6B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urban scene"/>
        </a:ext>
      </dgm:extLst>
    </dgm:pt>
    <dgm:pt modelId="{35787670-3D15-4361-852A-8430B7540245}" type="pres">
      <dgm:prSet presAssocID="{BB317FAA-9928-4BDB-8360-19CBA95AE6BB}" presName="spaceRect" presStyleCnt="0"/>
      <dgm:spPr/>
    </dgm:pt>
    <dgm:pt modelId="{C4C1253F-0A03-42BC-82B9-939596407038}" type="pres">
      <dgm:prSet presAssocID="{BB317FAA-9928-4BDB-8360-19CBA95AE6BB}" presName="textRect" presStyleLbl="revTx" presStyleIdx="1" presStyleCnt="2">
        <dgm:presLayoutVars>
          <dgm:chMax val="1"/>
          <dgm:chPref val="1"/>
        </dgm:presLayoutVars>
      </dgm:prSet>
      <dgm:spPr/>
    </dgm:pt>
  </dgm:ptLst>
  <dgm:cxnLst>
    <dgm:cxn modelId="{19D8C109-5E9B-4495-8761-D164EB81EB77}" srcId="{4574158D-E91A-42DB-BC62-D687C9066311}" destId="{BB317FAA-9928-4BDB-8360-19CBA95AE6BB}" srcOrd="1" destOrd="0" parTransId="{B69F9B85-5288-448C-B54D-E2247F5E54C7}" sibTransId="{E015A499-0CB4-4626-BA9B-64A24C6523C0}"/>
    <dgm:cxn modelId="{0E1EBF54-C7A3-4FA3-8B5A-644373325944}" type="presOf" srcId="{BBEA42D2-F78C-4B3F-A387-9078C7CDAED9}" destId="{16439D39-FCF4-4703-BA87-A0FECD925998}" srcOrd="0" destOrd="0" presId="urn:microsoft.com/office/officeart/2018/2/layout/IconLabelList"/>
    <dgm:cxn modelId="{015E129B-9F61-4D66-9AD7-624D2C5CA017}" type="presOf" srcId="{4574158D-E91A-42DB-BC62-D687C9066311}" destId="{F62EC483-31DD-4526-A7D5-74D5F2F654E9}" srcOrd="0" destOrd="0" presId="urn:microsoft.com/office/officeart/2018/2/layout/IconLabelList"/>
    <dgm:cxn modelId="{456C06B9-F5D7-41FD-8B6F-D508B1C64750}" srcId="{4574158D-E91A-42DB-BC62-D687C9066311}" destId="{BBEA42D2-F78C-4B3F-A387-9078C7CDAED9}" srcOrd="0" destOrd="0" parTransId="{5F7270B4-543D-4AA5-AF9C-BA301CB3F0CD}" sibTransId="{DAC215AC-BF00-4888-9B10-5FCD82FD9243}"/>
    <dgm:cxn modelId="{4AB072C7-6EE8-4830-84DB-FED49AF4645A}" type="presOf" srcId="{BB317FAA-9928-4BDB-8360-19CBA95AE6BB}" destId="{C4C1253F-0A03-42BC-82B9-939596407038}" srcOrd="0" destOrd="0" presId="urn:microsoft.com/office/officeart/2018/2/layout/IconLabelList"/>
    <dgm:cxn modelId="{D566CD30-352A-43C2-BA86-6CA5AF0772DB}" type="presParOf" srcId="{F62EC483-31DD-4526-A7D5-74D5F2F654E9}" destId="{7FF2E8CB-919B-42C9-AA96-BEC46898E016}" srcOrd="0" destOrd="0" presId="urn:microsoft.com/office/officeart/2018/2/layout/IconLabelList"/>
    <dgm:cxn modelId="{FDEE3664-0FD5-4336-9640-178D0553700E}" type="presParOf" srcId="{7FF2E8CB-919B-42C9-AA96-BEC46898E016}" destId="{20B84C03-9AF6-4692-9BC4-1FF2799D14C6}" srcOrd="0" destOrd="0" presId="urn:microsoft.com/office/officeart/2018/2/layout/IconLabelList"/>
    <dgm:cxn modelId="{E9F2C321-63F9-4B3B-9DCE-A7AB6C56FD07}" type="presParOf" srcId="{7FF2E8CB-919B-42C9-AA96-BEC46898E016}" destId="{2448FF59-A029-4565-A584-9B516C7BF7C6}" srcOrd="1" destOrd="0" presId="urn:microsoft.com/office/officeart/2018/2/layout/IconLabelList"/>
    <dgm:cxn modelId="{8720578A-CA63-4DCA-AB69-CE231DB62E91}" type="presParOf" srcId="{7FF2E8CB-919B-42C9-AA96-BEC46898E016}" destId="{16439D39-FCF4-4703-BA87-A0FECD925998}" srcOrd="2" destOrd="0" presId="urn:microsoft.com/office/officeart/2018/2/layout/IconLabelList"/>
    <dgm:cxn modelId="{EFD2ACCB-3C70-4918-9521-9596B774C1A6}" type="presParOf" srcId="{F62EC483-31DD-4526-A7D5-74D5F2F654E9}" destId="{938596B9-8E1F-441A-9EAF-BD20B55C3514}" srcOrd="1" destOrd="0" presId="urn:microsoft.com/office/officeart/2018/2/layout/IconLabelList"/>
    <dgm:cxn modelId="{270D6E83-4B5C-48B4-A348-8B0C5A206D90}" type="presParOf" srcId="{F62EC483-31DD-4526-A7D5-74D5F2F654E9}" destId="{579FDA67-D2ED-4BE8-856B-3F56EB49F595}" srcOrd="2" destOrd="0" presId="urn:microsoft.com/office/officeart/2018/2/layout/IconLabelList"/>
    <dgm:cxn modelId="{27E5A2CE-3A0B-4BBF-985D-7D5948A6EB3F}" type="presParOf" srcId="{579FDA67-D2ED-4BE8-856B-3F56EB49F595}" destId="{8F41EB32-DC44-4CE4-A441-668447037FFB}" srcOrd="0" destOrd="0" presId="urn:microsoft.com/office/officeart/2018/2/layout/IconLabelList"/>
    <dgm:cxn modelId="{453BE0DB-1879-47CA-BEC2-69836B3509F9}" type="presParOf" srcId="{579FDA67-D2ED-4BE8-856B-3F56EB49F595}" destId="{35787670-3D15-4361-852A-8430B7540245}" srcOrd="1" destOrd="0" presId="urn:microsoft.com/office/officeart/2018/2/layout/IconLabelList"/>
    <dgm:cxn modelId="{14CE6C31-7E6A-4AFF-B13F-C7493FB5CF8F}" type="presParOf" srcId="{579FDA67-D2ED-4BE8-856B-3F56EB49F595}" destId="{C4C1253F-0A03-42BC-82B9-93959640703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5F213166-4D4C-4A59-8F9E-A59F301CB506}" type="doc">
      <dgm:prSet loTypeId="urn:microsoft.com/office/officeart/2005/8/layout/vList2" loCatId="list" qsTypeId="urn:microsoft.com/office/officeart/2005/8/quickstyle/simple1" qsCatId="simple" csTypeId="urn:microsoft.com/office/officeart/2005/8/colors/accent1_3" csCatId="accent1"/>
      <dgm:spPr/>
      <dgm:t>
        <a:bodyPr/>
        <a:lstStyle/>
        <a:p>
          <a:endParaRPr lang="en-US"/>
        </a:p>
      </dgm:t>
    </dgm:pt>
    <dgm:pt modelId="{253629D6-0B7C-4BE6-8E4D-2F0CE1FE87AB}">
      <dgm:prSet/>
      <dgm:spPr/>
      <dgm:t>
        <a:bodyPr/>
        <a:lstStyle/>
        <a:p>
          <a:r>
            <a:rPr lang="en-US" baseline="0"/>
            <a:t>X={WA,</a:t>
          </a:r>
          <a:r>
            <a:rPr lang="fr-FR" baseline="0"/>
            <a:t>NT, Q, NSW, V, SA, T}</a:t>
          </a:r>
          <a:endParaRPr lang="en-US"/>
        </a:p>
      </dgm:t>
    </dgm:pt>
    <dgm:pt modelId="{6F5D2254-45E5-45B6-B053-03413937F17E}" type="parTrans" cxnId="{04653E47-8F3D-4DA2-8B35-D513A3D3343A}">
      <dgm:prSet/>
      <dgm:spPr/>
      <dgm:t>
        <a:bodyPr/>
        <a:lstStyle/>
        <a:p>
          <a:endParaRPr lang="en-US"/>
        </a:p>
      </dgm:t>
    </dgm:pt>
    <dgm:pt modelId="{D93F5BA5-FCA3-4920-B248-340AE171E27E}" type="sibTrans" cxnId="{04653E47-8F3D-4DA2-8B35-D513A3D3343A}">
      <dgm:prSet/>
      <dgm:spPr/>
      <dgm:t>
        <a:bodyPr/>
        <a:lstStyle/>
        <a:p>
          <a:endParaRPr lang="en-US"/>
        </a:p>
      </dgm:t>
    </dgm:pt>
    <dgm:pt modelId="{10455A3C-62CA-4D39-A027-B6E0CEC5FC14}">
      <dgm:prSet/>
      <dgm:spPr/>
      <dgm:t>
        <a:bodyPr/>
        <a:lstStyle/>
        <a:p>
          <a:r>
            <a:rPr lang="en-US" baseline="0"/>
            <a:t>Domain={red,green,blue}</a:t>
          </a:r>
          <a:endParaRPr lang="en-US"/>
        </a:p>
      </dgm:t>
    </dgm:pt>
    <dgm:pt modelId="{31BD75A2-1E37-4031-A23F-3F09ECD74C03}" type="parTrans" cxnId="{A9B38073-F8F0-4E56-8DDD-B92BFF3B3ED1}">
      <dgm:prSet/>
      <dgm:spPr/>
      <dgm:t>
        <a:bodyPr/>
        <a:lstStyle/>
        <a:p>
          <a:endParaRPr lang="en-US"/>
        </a:p>
      </dgm:t>
    </dgm:pt>
    <dgm:pt modelId="{504BE67D-383F-464D-A7A7-A7FE7B1321AB}" type="sibTrans" cxnId="{A9B38073-F8F0-4E56-8DDD-B92BFF3B3ED1}">
      <dgm:prSet/>
      <dgm:spPr/>
      <dgm:t>
        <a:bodyPr/>
        <a:lstStyle/>
        <a:p>
          <a:endParaRPr lang="en-US"/>
        </a:p>
      </dgm:t>
    </dgm:pt>
    <dgm:pt modelId="{884B180A-C177-4837-BCB2-AB7A78A5E2D4}">
      <dgm:prSet/>
      <dgm:spPr/>
      <dgm:t>
        <a:bodyPr/>
        <a:lstStyle/>
        <a:p>
          <a:r>
            <a:rPr lang="en-US" baseline="0"/>
            <a:t>C = {SA ≠ WA, SA ≠ NT, SA ≠ Q,SA ≠ NSW,SA ≠ V, WA ≠ NT,NT ≠ Q,Q ≠ NSW,NSW ≠ V}</a:t>
          </a:r>
          <a:endParaRPr lang="en-US"/>
        </a:p>
      </dgm:t>
    </dgm:pt>
    <dgm:pt modelId="{E58B9B4A-2958-4566-AB0E-2009A904FBFE}" type="parTrans" cxnId="{915541ED-912C-4A1C-AA5C-6BBE55F86A05}">
      <dgm:prSet/>
      <dgm:spPr/>
      <dgm:t>
        <a:bodyPr/>
        <a:lstStyle/>
        <a:p>
          <a:endParaRPr lang="en-US"/>
        </a:p>
      </dgm:t>
    </dgm:pt>
    <dgm:pt modelId="{6DB8ECF4-54AA-4225-ADB9-F544E9294EFE}" type="sibTrans" cxnId="{915541ED-912C-4A1C-AA5C-6BBE55F86A05}">
      <dgm:prSet/>
      <dgm:spPr/>
      <dgm:t>
        <a:bodyPr/>
        <a:lstStyle/>
        <a:p>
          <a:endParaRPr lang="en-US"/>
        </a:p>
      </dgm:t>
    </dgm:pt>
    <dgm:pt modelId="{CA219303-E18C-489A-9D57-3E07438D01CC}">
      <dgm:prSet/>
      <dgm:spPr/>
      <dgm:t>
        <a:bodyPr/>
        <a:lstStyle/>
        <a:p>
          <a:r>
            <a:rPr lang="en-US" baseline="0"/>
            <a:t>WA=red, NT=green, Q=red, NSW=green, V =red, SA=blue, T =red</a:t>
          </a:r>
          <a:endParaRPr lang="en-US"/>
        </a:p>
      </dgm:t>
    </dgm:pt>
    <dgm:pt modelId="{52C28BC4-BA9B-4427-9DC4-7B4F021381DA}" type="parTrans" cxnId="{166BECA6-A918-4190-8560-3B64B141CC67}">
      <dgm:prSet/>
      <dgm:spPr/>
      <dgm:t>
        <a:bodyPr/>
        <a:lstStyle/>
        <a:p>
          <a:endParaRPr lang="en-US"/>
        </a:p>
      </dgm:t>
    </dgm:pt>
    <dgm:pt modelId="{3A5F3A73-3C03-4F3E-BADB-8F699416725F}" type="sibTrans" cxnId="{166BECA6-A918-4190-8560-3B64B141CC67}">
      <dgm:prSet/>
      <dgm:spPr/>
      <dgm:t>
        <a:bodyPr/>
        <a:lstStyle/>
        <a:p>
          <a:endParaRPr lang="en-US"/>
        </a:p>
      </dgm:t>
    </dgm:pt>
    <dgm:pt modelId="{CC9797F1-D25C-430D-9BBF-9FC04C659C56}" type="pres">
      <dgm:prSet presAssocID="{5F213166-4D4C-4A59-8F9E-A59F301CB506}" presName="linear" presStyleCnt="0">
        <dgm:presLayoutVars>
          <dgm:animLvl val="lvl"/>
          <dgm:resizeHandles val="exact"/>
        </dgm:presLayoutVars>
      </dgm:prSet>
      <dgm:spPr/>
    </dgm:pt>
    <dgm:pt modelId="{2A94635D-4A88-413B-8AAE-9ED7D8C7E389}" type="pres">
      <dgm:prSet presAssocID="{253629D6-0B7C-4BE6-8E4D-2F0CE1FE87AB}" presName="parentText" presStyleLbl="node1" presStyleIdx="0" presStyleCnt="4">
        <dgm:presLayoutVars>
          <dgm:chMax val="0"/>
          <dgm:bulletEnabled val="1"/>
        </dgm:presLayoutVars>
      </dgm:prSet>
      <dgm:spPr/>
    </dgm:pt>
    <dgm:pt modelId="{46FC05C8-AC53-427D-8874-A84B8D7DA1E5}" type="pres">
      <dgm:prSet presAssocID="{D93F5BA5-FCA3-4920-B248-340AE171E27E}" presName="spacer" presStyleCnt="0"/>
      <dgm:spPr/>
    </dgm:pt>
    <dgm:pt modelId="{0397968D-2F5F-4F3D-80B4-518CC8DC14ED}" type="pres">
      <dgm:prSet presAssocID="{10455A3C-62CA-4D39-A027-B6E0CEC5FC14}" presName="parentText" presStyleLbl="node1" presStyleIdx="1" presStyleCnt="4">
        <dgm:presLayoutVars>
          <dgm:chMax val="0"/>
          <dgm:bulletEnabled val="1"/>
        </dgm:presLayoutVars>
      </dgm:prSet>
      <dgm:spPr/>
    </dgm:pt>
    <dgm:pt modelId="{FCBCDB40-4376-4856-A4DB-602117C33921}" type="pres">
      <dgm:prSet presAssocID="{504BE67D-383F-464D-A7A7-A7FE7B1321AB}" presName="spacer" presStyleCnt="0"/>
      <dgm:spPr/>
    </dgm:pt>
    <dgm:pt modelId="{AA81476D-6769-42D0-B436-44B1281940C3}" type="pres">
      <dgm:prSet presAssocID="{884B180A-C177-4837-BCB2-AB7A78A5E2D4}" presName="parentText" presStyleLbl="node1" presStyleIdx="2" presStyleCnt="4">
        <dgm:presLayoutVars>
          <dgm:chMax val="0"/>
          <dgm:bulletEnabled val="1"/>
        </dgm:presLayoutVars>
      </dgm:prSet>
      <dgm:spPr/>
    </dgm:pt>
    <dgm:pt modelId="{EB7F41D2-2F9E-4CA2-8F73-03EBBFF5405C}" type="pres">
      <dgm:prSet presAssocID="{6DB8ECF4-54AA-4225-ADB9-F544E9294EFE}" presName="spacer" presStyleCnt="0"/>
      <dgm:spPr/>
    </dgm:pt>
    <dgm:pt modelId="{8E90159B-0F78-4789-B0A1-9246D3D591BE}" type="pres">
      <dgm:prSet presAssocID="{CA219303-E18C-489A-9D57-3E07438D01CC}" presName="parentText" presStyleLbl="node1" presStyleIdx="3" presStyleCnt="4">
        <dgm:presLayoutVars>
          <dgm:chMax val="0"/>
          <dgm:bulletEnabled val="1"/>
        </dgm:presLayoutVars>
      </dgm:prSet>
      <dgm:spPr/>
    </dgm:pt>
  </dgm:ptLst>
  <dgm:cxnLst>
    <dgm:cxn modelId="{5EDD7743-CA8D-485C-A44B-3C8B7B55EFAA}" type="presOf" srcId="{10455A3C-62CA-4D39-A027-B6E0CEC5FC14}" destId="{0397968D-2F5F-4F3D-80B4-518CC8DC14ED}" srcOrd="0" destOrd="0" presId="urn:microsoft.com/office/officeart/2005/8/layout/vList2"/>
    <dgm:cxn modelId="{04653E47-8F3D-4DA2-8B35-D513A3D3343A}" srcId="{5F213166-4D4C-4A59-8F9E-A59F301CB506}" destId="{253629D6-0B7C-4BE6-8E4D-2F0CE1FE87AB}" srcOrd="0" destOrd="0" parTransId="{6F5D2254-45E5-45B6-B053-03413937F17E}" sibTransId="{D93F5BA5-FCA3-4920-B248-340AE171E27E}"/>
    <dgm:cxn modelId="{C8E2E449-E0B6-47B6-B3EC-FF55B93CB9CB}" type="presOf" srcId="{884B180A-C177-4837-BCB2-AB7A78A5E2D4}" destId="{AA81476D-6769-42D0-B436-44B1281940C3}" srcOrd="0" destOrd="0" presId="urn:microsoft.com/office/officeart/2005/8/layout/vList2"/>
    <dgm:cxn modelId="{A9B38073-F8F0-4E56-8DDD-B92BFF3B3ED1}" srcId="{5F213166-4D4C-4A59-8F9E-A59F301CB506}" destId="{10455A3C-62CA-4D39-A027-B6E0CEC5FC14}" srcOrd="1" destOrd="0" parTransId="{31BD75A2-1E37-4031-A23F-3F09ECD74C03}" sibTransId="{504BE67D-383F-464D-A7A7-A7FE7B1321AB}"/>
    <dgm:cxn modelId="{AE142879-F8C2-4B5E-9332-F5D98ECD0444}" type="presOf" srcId="{253629D6-0B7C-4BE6-8E4D-2F0CE1FE87AB}" destId="{2A94635D-4A88-413B-8AAE-9ED7D8C7E389}" srcOrd="0" destOrd="0" presId="urn:microsoft.com/office/officeart/2005/8/layout/vList2"/>
    <dgm:cxn modelId="{A82E368C-3194-4142-BB54-66F3CD28C071}" type="presOf" srcId="{CA219303-E18C-489A-9D57-3E07438D01CC}" destId="{8E90159B-0F78-4789-B0A1-9246D3D591BE}" srcOrd="0" destOrd="0" presId="urn:microsoft.com/office/officeart/2005/8/layout/vList2"/>
    <dgm:cxn modelId="{166BECA6-A918-4190-8560-3B64B141CC67}" srcId="{5F213166-4D4C-4A59-8F9E-A59F301CB506}" destId="{CA219303-E18C-489A-9D57-3E07438D01CC}" srcOrd="3" destOrd="0" parTransId="{52C28BC4-BA9B-4427-9DC4-7B4F021381DA}" sibTransId="{3A5F3A73-3C03-4F3E-BADB-8F699416725F}"/>
    <dgm:cxn modelId="{915541ED-912C-4A1C-AA5C-6BBE55F86A05}" srcId="{5F213166-4D4C-4A59-8F9E-A59F301CB506}" destId="{884B180A-C177-4837-BCB2-AB7A78A5E2D4}" srcOrd="2" destOrd="0" parTransId="{E58B9B4A-2958-4566-AB0E-2009A904FBFE}" sibTransId="{6DB8ECF4-54AA-4225-ADB9-F544E9294EFE}"/>
    <dgm:cxn modelId="{C0A8FEFE-A3FC-4045-9E9E-83C24070075F}" type="presOf" srcId="{5F213166-4D4C-4A59-8F9E-A59F301CB506}" destId="{CC9797F1-D25C-430D-9BBF-9FC04C659C56}" srcOrd="0" destOrd="0" presId="urn:microsoft.com/office/officeart/2005/8/layout/vList2"/>
    <dgm:cxn modelId="{3EB73E0A-C2BB-4B32-9240-CFA8A27F66B8}" type="presParOf" srcId="{CC9797F1-D25C-430D-9BBF-9FC04C659C56}" destId="{2A94635D-4A88-413B-8AAE-9ED7D8C7E389}" srcOrd="0" destOrd="0" presId="urn:microsoft.com/office/officeart/2005/8/layout/vList2"/>
    <dgm:cxn modelId="{290A14FE-4A4A-46BF-8EFE-A03F182BC41D}" type="presParOf" srcId="{CC9797F1-D25C-430D-9BBF-9FC04C659C56}" destId="{46FC05C8-AC53-427D-8874-A84B8D7DA1E5}" srcOrd="1" destOrd="0" presId="urn:microsoft.com/office/officeart/2005/8/layout/vList2"/>
    <dgm:cxn modelId="{AF8C4BEB-7E9B-4690-B3A5-F2C54C3799DF}" type="presParOf" srcId="{CC9797F1-D25C-430D-9BBF-9FC04C659C56}" destId="{0397968D-2F5F-4F3D-80B4-518CC8DC14ED}" srcOrd="2" destOrd="0" presId="urn:microsoft.com/office/officeart/2005/8/layout/vList2"/>
    <dgm:cxn modelId="{360CE6B7-4C9D-41B2-8B44-19B30030E1B6}" type="presParOf" srcId="{CC9797F1-D25C-430D-9BBF-9FC04C659C56}" destId="{FCBCDB40-4376-4856-A4DB-602117C33921}" srcOrd="3" destOrd="0" presId="urn:microsoft.com/office/officeart/2005/8/layout/vList2"/>
    <dgm:cxn modelId="{01266C0D-6B81-42D5-A7F2-00485E3EB5CF}" type="presParOf" srcId="{CC9797F1-D25C-430D-9BBF-9FC04C659C56}" destId="{AA81476D-6769-42D0-B436-44B1281940C3}" srcOrd="4" destOrd="0" presId="urn:microsoft.com/office/officeart/2005/8/layout/vList2"/>
    <dgm:cxn modelId="{69FE24AE-BE89-4678-816D-78221FCBD635}" type="presParOf" srcId="{CC9797F1-D25C-430D-9BBF-9FC04C659C56}" destId="{EB7F41D2-2F9E-4CA2-8F73-03EBBFF5405C}" srcOrd="5" destOrd="0" presId="urn:microsoft.com/office/officeart/2005/8/layout/vList2"/>
    <dgm:cxn modelId="{99907E11-E6C5-4A75-8184-272601A43A45}" type="presParOf" srcId="{CC9797F1-D25C-430D-9BBF-9FC04C659C56}" destId="{8E90159B-0F78-4789-B0A1-9246D3D591B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C1D454-E32C-4657-913B-8E4580F01E46}">
      <dsp:nvSpPr>
        <dsp:cNvPr id="0" name=""/>
        <dsp:cNvSpPr/>
      </dsp:nvSpPr>
      <dsp:spPr>
        <a:xfrm>
          <a:off x="0" y="98293"/>
          <a:ext cx="3080684" cy="1848410"/>
        </a:xfrm>
        <a:prstGeom prst="rect">
          <a:avLst/>
        </a:prstGeom>
        <a:solidFill>
          <a:schemeClr val="accent1">
            <a:shade val="80000"/>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 </a:t>
          </a:r>
          <a:r>
            <a:rPr lang="en-US" sz="1700" b="1" kern="1200" dirty="0"/>
            <a:t>problem-solving agent</a:t>
          </a:r>
          <a:r>
            <a:rPr lang="en-US" sz="1700" kern="1200" dirty="0"/>
            <a:t> is a type of goal-based agent that plans actions to achieve specific goals. Operate in simple environments with clear goals and fixed sequences of actions.</a:t>
          </a:r>
        </a:p>
      </dsp:txBody>
      <dsp:txXfrm>
        <a:off x="0" y="98293"/>
        <a:ext cx="3080684" cy="1848410"/>
      </dsp:txXfrm>
    </dsp:sp>
    <dsp:sp modelId="{417FD5B0-D704-4062-A45E-D3A66C878B56}">
      <dsp:nvSpPr>
        <dsp:cNvPr id="0" name=""/>
        <dsp:cNvSpPr/>
      </dsp:nvSpPr>
      <dsp:spPr>
        <a:xfrm>
          <a:off x="3388753" y="98293"/>
          <a:ext cx="3080684" cy="1848410"/>
        </a:xfrm>
        <a:prstGeom prst="rect">
          <a:avLst/>
        </a:prstGeom>
        <a:solidFill>
          <a:schemeClr val="accent1">
            <a:shade val="80000"/>
            <a:hueOff val="0"/>
            <a:satOff val="-196"/>
            <a:lumOff val="5538"/>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The agent works through a </a:t>
          </a:r>
          <a:r>
            <a:rPr lang="en-US" sz="1700" b="1" kern="1200"/>
            <a:t>four-phase problem-solving process</a:t>
          </a:r>
          <a:r>
            <a:rPr lang="en-US" sz="1700" kern="1200"/>
            <a:t>:</a:t>
          </a:r>
        </a:p>
      </dsp:txBody>
      <dsp:txXfrm>
        <a:off x="3388753" y="98293"/>
        <a:ext cx="3080684" cy="1848410"/>
      </dsp:txXfrm>
    </dsp:sp>
    <dsp:sp modelId="{3263CDFE-FDB6-49FE-B49F-298ED51456AE}">
      <dsp:nvSpPr>
        <dsp:cNvPr id="0" name=""/>
        <dsp:cNvSpPr/>
      </dsp:nvSpPr>
      <dsp:spPr>
        <a:xfrm>
          <a:off x="6777506" y="98293"/>
          <a:ext cx="3080684" cy="1848410"/>
        </a:xfrm>
        <a:prstGeom prst="rect">
          <a:avLst/>
        </a:prstGeom>
        <a:solidFill>
          <a:schemeClr val="accent1">
            <a:shade val="80000"/>
            <a:hueOff val="0"/>
            <a:satOff val="-393"/>
            <a:lumOff val="11076"/>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Goal Formulation </a:t>
          </a:r>
          <a:endParaRPr lang="en-US" sz="1700" kern="1200"/>
        </a:p>
      </dsp:txBody>
      <dsp:txXfrm>
        <a:off x="6777506" y="98293"/>
        <a:ext cx="3080684" cy="1848410"/>
      </dsp:txXfrm>
    </dsp:sp>
    <dsp:sp modelId="{9E60BAEB-6D5C-4A75-AA6A-476554E0847F}">
      <dsp:nvSpPr>
        <dsp:cNvPr id="0" name=""/>
        <dsp:cNvSpPr/>
      </dsp:nvSpPr>
      <dsp:spPr>
        <a:xfrm>
          <a:off x="0" y="2254773"/>
          <a:ext cx="3080684" cy="1848410"/>
        </a:xfrm>
        <a:prstGeom prst="rect">
          <a:avLst/>
        </a:prstGeom>
        <a:solidFill>
          <a:schemeClr val="accent1">
            <a:shade val="80000"/>
            <a:hueOff val="0"/>
            <a:satOff val="-589"/>
            <a:lumOff val="16614"/>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Problem formulation</a:t>
          </a:r>
          <a:endParaRPr lang="en-US" sz="1700" kern="1200"/>
        </a:p>
      </dsp:txBody>
      <dsp:txXfrm>
        <a:off x="0" y="2254773"/>
        <a:ext cx="3080684" cy="1848410"/>
      </dsp:txXfrm>
    </dsp:sp>
    <dsp:sp modelId="{1B01CA82-47EC-471B-8050-69D7C567C534}">
      <dsp:nvSpPr>
        <dsp:cNvPr id="0" name=""/>
        <dsp:cNvSpPr/>
      </dsp:nvSpPr>
      <dsp:spPr>
        <a:xfrm>
          <a:off x="3388753" y="2254773"/>
          <a:ext cx="3080684" cy="1848410"/>
        </a:xfrm>
        <a:prstGeom prst="rect">
          <a:avLst/>
        </a:prstGeom>
        <a:solidFill>
          <a:schemeClr val="accent1">
            <a:shade val="80000"/>
            <a:hueOff val="0"/>
            <a:satOff val="-786"/>
            <a:lumOff val="22152"/>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Search Method</a:t>
          </a:r>
          <a:endParaRPr lang="en-US" sz="1700" kern="1200"/>
        </a:p>
      </dsp:txBody>
      <dsp:txXfrm>
        <a:off x="3388753" y="2254773"/>
        <a:ext cx="3080684" cy="1848410"/>
      </dsp:txXfrm>
    </dsp:sp>
    <dsp:sp modelId="{CEA20BC4-5BD9-4D63-AD20-DBAD72518D0B}">
      <dsp:nvSpPr>
        <dsp:cNvPr id="0" name=""/>
        <dsp:cNvSpPr/>
      </dsp:nvSpPr>
      <dsp:spPr>
        <a:xfrm>
          <a:off x="6777506" y="2254773"/>
          <a:ext cx="3080684" cy="1848410"/>
        </a:xfrm>
        <a:prstGeom prst="rect">
          <a:avLst/>
        </a:prstGeom>
        <a:solidFill>
          <a:schemeClr val="accent1">
            <a:shade val="80000"/>
            <a:hueOff val="0"/>
            <a:satOff val="-982"/>
            <a:lumOff val="2769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Execute</a:t>
          </a:r>
          <a:endParaRPr lang="en-US" sz="1700" kern="1200"/>
        </a:p>
      </dsp:txBody>
      <dsp:txXfrm>
        <a:off x="6777506" y="2254773"/>
        <a:ext cx="3080684" cy="18484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ACCEF-3D54-4FD2-B213-0919A23FB802}">
      <dsp:nvSpPr>
        <dsp:cNvPr id="0" name=""/>
        <dsp:cNvSpPr/>
      </dsp:nvSpPr>
      <dsp:spPr>
        <a:xfrm>
          <a:off x="41" y="68138"/>
          <a:ext cx="4016484" cy="1123502"/>
        </a:xfrm>
        <a:prstGeom prst="rect">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endParaRPr lang="en-US" sz="2000" kern="1200" baseline="0" dirty="0"/>
        </a:p>
        <a:p>
          <a:pPr marL="0" lvl="0" indent="0" algn="ctr" defTabSz="889000">
            <a:lnSpc>
              <a:spcPct val="90000"/>
            </a:lnSpc>
            <a:spcBef>
              <a:spcPct val="0"/>
            </a:spcBef>
            <a:spcAft>
              <a:spcPct val="35000"/>
            </a:spcAft>
            <a:buNone/>
          </a:pPr>
          <a:r>
            <a:rPr lang="en-US" sz="2000" kern="1200" baseline="0" dirty="0"/>
            <a:t>  Uniformed Search					</a:t>
          </a:r>
          <a:endParaRPr lang="en-US" sz="2000" kern="1200" dirty="0"/>
        </a:p>
      </dsp:txBody>
      <dsp:txXfrm>
        <a:off x="41" y="68138"/>
        <a:ext cx="4016484" cy="1123502"/>
      </dsp:txXfrm>
    </dsp:sp>
    <dsp:sp modelId="{00CD60F8-7DDA-4A33-8C30-D3493EEEACFA}">
      <dsp:nvSpPr>
        <dsp:cNvPr id="0" name=""/>
        <dsp:cNvSpPr/>
      </dsp:nvSpPr>
      <dsp:spPr>
        <a:xfrm>
          <a:off x="41" y="1191641"/>
          <a:ext cx="4016484" cy="3091556"/>
        </a:xfrm>
        <a:prstGeom prst="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Depth First Search</a:t>
          </a:r>
        </a:p>
        <a:p>
          <a:pPr marL="228600" lvl="1" indent="-228600" algn="l" defTabSz="889000">
            <a:lnSpc>
              <a:spcPct val="90000"/>
            </a:lnSpc>
            <a:spcBef>
              <a:spcPct val="0"/>
            </a:spcBef>
            <a:spcAft>
              <a:spcPct val="15000"/>
            </a:spcAft>
            <a:buChar char="•"/>
          </a:pPr>
          <a:r>
            <a:rPr lang="en-US" sz="2000" kern="1200"/>
            <a:t>Breadth First Search</a:t>
          </a:r>
        </a:p>
        <a:p>
          <a:pPr marL="228600" lvl="1" indent="-228600" algn="l" defTabSz="889000">
            <a:lnSpc>
              <a:spcPct val="90000"/>
            </a:lnSpc>
            <a:spcBef>
              <a:spcPct val="0"/>
            </a:spcBef>
            <a:spcAft>
              <a:spcPct val="15000"/>
            </a:spcAft>
            <a:buChar char="•"/>
          </a:pPr>
          <a:r>
            <a:rPr lang="en-US" sz="2000" kern="1200"/>
            <a:t>Depth Limited Search</a:t>
          </a:r>
        </a:p>
        <a:p>
          <a:pPr marL="228600" lvl="1" indent="-228600" algn="l" defTabSz="889000">
            <a:lnSpc>
              <a:spcPct val="90000"/>
            </a:lnSpc>
            <a:spcBef>
              <a:spcPct val="0"/>
            </a:spcBef>
            <a:spcAft>
              <a:spcPct val="15000"/>
            </a:spcAft>
            <a:buChar char="•"/>
          </a:pPr>
          <a:r>
            <a:rPr lang="en-US" sz="2000" kern="1200"/>
            <a:t>Iterative Deepening Search</a:t>
          </a:r>
        </a:p>
        <a:p>
          <a:pPr marL="228600" lvl="1" indent="-228600" algn="l" defTabSz="889000">
            <a:lnSpc>
              <a:spcPct val="90000"/>
            </a:lnSpc>
            <a:spcBef>
              <a:spcPct val="0"/>
            </a:spcBef>
            <a:spcAft>
              <a:spcPct val="15000"/>
            </a:spcAft>
            <a:buChar char="•"/>
          </a:pPr>
          <a:r>
            <a:rPr lang="en-US" sz="2000" kern="1200"/>
            <a:t>Bidirectional Search</a:t>
          </a:r>
        </a:p>
      </dsp:txBody>
      <dsp:txXfrm>
        <a:off x="41" y="1191641"/>
        <a:ext cx="4016484" cy="3091556"/>
      </dsp:txXfrm>
    </dsp:sp>
    <dsp:sp modelId="{3542FB57-077E-421E-B115-BD99B8362ED1}">
      <dsp:nvSpPr>
        <dsp:cNvPr id="0" name=""/>
        <dsp:cNvSpPr/>
      </dsp:nvSpPr>
      <dsp:spPr>
        <a:xfrm>
          <a:off x="4578833" y="68138"/>
          <a:ext cx="4016484" cy="1123502"/>
        </a:xfrm>
        <a:prstGeom prst="rect">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baseline="0"/>
            <a:t>Informed Search</a:t>
          </a:r>
          <a:endParaRPr lang="en-US" sz="2000" kern="1200"/>
        </a:p>
      </dsp:txBody>
      <dsp:txXfrm>
        <a:off x="4578833" y="68138"/>
        <a:ext cx="4016484" cy="1123502"/>
      </dsp:txXfrm>
    </dsp:sp>
    <dsp:sp modelId="{471C0175-C539-47AF-896F-1D1CC1746B26}">
      <dsp:nvSpPr>
        <dsp:cNvPr id="0" name=""/>
        <dsp:cNvSpPr/>
      </dsp:nvSpPr>
      <dsp:spPr>
        <a:xfrm>
          <a:off x="4578833" y="1191641"/>
          <a:ext cx="4016484" cy="3091556"/>
        </a:xfrm>
        <a:prstGeom prst="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Greedy Best First Search</a:t>
          </a:r>
        </a:p>
        <a:p>
          <a:pPr marL="228600" lvl="1" indent="-228600" algn="l" defTabSz="889000">
            <a:lnSpc>
              <a:spcPct val="90000"/>
            </a:lnSpc>
            <a:spcBef>
              <a:spcPct val="0"/>
            </a:spcBef>
            <a:spcAft>
              <a:spcPct val="15000"/>
            </a:spcAft>
            <a:buChar char="•"/>
          </a:pPr>
          <a:r>
            <a:rPr lang="en-US" sz="2000" kern="1200"/>
            <a:t>A* Search</a:t>
          </a:r>
        </a:p>
        <a:p>
          <a:pPr marL="228600" lvl="1" indent="-228600" algn="l" defTabSz="889000">
            <a:lnSpc>
              <a:spcPct val="90000"/>
            </a:lnSpc>
            <a:spcBef>
              <a:spcPct val="0"/>
            </a:spcBef>
            <a:spcAft>
              <a:spcPct val="15000"/>
            </a:spcAft>
            <a:buChar char="•"/>
          </a:pPr>
          <a:r>
            <a:rPr lang="en-US" sz="2000" kern="1200"/>
            <a:t>Hill climbing </a:t>
          </a:r>
        </a:p>
        <a:p>
          <a:pPr marL="228600" lvl="1" indent="-228600" algn="l" defTabSz="889000">
            <a:lnSpc>
              <a:spcPct val="90000"/>
            </a:lnSpc>
            <a:spcBef>
              <a:spcPct val="0"/>
            </a:spcBef>
            <a:spcAft>
              <a:spcPct val="15000"/>
            </a:spcAft>
            <a:buChar char="•"/>
          </a:pPr>
          <a:r>
            <a:rPr lang="en-US" sz="2000" kern="1200"/>
            <a:t>Stimulated Annealing </a:t>
          </a:r>
        </a:p>
        <a:p>
          <a:pPr marL="228600" lvl="1" indent="-228600" algn="l" defTabSz="889000">
            <a:lnSpc>
              <a:spcPct val="90000"/>
            </a:lnSpc>
            <a:spcBef>
              <a:spcPct val="0"/>
            </a:spcBef>
            <a:spcAft>
              <a:spcPct val="15000"/>
            </a:spcAft>
            <a:buChar char="•"/>
          </a:pPr>
          <a:r>
            <a:rPr lang="en-US" sz="2000" kern="1200"/>
            <a:t>Game Playing</a:t>
          </a:r>
        </a:p>
        <a:p>
          <a:pPr marL="228600" lvl="1" indent="-228600" algn="l" defTabSz="889000">
            <a:lnSpc>
              <a:spcPct val="90000"/>
            </a:lnSpc>
            <a:spcBef>
              <a:spcPct val="0"/>
            </a:spcBef>
            <a:spcAft>
              <a:spcPct val="15000"/>
            </a:spcAft>
            <a:buChar char="•"/>
          </a:pPr>
          <a:r>
            <a:rPr lang="en-US" sz="2000" kern="1200"/>
            <a:t>Adversarial Search Techniques</a:t>
          </a:r>
        </a:p>
        <a:p>
          <a:pPr marL="228600" lvl="1" indent="-228600" algn="l" defTabSz="889000">
            <a:lnSpc>
              <a:spcPct val="90000"/>
            </a:lnSpc>
            <a:spcBef>
              <a:spcPct val="0"/>
            </a:spcBef>
            <a:spcAft>
              <a:spcPct val="15000"/>
            </a:spcAft>
            <a:buChar char="•"/>
          </a:pPr>
          <a:r>
            <a:rPr lang="en-US" sz="2000" kern="1200"/>
            <a:t>Mini-max Search</a:t>
          </a:r>
        </a:p>
        <a:p>
          <a:pPr marL="228600" lvl="1" indent="-228600" algn="l" defTabSz="889000">
            <a:lnSpc>
              <a:spcPct val="90000"/>
            </a:lnSpc>
            <a:spcBef>
              <a:spcPct val="0"/>
            </a:spcBef>
            <a:spcAft>
              <a:spcPct val="15000"/>
            </a:spcAft>
            <a:buChar char="•"/>
          </a:pPr>
          <a:r>
            <a:rPr lang="en-US" sz="2000" kern="1200"/>
            <a:t>Alpha-Beta Pruning</a:t>
          </a:r>
        </a:p>
      </dsp:txBody>
      <dsp:txXfrm>
        <a:off x="4578833" y="1191641"/>
        <a:ext cx="4016484" cy="30915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434BF-7D08-443C-8EC3-38327D228CD1}">
      <dsp:nvSpPr>
        <dsp:cNvPr id="0" name=""/>
        <dsp:cNvSpPr/>
      </dsp:nvSpPr>
      <dsp:spPr>
        <a:xfrm>
          <a:off x="0" y="531"/>
          <a:ext cx="859536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486182-F9E6-42A6-8137-0BA9F9CB32FC}">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D696FC-CA07-45B6-9F41-FD333D6136F7}">
      <dsp:nvSpPr>
        <dsp:cNvPr id="0" name=""/>
        <dsp:cNvSpPr/>
      </dsp:nvSpPr>
      <dsp:spPr>
        <a:xfrm>
          <a:off x="1435590" y="531"/>
          <a:ext cx="715976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baseline="0"/>
            <a:t>Uninformed search does not use any domain knowledge to guide the search process.</a:t>
          </a:r>
          <a:endParaRPr lang="en-US" sz="2500" kern="1200"/>
        </a:p>
      </dsp:txBody>
      <dsp:txXfrm>
        <a:off x="1435590" y="531"/>
        <a:ext cx="7159769" cy="1242935"/>
      </dsp:txXfrm>
    </dsp:sp>
    <dsp:sp modelId="{C45BB272-C3E4-478E-999F-151BC393DCCB}">
      <dsp:nvSpPr>
        <dsp:cNvPr id="0" name=""/>
        <dsp:cNvSpPr/>
      </dsp:nvSpPr>
      <dsp:spPr>
        <a:xfrm>
          <a:off x="0" y="1554200"/>
          <a:ext cx="859536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647503-0455-4023-9C02-E8BFD9643C06}">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9B3B79-DF2F-4DC2-B7B3-190F5E15AD77}">
      <dsp:nvSpPr>
        <dsp:cNvPr id="0" name=""/>
        <dsp:cNvSpPr/>
      </dsp:nvSpPr>
      <dsp:spPr>
        <a:xfrm>
          <a:off x="1435590" y="1554200"/>
          <a:ext cx="715976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baseline="0"/>
            <a:t>This method uses a brute force approach (explores all possibilities) to find the solution.</a:t>
          </a:r>
          <a:endParaRPr lang="en-US" sz="2500" kern="1200"/>
        </a:p>
      </dsp:txBody>
      <dsp:txXfrm>
        <a:off x="1435590" y="1554200"/>
        <a:ext cx="7159769" cy="1242935"/>
      </dsp:txXfrm>
    </dsp:sp>
    <dsp:sp modelId="{7A1E4FEA-B1CF-41AB-80DC-9F668B4DB7B3}">
      <dsp:nvSpPr>
        <dsp:cNvPr id="0" name=""/>
        <dsp:cNvSpPr/>
      </dsp:nvSpPr>
      <dsp:spPr>
        <a:xfrm>
          <a:off x="0" y="3107870"/>
          <a:ext cx="859536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05B94F-65B2-4B1A-BB37-D1E7CF00B641}">
      <dsp:nvSpPr>
        <dsp:cNvPr id="0" name=""/>
        <dsp:cNvSpPr/>
      </dsp:nvSpPr>
      <dsp:spPr>
        <a:xfrm>
          <a:off x="375988" y="3387530"/>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B76888-294C-428F-85E9-E3EE152AEE97}">
      <dsp:nvSpPr>
        <dsp:cNvPr id="0" name=""/>
        <dsp:cNvSpPr/>
      </dsp:nvSpPr>
      <dsp:spPr>
        <a:xfrm>
          <a:off x="1435590" y="3107870"/>
          <a:ext cx="715976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baseline="0"/>
            <a:t>It can be time consuming but often finds the correct solution.</a:t>
          </a:r>
          <a:endParaRPr lang="en-US" sz="2500" kern="1200"/>
        </a:p>
      </dsp:txBody>
      <dsp:txXfrm>
        <a:off x="1435590" y="3107870"/>
        <a:ext cx="715976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CD431-BD4F-4C42-83A9-C4A76905EEC1}">
      <dsp:nvSpPr>
        <dsp:cNvPr id="0" name=""/>
        <dsp:cNvSpPr/>
      </dsp:nvSpPr>
      <dsp:spPr>
        <a:xfrm>
          <a:off x="0" y="1407"/>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EDAC6F-A11D-4CAA-A16D-370C27EC9FF2}">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D4E8D7-1BC0-4FEC-A1CD-6F511678E93B}">
      <dsp:nvSpPr>
        <dsp:cNvPr id="0" name=""/>
        <dsp:cNvSpPr/>
      </dsp:nvSpPr>
      <dsp:spPr>
        <a:xfrm>
          <a:off x="692764" y="1407"/>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Breadth First Search(BFS)</a:t>
          </a:r>
        </a:p>
      </dsp:txBody>
      <dsp:txXfrm>
        <a:off x="692764" y="1407"/>
        <a:ext cx="7902595" cy="599796"/>
      </dsp:txXfrm>
    </dsp:sp>
    <dsp:sp modelId="{B3637F96-E774-4C84-9902-87B9BF683DB8}">
      <dsp:nvSpPr>
        <dsp:cNvPr id="0" name=""/>
        <dsp:cNvSpPr/>
      </dsp:nvSpPr>
      <dsp:spPr>
        <a:xfrm>
          <a:off x="0" y="751152"/>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BF1DD-5EB5-46BA-8BA4-87AD9E63176E}">
      <dsp:nvSpPr>
        <dsp:cNvPr id="0" name=""/>
        <dsp:cNvSpPr/>
      </dsp:nvSpPr>
      <dsp:spPr>
        <a:xfrm>
          <a:off x="181438" y="886106"/>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4B9465-2B81-4FA2-96E8-F0E964FC72EA}">
      <dsp:nvSpPr>
        <dsp:cNvPr id="0" name=""/>
        <dsp:cNvSpPr/>
      </dsp:nvSpPr>
      <dsp:spPr>
        <a:xfrm>
          <a:off x="692764" y="751152"/>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Depth First Search(DFS)</a:t>
          </a:r>
        </a:p>
      </dsp:txBody>
      <dsp:txXfrm>
        <a:off x="692764" y="751152"/>
        <a:ext cx="7902595" cy="599796"/>
      </dsp:txXfrm>
    </dsp:sp>
    <dsp:sp modelId="{5533E179-3BB7-49BE-902B-B267B1C6A8DC}">
      <dsp:nvSpPr>
        <dsp:cNvPr id="0" name=""/>
        <dsp:cNvSpPr/>
      </dsp:nvSpPr>
      <dsp:spPr>
        <a:xfrm>
          <a:off x="0" y="1500897"/>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EA9C-4803-4C75-A42F-4452A77FD7C1}">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5FF76A-AFBC-4461-958A-B27464065D36}">
      <dsp:nvSpPr>
        <dsp:cNvPr id="0" name=""/>
        <dsp:cNvSpPr/>
      </dsp:nvSpPr>
      <dsp:spPr>
        <a:xfrm>
          <a:off x="692764" y="1500897"/>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Depth Limited Search(DLS)</a:t>
          </a:r>
        </a:p>
      </dsp:txBody>
      <dsp:txXfrm>
        <a:off x="692764" y="1500897"/>
        <a:ext cx="7902595" cy="599796"/>
      </dsp:txXfrm>
    </dsp:sp>
    <dsp:sp modelId="{1BF844F4-4C4B-4D68-B2E1-231A9CC8F4FD}">
      <dsp:nvSpPr>
        <dsp:cNvPr id="0" name=""/>
        <dsp:cNvSpPr/>
      </dsp:nvSpPr>
      <dsp:spPr>
        <a:xfrm>
          <a:off x="0" y="2250643"/>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0281B6-6106-4D81-91E8-1945DEF2E3C8}">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F11FEE-753A-43F7-84D6-F3E74A88CF37}">
      <dsp:nvSpPr>
        <dsp:cNvPr id="0" name=""/>
        <dsp:cNvSpPr/>
      </dsp:nvSpPr>
      <dsp:spPr>
        <a:xfrm>
          <a:off x="692764" y="2250643"/>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Iterative Deepening DFS (IDDFS)</a:t>
          </a:r>
        </a:p>
      </dsp:txBody>
      <dsp:txXfrm>
        <a:off x="692764" y="2250643"/>
        <a:ext cx="7902595" cy="599796"/>
      </dsp:txXfrm>
    </dsp:sp>
    <dsp:sp modelId="{B295B3F9-082D-419E-A9F0-58CA3DF8CF59}">
      <dsp:nvSpPr>
        <dsp:cNvPr id="0" name=""/>
        <dsp:cNvSpPr/>
      </dsp:nvSpPr>
      <dsp:spPr>
        <a:xfrm>
          <a:off x="0" y="3000388"/>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58AA83-A07D-4EB4-9C30-A097AA7BCBDB}">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43F5D4-A7FF-453F-A349-CD54657E8A64}">
      <dsp:nvSpPr>
        <dsp:cNvPr id="0" name=""/>
        <dsp:cNvSpPr/>
      </dsp:nvSpPr>
      <dsp:spPr>
        <a:xfrm>
          <a:off x="692764" y="3000388"/>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Uniform Cost Search (UCS)</a:t>
          </a:r>
        </a:p>
      </dsp:txBody>
      <dsp:txXfrm>
        <a:off x="692764" y="3000388"/>
        <a:ext cx="7902595" cy="599796"/>
      </dsp:txXfrm>
    </dsp:sp>
    <dsp:sp modelId="{F30D0D82-5AF1-49F5-8AF1-FFFB9DFB836D}">
      <dsp:nvSpPr>
        <dsp:cNvPr id="0" name=""/>
        <dsp:cNvSpPr/>
      </dsp:nvSpPr>
      <dsp:spPr>
        <a:xfrm>
          <a:off x="0" y="3750133"/>
          <a:ext cx="859536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3AF95C-C8C1-445A-800F-3E8328294A03}">
      <dsp:nvSpPr>
        <dsp:cNvPr id="0" name=""/>
        <dsp:cNvSpPr/>
      </dsp:nvSpPr>
      <dsp:spPr>
        <a:xfrm>
          <a:off x="181438" y="388508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C218EB-0701-4309-827D-F974756A73E2}">
      <dsp:nvSpPr>
        <dsp:cNvPr id="0" name=""/>
        <dsp:cNvSpPr/>
      </dsp:nvSpPr>
      <dsp:spPr>
        <a:xfrm>
          <a:off x="692764" y="3750133"/>
          <a:ext cx="790259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en-US" sz="1900" kern="1200"/>
            <a:t>Bidirectional Search</a:t>
          </a:r>
        </a:p>
      </dsp:txBody>
      <dsp:txXfrm>
        <a:off x="692764" y="3750133"/>
        <a:ext cx="7902595" cy="5997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B3F59-1F90-4E39-BB84-6B42AC3DC6EB}">
      <dsp:nvSpPr>
        <dsp:cNvPr id="0" name=""/>
        <dsp:cNvSpPr/>
      </dsp:nvSpPr>
      <dsp:spPr>
        <a:xfrm>
          <a:off x="731" y="777389"/>
          <a:ext cx="2851749" cy="1711049"/>
        </a:xfrm>
        <a:prstGeom prst="rect">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Breadth First Search explores the state space level by level.</a:t>
          </a:r>
          <a:endParaRPr lang="en-US" sz="2200" kern="1200"/>
        </a:p>
      </dsp:txBody>
      <dsp:txXfrm>
        <a:off x="731" y="777389"/>
        <a:ext cx="2851749" cy="1711049"/>
      </dsp:txXfrm>
    </dsp:sp>
    <dsp:sp modelId="{E97ECFC2-8CD3-4F57-BD48-16D44C194EE9}">
      <dsp:nvSpPr>
        <dsp:cNvPr id="0" name=""/>
        <dsp:cNvSpPr/>
      </dsp:nvSpPr>
      <dsp:spPr>
        <a:xfrm>
          <a:off x="3137655" y="777389"/>
          <a:ext cx="2851749" cy="1711049"/>
        </a:xfrm>
        <a:prstGeom prst="rect">
          <a:avLst/>
        </a:prstGeom>
        <a:solidFill>
          <a:schemeClr val="accent5">
            <a:hueOff val="-6356385"/>
            <a:satOff val="1676"/>
            <a:lumOff val="85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It starts from the root node and expands all neighboring nodes first.</a:t>
          </a:r>
          <a:endParaRPr lang="en-US" sz="2200" kern="1200"/>
        </a:p>
      </dsp:txBody>
      <dsp:txXfrm>
        <a:off x="3137655" y="777389"/>
        <a:ext cx="2851749" cy="1711049"/>
      </dsp:txXfrm>
    </dsp:sp>
    <dsp:sp modelId="{C621E93E-2AF0-4363-9B6F-C451313E140F}">
      <dsp:nvSpPr>
        <dsp:cNvPr id="0" name=""/>
        <dsp:cNvSpPr/>
      </dsp:nvSpPr>
      <dsp:spPr>
        <a:xfrm>
          <a:off x="731" y="2773614"/>
          <a:ext cx="2851749" cy="1711049"/>
        </a:xfrm>
        <a:prstGeom prst="rect">
          <a:avLst/>
        </a:prstGeom>
        <a:solidFill>
          <a:schemeClr val="accent5">
            <a:hueOff val="-12712771"/>
            <a:satOff val="3353"/>
            <a:lumOff val="169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It visits all nodes at the current level before moving deeper.</a:t>
          </a:r>
          <a:endParaRPr lang="en-US" sz="2200" kern="1200"/>
        </a:p>
      </dsp:txBody>
      <dsp:txXfrm>
        <a:off x="731" y="2773614"/>
        <a:ext cx="2851749" cy="1711049"/>
      </dsp:txXfrm>
    </dsp:sp>
    <dsp:sp modelId="{382478FA-3B9D-4B35-8491-15E9F5A99639}">
      <dsp:nvSpPr>
        <dsp:cNvPr id="0" name=""/>
        <dsp:cNvSpPr/>
      </dsp:nvSpPr>
      <dsp:spPr>
        <a:xfrm>
          <a:off x="3137655" y="2773614"/>
          <a:ext cx="2851749" cy="1711049"/>
        </a:xfrm>
        <a:prstGeom prst="rect">
          <a:avLst/>
        </a:prstGeom>
        <a:solidFill>
          <a:schemeClr val="accent5">
            <a:hueOff val="-19069156"/>
            <a:satOff val="5029"/>
            <a:lumOff val="254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baseline="0"/>
            <a:t>This algorithm uses a queue that follows the FIFO principle.</a:t>
          </a:r>
          <a:endParaRPr lang="en-US" sz="2200" kern="1200"/>
        </a:p>
      </dsp:txBody>
      <dsp:txXfrm>
        <a:off x="3137655" y="2773614"/>
        <a:ext cx="2851749" cy="17110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DF7AF9-AC13-4F83-A4C4-130343444131}">
      <dsp:nvSpPr>
        <dsp:cNvPr id="0" name=""/>
        <dsp:cNvSpPr/>
      </dsp:nvSpPr>
      <dsp:spPr>
        <a:xfrm>
          <a:off x="0" y="2181"/>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E9C1D0-3E9B-46E4-A1DF-F0F6C8162558}">
      <dsp:nvSpPr>
        <dsp:cNvPr id="0" name=""/>
        <dsp:cNvSpPr/>
      </dsp:nvSpPr>
      <dsp:spPr>
        <a:xfrm>
          <a:off x="334383" y="250895"/>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4A3987-144E-49E2-84D2-E770BD399C19}">
      <dsp:nvSpPr>
        <dsp:cNvPr id="0" name=""/>
        <dsp:cNvSpPr/>
      </dsp:nvSpPr>
      <dsp:spPr>
        <a:xfrm>
          <a:off x="1276736" y="2181"/>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89000">
            <a:lnSpc>
              <a:spcPct val="100000"/>
            </a:lnSpc>
            <a:spcBef>
              <a:spcPct val="0"/>
            </a:spcBef>
            <a:spcAft>
              <a:spcPct val="35000"/>
            </a:spcAft>
            <a:buNone/>
          </a:pPr>
          <a:r>
            <a:rPr lang="en-US" sz="2000" kern="1200" baseline="0"/>
            <a:t>Depth First Search explores the deepest node in the search tree first.</a:t>
          </a:r>
          <a:endParaRPr lang="en-US" sz="2000" kern="1200"/>
        </a:p>
      </dsp:txBody>
      <dsp:txXfrm>
        <a:off x="1276736" y="2181"/>
        <a:ext cx="4668712" cy="1105399"/>
      </dsp:txXfrm>
    </dsp:sp>
    <dsp:sp modelId="{8B53DBC6-7152-4371-8E08-F67287912D2D}">
      <dsp:nvSpPr>
        <dsp:cNvPr id="0" name=""/>
        <dsp:cNvSpPr/>
      </dsp:nvSpPr>
      <dsp:spPr>
        <a:xfrm>
          <a:off x="0" y="1383930"/>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E98EF-0995-4617-96B9-F2A430CF1870}">
      <dsp:nvSpPr>
        <dsp:cNvPr id="0" name=""/>
        <dsp:cNvSpPr/>
      </dsp:nvSpPr>
      <dsp:spPr>
        <a:xfrm>
          <a:off x="334383" y="1632645"/>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1E2D7E-7711-4D05-AC2A-C275AA370D06}">
      <dsp:nvSpPr>
        <dsp:cNvPr id="0" name=""/>
        <dsp:cNvSpPr/>
      </dsp:nvSpPr>
      <dsp:spPr>
        <a:xfrm>
          <a:off x="1276736" y="1383930"/>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89000">
            <a:lnSpc>
              <a:spcPct val="100000"/>
            </a:lnSpc>
            <a:spcBef>
              <a:spcPct val="0"/>
            </a:spcBef>
            <a:spcAft>
              <a:spcPct val="35000"/>
            </a:spcAft>
            <a:buNone/>
          </a:pPr>
          <a:r>
            <a:rPr lang="en-US" sz="2000" kern="1200" baseline="0"/>
            <a:t>It starts from the root node and moves as deep as possible.</a:t>
          </a:r>
          <a:endParaRPr lang="en-US" sz="2000" kern="1200"/>
        </a:p>
      </dsp:txBody>
      <dsp:txXfrm>
        <a:off x="1276736" y="1383930"/>
        <a:ext cx="4668712" cy="1105399"/>
      </dsp:txXfrm>
    </dsp:sp>
    <dsp:sp modelId="{2E8CDACE-A79C-4266-8C06-700C3B7155B9}">
      <dsp:nvSpPr>
        <dsp:cNvPr id="0" name=""/>
        <dsp:cNvSpPr/>
      </dsp:nvSpPr>
      <dsp:spPr>
        <a:xfrm>
          <a:off x="0" y="2765679"/>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12FED8-CD07-4437-BB27-AC27EB8C7D0C}">
      <dsp:nvSpPr>
        <dsp:cNvPr id="0" name=""/>
        <dsp:cNvSpPr/>
      </dsp:nvSpPr>
      <dsp:spPr>
        <a:xfrm>
          <a:off x="334383" y="3014394"/>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E14BEF-8C15-42FF-AD35-4CD86AC6DD83}">
      <dsp:nvSpPr>
        <dsp:cNvPr id="0" name=""/>
        <dsp:cNvSpPr/>
      </dsp:nvSpPr>
      <dsp:spPr>
        <a:xfrm>
          <a:off x="1276736" y="2765679"/>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89000">
            <a:lnSpc>
              <a:spcPct val="100000"/>
            </a:lnSpc>
            <a:spcBef>
              <a:spcPct val="0"/>
            </a:spcBef>
            <a:spcAft>
              <a:spcPct val="35000"/>
            </a:spcAft>
            <a:buNone/>
          </a:pPr>
          <a:r>
            <a:rPr lang="en-US" sz="2000" kern="1200" baseline="0"/>
            <a:t>When it reaches a dead end, it backtracks to explore other paths.</a:t>
          </a:r>
          <a:endParaRPr lang="en-US" sz="2000" kern="1200"/>
        </a:p>
      </dsp:txBody>
      <dsp:txXfrm>
        <a:off x="1276736" y="2765679"/>
        <a:ext cx="4668712" cy="1105399"/>
      </dsp:txXfrm>
    </dsp:sp>
    <dsp:sp modelId="{3A6A6D39-B7D2-4E04-9679-440E754436B1}">
      <dsp:nvSpPr>
        <dsp:cNvPr id="0" name=""/>
        <dsp:cNvSpPr/>
      </dsp:nvSpPr>
      <dsp:spPr>
        <a:xfrm>
          <a:off x="0" y="4147428"/>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AD7565-C99C-45D9-AE9D-916CC69B2E3E}">
      <dsp:nvSpPr>
        <dsp:cNvPr id="0" name=""/>
        <dsp:cNvSpPr/>
      </dsp:nvSpPr>
      <dsp:spPr>
        <a:xfrm>
          <a:off x="334383" y="4396143"/>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F02E14-21D8-45C7-863C-7DBF987D5D30}">
      <dsp:nvSpPr>
        <dsp:cNvPr id="0" name=""/>
        <dsp:cNvSpPr/>
      </dsp:nvSpPr>
      <dsp:spPr>
        <a:xfrm>
          <a:off x="1276736" y="4147428"/>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89000">
            <a:lnSpc>
              <a:spcPct val="100000"/>
            </a:lnSpc>
            <a:spcBef>
              <a:spcPct val="0"/>
            </a:spcBef>
            <a:spcAft>
              <a:spcPct val="35000"/>
            </a:spcAft>
            <a:buNone/>
          </a:pPr>
          <a:r>
            <a:rPr lang="en-US" sz="2000" kern="1200" baseline="0"/>
            <a:t>This algorithm uses a stack that follows the LIFO principle.</a:t>
          </a:r>
          <a:endParaRPr lang="en-US" sz="2000" kern="1200"/>
        </a:p>
      </dsp:txBody>
      <dsp:txXfrm>
        <a:off x="1276736" y="4147428"/>
        <a:ext cx="4668712" cy="11053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C1F3E-CE94-4BA0-BF13-F93A748CD65C}">
      <dsp:nvSpPr>
        <dsp:cNvPr id="0" name=""/>
        <dsp:cNvSpPr/>
      </dsp:nvSpPr>
      <dsp:spPr>
        <a:xfrm>
          <a:off x="0" y="777"/>
          <a:ext cx="5990135" cy="994500"/>
        </a:xfrm>
        <a:prstGeom prst="round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Depth Limited Search is an extension of Depth First Search.</a:t>
          </a:r>
          <a:endParaRPr lang="en-US" sz="2500" kern="1200"/>
        </a:p>
      </dsp:txBody>
      <dsp:txXfrm>
        <a:off x="48547" y="49324"/>
        <a:ext cx="5893041" cy="897406"/>
      </dsp:txXfrm>
    </dsp:sp>
    <dsp:sp modelId="{50773424-6C73-47CA-ACF6-967C9B009F1E}">
      <dsp:nvSpPr>
        <dsp:cNvPr id="0" name=""/>
        <dsp:cNvSpPr/>
      </dsp:nvSpPr>
      <dsp:spPr>
        <a:xfrm>
          <a:off x="0" y="1067277"/>
          <a:ext cx="5990135" cy="994500"/>
        </a:xfrm>
        <a:prstGeom prst="round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It introduces a fixed depth limit to control the search process.</a:t>
          </a:r>
          <a:endParaRPr lang="en-US" sz="2500" kern="1200"/>
        </a:p>
      </dsp:txBody>
      <dsp:txXfrm>
        <a:off x="48547" y="1115824"/>
        <a:ext cx="5893041" cy="897406"/>
      </dsp:txXfrm>
    </dsp:sp>
    <dsp:sp modelId="{0B5F1054-3E4F-4EFB-A9F5-E018F31AEA2F}">
      <dsp:nvSpPr>
        <dsp:cNvPr id="0" name=""/>
        <dsp:cNvSpPr/>
      </dsp:nvSpPr>
      <dsp:spPr>
        <a:xfrm>
          <a:off x="0" y="2133777"/>
          <a:ext cx="5990135" cy="994500"/>
        </a:xfrm>
        <a:prstGeom prst="roundRect">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The algorithm stops expanding nodes when the depth limit is reached.</a:t>
          </a:r>
          <a:endParaRPr lang="en-US" sz="2500" kern="1200"/>
        </a:p>
      </dsp:txBody>
      <dsp:txXfrm>
        <a:off x="48547" y="2182324"/>
        <a:ext cx="5893041" cy="897406"/>
      </dsp:txXfrm>
    </dsp:sp>
    <dsp:sp modelId="{14324E4C-261E-4EFB-A200-7CA163C67BFB}">
      <dsp:nvSpPr>
        <dsp:cNvPr id="0" name=""/>
        <dsp:cNvSpPr/>
      </dsp:nvSpPr>
      <dsp:spPr>
        <a:xfrm>
          <a:off x="0" y="3200277"/>
          <a:ext cx="5990135" cy="994500"/>
        </a:xfrm>
        <a:prstGeom prst="roundRect">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It helps in preventing infinite loops in deep or infinite search spaces.</a:t>
          </a:r>
          <a:endParaRPr lang="en-US" sz="2500" kern="1200"/>
        </a:p>
      </dsp:txBody>
      <dsp:txXfrm>
        <a:off x="48547" y="3248824"/>
        <a:ext cx="5893041" cy="897406"/>
      </dsp:txXfrm>
    </dsp:sp>
    <dsp:sp modelId="{58F8C147-8163-4405-9965-8124E061035F}">
      <dsp:nvSpPr>
        <dsp:cNvPr id="0" name=""/>
        <dsp:cNvSpPr/>
      </dsp:nvSpPr>
      <dsp:spPr>
        <a:xfrm>
          <a:off x="0" y="4266777"/>
          <a:ext cx="5990135" cy="994500"/>
        </a:xfrm>
        <a:prstGeom prst="roundRect">
          <a:avLst/>
        </a:prstGeom>
        <a:solidFill>
          <a:schemeClr val="accent6">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It may result in standard failure or cutoff failure.</a:t>
          </a:r>
          <a:endParaRPr lang="en-US" sz="2500" kern="1200"/>
        </a:p>
      </dsp:txBody>
      <dsp:txXfrm>
        <a:off x="48547" y="4315324"/>
        <a:ext cx="5893041" cy="8974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4860A0-A462-4FD4-9DCB-82A6B1510202}">
      <dsp:nvSpPr>
        <dsp:cNvPr id="0" name=""/>
        <dsp:cNvSpPr/>
      </dsp:nvSpPr>
      <dsp:spPr>
        <a:xfrm>
          <a:off x="0" y="2181"/>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6EEA47-C54E-42ED-8E48-35DF79C9D42C}">
      <dsp:nvSpPr>
        <dsp:cNvPr id="0" name=""/>
        <dsp:cNvSpPr/>
      </dsp:nvSpPr>
      <dsp:spPr>
        <a:xfrm>
          <a:off x="334383" y="250895"/>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52B9B0-0C83-4217-BBA0-FC06E6DE5ECC}">
      <dsp:nvSpPr>
        <dsp:cNvPr id="0" name=""/>
        <dsp:cNvSpPr/>
      </dsp:nvSpPr>
      <dsp:spPr>
        <a:xfrm>
          <a:off x="1276736" y="2181"/>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44550">
            <a:lnSpc>
              <a:spcPct val="100000"/>
            </a:lnSpc>
            <a:spcBef>
              <a:spcPct val="0"/>
            </a:spcBef>
            <a:spcAft>
              <a:spcPct val="35000"/>
            </a:spcAft>
            <a:buNone/>
          </a:pPr>
          <a:r>
            <a:rPr lang="en-US" sz="1900" kern="1200" baseline="0"/>
            <a:t>Iterative Deepening Depth First Search combines the features of DFS and BFS.</a:t>
          </a:r>
          <a:endParaRPr lang="en-US" sz="1900" kern="1200"/>
        </a:p>
      </dsp:txBody>
      <dsp:txXfrm>
        <a:off x="1276736" y="2181"/>
        <a:ext cx="4668712" cy="1105399"/>
      </dsp:txXfrm>
    </dsp:sp>
    <dsp:sp modelId="{AD84CCAE-3839-4DEF-9189-F47DB3B05D97}">
      <dsp:nvSpPr>
        <dsp:cNvPr id="0" name=""/>
        <dsp:cNvSpPr/>
      </dsp:nvSpPr>
      <dsp:spPr>
        <a:xfrm>
          <a:off x="0" y="1383930"/>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CB5C85-B2D6-4DC9-A41D-BBDD93D27586}">
      <dsp:nvSpPr>
        <dsp:cNvPr id="0" name=""/>
        <dsp:cNvSpPr/>
      </dsp:nvSpPr>
      <dsp:spPr>
        <a:xfrm>
          <a:off x="334383" y="1632645"/>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8C8948-CAD5-4948-B523-ED333453478A}">
      <dsp:nvSpPr>
        <dsp:cNvPr id="0" name=""/>
        <dsp:cNvSpPr/>
      </dsp:nvSpPr>
      <dsp:spPr>
        <a:xfrm>
          <a:off x="1276736" y="1383930"/>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44550">
            <a:lnSpc>
              <a:spcPct val="100000"/>
            </a:lnSpc>
            <a:spcBef>
              <a:spcPct val="0"/>
            </a:spcBef>
            <a:spcAft>
              <a:spcPct val="35000"/>
            </a:spcAft>
            <a:buNone/>
          </a:pPr>
          <a:r>
            <a:rPr lang="en-US" sz="1900" kern="1200" baseline="0" dirty="0"/>
            <a:t>It performs depth-limited search repeatedly with increasing depth limits.</a:t>
          </a:r>
          <a:endParaRPr lang="en-US" sz="1900" kern="1200" dirty="0"/>
        </a:p>
      </dsp:txBody>
      <dsp:txXfrm>
        <a:off x="1276736" y="1383930"/>
        <a:ext cx="4668712" cy="1105399"/>
      </dsp:txXfrm>
    </dsp:sp>
    <dsp:sp modelId="{48FF885B-310A-42E3-9699-9AA6E53C6237}">
      <dsp:nvSpPr>
        <dsp:cNvPr id="0" name=""/>
        <dsp:cNvSpPr/>
      </dsp:nvSpPr>
      <dsp:spPr>
        <a:xfrm>
          <a:off x="0" y="2765679"/>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0D933-E71B-4D62-ACF7-47EF3EDC82BD}">
      <dsp:nvSpPr>
        <dsp:cNvPr id="0" name=""/>
        <dsp:cNvSpPr/>
      </dsp:nvSpPr>
      <dsp:spPr>
        <a:xfrm>
          <a:off x="334383" y="3014394"/>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AD37A7-5706-4774-9E7C-FC992DD8B0F7}">
      <dsp:nvSpPr>
        <dsp:cNvPr id="0" name=""/>
        <dsp:cNvSpPr/>
      </dsp:nvSpPr>
      <dsp:spPr>
        <a:xfrm>
          <a:off x="1276736" y="2765679"/>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44550">
            <a:lnSpc>
              <a:spcPct val="100000"/>
            </a:lnSpc>
            <a:spcBef>
              <a:spcPct val="0"/>
            </a:spcBef>
            <a:spcAft>
              <a:spcPct val="35000"/>
            </a:spcAft>
            <a:buNone/>
          </a:pPr>
          <a:r>
            <a:rPr lang="en-US" sz="1900" kern="1200" baseline="0"/>
            <a:t>The depth limit is increased step by step until the goal is found.</a:t>
          </a:r>
          <a:endParaRPr lang="en-US" sz="1900" kern="1200"/>
        </a:p>
      </dsp:txBody>
      <dsp:txXfrm>
        <a:off x="1276736" y="2765679"/>
        <a:ext cx="4668712" cy="1105399"/>
      </dsp:txXfrm>
    </dsp:sp>
    <dsp:sp modelId="{CF975BDF-5256-49C4-9CCD-C5538DBC424F}">
      <dsp:nvSpPr>
        <dsp:cNvPr id="0" name=""/>
        <dsp:cNvSpPr/>
      </dsp:nvSpPr>
      <dsp:spPr>
        <a:xfrm>
          <a:off x="0" y="4147428"/>
          <a:ext cx="5945448" cy="11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31EA91-A242-48D3-83F4-DD4425A008FF}">
      <dsp:nvSpPr>
        <dsp:cNvPr id="0" name=""/>
        <dsp:cNvSpPr/>
      </dsp:nvSpPr>
      <dsp:spPr>
        <a:xfrm>
          <a:off x="334383" y="4396143"/>
          <a:ext cx="607969" cy="607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D4A664-0C30-4FAC-A457-C875311DB61E}">
      <dsp:nvSpPr>
        <dsp:cNvPr id="0" name=""/>
        <dsp:cNvSpPr/>
      </dsp:nvSpPr>
      <dsp:spPr>
        <a:xfrm>
          <a:off x="1276736" y="4147428"/>
          <a:ext cx="4668712" cy="11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988" tIns="116988" rIns="116988" bIns="116988" numCol="1" spcCol="1270" anchor="ctr" anchorCtr="0">
          <a:noAutofit/>
        </a:bodyPr>
        <a:lstStyle/>
        <a:p>
          <a:pPr marL="0" lvl="0" indent="0" algn="l" defTabSz="844550">
            <a:lnSpc>
              <a:spcPct val="100000"/>
            </a:lnSpc>
            <a:spcBef>
              <a:spcPct val="0"/>
            </a:spcBef>
            <a:spcAft>
              <a:spcPct val="35000"/>
            </a:spcAft>
            <a:buNone/>
          </a:pPr>
          <a:r>
            <a:rPr lang="en-US" sz="1900" kern="1200" baseline="0"/>
            <a:t>This method ensures systematic exploration of the search space.</a:t>
          </a:r>
          <a:endParaRPr lang="en-US" sz="1900" kern="1200"/>
        </a:p>
      </dsp:txBody>
      <dsp:txXfrm>
        <a:off x="1276736" y="4147428"/>
        <a:ext cx="4668712" cy="11053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36139-A47A-456D-A996-3D6038B978BD}">
      <dsp:nvSpPr>
        <dsp:cNvPr id="0" name=""/>
        <dsp:cNvSpPr/>
      </dsp:nvSpPr>
      <dsp:spPr>
        <a:xfrm>
          <a:off x="0" y="450147"/>
          <a:ext cx="5990135" cy="1034280"/>
        </a:xfrm>
        <a:prstGeom prst="round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baseline="0"/>
            <a:t>Uniform Cost Search finds the path with the least cumulative cost.</a:t>
          </a:r>
          <a:endParaRPr lang="en-US" sz="2600" kern="1200"/>
        </a:p>
      </dsp:txBody>
      <dsp:txXfrm>
        <a:off x="50489" y="500636"/>
        <a:ext cx="5889157" cy="933302"/>
      </dsp:txXfrm>
    </dsp:sp>
    <dsp:sp modelId="{B56B058A-CD05-44F6-BD21-62740DBBAB79}">
      <dsp:nvSpPr>
        <dsp:cNvPr id="0" name=""/>
        <dsp:cNvSpPr/>
      </dsp:nvSpPr>
      <dsp:spPr>
        <a:xfrm>
          <a:off x="0" y="1559307"/>
          <a:ext cx="5990135" cy="1034280"/>
        </a:xfrm>
        <a:prstGeom prst="roundRect">
          <a:avLst/>
        </a:prstGeom>
        <a:solidFill>
          <a:schemeClr val="accent2">
            <a:hueOff val="-2474889"/>
            <a:satOff val="807"/>
            <a:lumOff val="-71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baseline="0"/>
            <a:t>It is mainly used in weighted graphs where costs are involved.</a:t>
          </a:r>
          <a:endParaRPr lang="en-US" sz="2600" kern="1200"/>
        </a:p>
      </dsp:txBody>
      <dsp:txXfrm>
        <a:off x="50489" y="1609796"/>
        <a:ext cx="5889157" cy="933302"/>
      </dsp:txXfrm>
    </dsp:sp>
    <dsp:sp modelId="{11AFF2F9-4BA6-4C5C-A5F1-E1CE7826C33F}">
      <dsp:nvSpPr>
        <dsp:cNvPr id="0" name=""/>
        <dsp:cNvSpPr/>
      </dsp:nvSpPr>
      <dsp:spPr>
        <a:xfrm>
          <a:off x="0" y="2668467"/>
          <a:ext cx="5990135" cy="1034280"/>
        </a:xfrm>
        <a:prstGeom prst="roundRect">
          <a:avLst/>
        </a:prstGeom>
        <a:solidFill>
          <a:schemeClr val="accent2">
            <a:hueOff val="-4949778"/>
            <a:satOff val="1615"/>
            <a:lumOff val="-143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baseline="0"/>
            <a:t>The algorithm uses a priority queue to select the lowest cost node.</a:t>
          </a:r>
          <a:endParaRPr lang="en-US" sz="2600" kern="1200"/>
        </a:p>
      </dsp:txBody>
      <dsp:txXfrm>
        <a:off x="50489" y="2718956"/>
        <a:ext cx="5889157" cy="933302"/>
      </dsp:txXfrm>
    </dsp:sp>
    <dsp:sp modelId="{22FCABDC-84C2-4D5E-9ABD-A7BDE4C50C68}">
      <dsp:nvSpPr>
        <dsp:cNvPr id="0" name=""/>
        <dsp:cNvSpPr/>
      </dsp:nvSpPr>
      <dsp:spPr>
        <a:xfrm>
          <a:off x="0" y="3777627"/>
          <a:ext cx="5990135" cy="1034280"/>
        </a:xfrm>
        <a:prstGeom prst="roundRect">
          <a:avLst/>
        </a:prstGeom>
        <a:solidFill>
          <a:schemeClr val="accent2">
            <a:hueOff val="-7424668"/>
            <a:satOff val="2422"/>
            <a:lumOff val="-2157"/>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baseline="0"/>
            <a:t>A node is updated only if a lower cost path is found.</a:t>
          </a:r>
          <a:endParaRPr lang="en-US" sz="2600" kern="1200"/>
        </a:p>
      </dsp:txBody>
      <dsp:txXfrm>
        <a:off x="50489" y="3828116"/>
        <a:ext cx="5889157" cy="93330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0092A3-5ED6-4915-92B7-5C33B60E3300}">
      <dsp:nvSpPr>
        <dsp:cNvPr id="0" name=""/>
        <dsp:cNvSpPr/>
      </dsp:nvSpPr>
      <dsp:spPr>
        <a:xfrm>
          <a:off x="0" y="4105"/>
          <a:ext cx="5945448" cy="8744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9D189F-3149-4B4E-B6F3-2B34D2C2BB48}">
      <dsp:nvSpPr>
        <dsp:cNvPr id="0" name=""/>
        <dsp:cNvSpPr/>
      </dsp:nvSpPr>
      <dsp:spPr>
        <a:xfrm>
          <a:off x="264526" y="200860"/>
          <a:ext cx="480956" cy="4809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F44E67-C779-410B-B5E9-4B6C7A86D989}">
      <dsp:nvSpPr>
        <dsp:cNvPr id="0" name=""/>
        <dsp:cNvSpPr/>
      </dsp:nvSpPr>
      <dsp:spPr>
        <a:xfrm>
          <a:off x="1010008" y="4105"/>
          <a:ext cx="4935440" cy="874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548" tIns="92548" rIns="92548" bIns="92548" numCol="1" spcCol="1270" anchor="ctr" anchorCtr="0">
          <a:noAutofit/>
        </a:bodyPr>
        <a:lstStyle/>
        <a:p>
          <a:pPr marL="0" lvl="0" indent="0" algn="l" defTabSz="844550">
            <a:lnSpc>
              <a:spcPct val="100000"/>
            </a:lnSpc>
            <a:spcBef>
              <a:spcPct val="0"/>
            </a:spcBef>
            <a:spcAft>
              <a:spcPct val="35000"/>
            </a:spcAft>
            <a:buNone/>
          </a:pPr>
          <a:r>
            <a:rPr lang="en-US" sz="1900" kern="1200" baseline="0"/>
            <a:t>Bidirectional search runs two searches simultaneously.</a:t>
          </a:r>
          <a:endParaRPr lang="en-US" sz="1900" kern="1200"/>
        </a:p>
      </dsp:txBody>
      <dsp:txXfrm>
        <a:off x="1010008" y="4105"/>
        <a:ext cx="4935440" cy="874466"/>
      </dsp:txXfrm>
    </dsp:sp>
    <dsp:sp modelId="{A86AF8B2-E568-4A2D-8327-F9DCF138A2C5}">
      <dsp:nvSpPr>
        <dsp:cNvPr id="0" name=""/>
        <dsp:cNvSpPr/>
      </dsp:nvSpPr>
      <dsp:spPr>
        <a:xfrm>
          <a:off x="0" y="1097188"/>
          <a:ext cx="5945448" cy="8744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E91FDD-B638-448A-9979-24563EBA8440}">
      <dsp:nvSpPr>
        <dsp:cNvPr id="0" name=""/>
        <dsp:cNvSpPr/>
      </dsp:nvSpPr>
      <dsp:spPr>
        <a:xfrm>
          <a:off x="264526" y="1293943"/>
          <a:ext cx="480956" cy="4809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42DE55-9513-4C18-B391-B8D993E2B53A}">
      <dsp:nvSpPr>
        <dsp:cNvPr id="0" name=""/>
        <dsp:cNvSpPr/>
      </dsp:nvSpPr>
      <dsp:spPr>
        <a:xfrm>
          <a:off x="1010008" y="1097188"/>
          <a:ext cx="4935440" cy="874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548" tIns="92548" rIns="92548" bIns="92548" numCol="1" spcCol="1270" anchor="ctr" anchorCtr="0">
          <a:noAutofit/>
        </a:bodyPr>
        <a:lstStyle/>
        <a:p>
          <a:pPr marL="0" lvl="0" indent="0" algn="l" defTabSz="844550">
            <a:lnSpc>
              <a:spcPct val="100000"/>
            </a:lnSpc>
            <a:spcBef>
              <a:spcPct val="0"/>
            </a:spcBef>
            <a:spcAft>
              <a:spcPct val="35000"/>
            </a:spcAft>
            <a:buNone/>
          </a:pPr>
          <a:r>
            <a:rPr lang="en-US" sz="1900" kern="1200" baseline="0"/>
            <a:t>One search starts from the initial state and moves forward.</a:t>
          </a:r>
          <a:endParaRPr lang="en-US" sz="1900" kern="1200"/>
        </a:p>
      </dsp:txBody>
      <dsp:txXfrm>
        <a:off x="1010008" y="1097188"/>
        <a:ext cx="4935440" cy="874466"/>
      </dsp:txXfrm>
    </dsp:sp>
    <dsp:sp modelId="{D8E93D61-2944-44FD-B009-A30A0A91D190}">
      <dsp:nvSpPr>
        <dsp:cNvPr id="0" name=""/>
        <dsp:cNvSpPr/>
      </dsp:nvSpPr>
      <dsp:spPr>
        <a:xfrm>
          <a:off x="0" y="2190271"/>
          <a:ext cx="5945448" cy="8744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2A5353-6218-4894-8799-3DDC42342C63}">
      <dsp:nvSpPr>
        <dsp:cNvPr id="0" name=""/>
        <dsp:cNvSpPr/>
      </dsp:nvSpPr>
      <dsp:spPr>
        <a:xfrm>
          <a:off x="264526" y="2387026"/>
          <a:ext cx="480956" cy="4809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7634E3-EF4A-4910-B724-2A774E0BA6D8}">
      <dsp:nvSpPr>
        <dsp:cNvPr id="0" name=""/>
        <dsp:cNvSpPr/>
      </dsp:nvSpPr>
      <dsp:spPr>
        <a:xfrm>
          <a:off x="1010008" y="2190271"/>
          <a:ext cx="4935440" cy="874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548" tIns="92548" rIns="92548" bIns="92548" numCol="1" spcCol="1270" anchor="ctr" anchorCtr="0">
          <a:noAutofit/>
        </a:bodyPr>
        <a:lstStyle/>
        <a:p>
          <a:pPr marL="0" lvl="0" indent="0" algn="l" defTabSz="844550">
            <a:lnSpc>
              <a:spcPct val="100000"/>
            </a:lnSpc>
            <a:spcBef>
              <a:spcPct val="0"/>
            </a:spcBef>
            <a:spcAft>
              <a:spcPct val="35000"/>
            </a:spcAft>
            <a:buNone/>
          </a:pPr>
          <a:r>
            <a:rPr lang="en-US" sz="1900" kern="1200" baseline="0" dirty="0"/>
            <a:t>The other search starts from the goal state and moves backward.</a:t>
          </a:r>
          <a:endParaRPr lang="en-US" sz="1900" kern="1200" dirty="0"/>
        </a:p>
      </dsp:txBody>
      <dsp:txXfrm>
        <a:off x="1010008" y="2190271"/>
        <a:ext cx="4935440" cy="874466"/>
      </dsp:txXfrm>
    </dsp:sp>
    <dsp:sp modelId="{C19AB058-8D99-4D9A-9D5E-EDA271456363}">
      <dsp:nvSpPr>
        <dsp:cNvPr id="0" name=""/>
        <dsp:cNvSpPr/>
      </dsp:nvSpPr>
      <dsp:spPr>
        <a:xfrm>
          <a:off x="0" y="3283354"/>
          <a:ext cx="5945448" cy="8744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2828E7-19D9-413E-AE90-F4F1F914C22A}">
      <dsp:nvSpPr>
        <dsp:cNvPr id="0" name=""/>
        <dsp:cNvSpPr/>
      </dsp:nvSpPr>
      <dsp:spPr>
        <a:xfrm>
          <a:off x="264526" y="3480109"/>
          <a:ext cx="480956" cy="4809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037168-A995-4790-BE2E-32E498A9DA99}">
      <dsp:nvSpPr>
        <dsp:cNvPr id="0" name=""/>
        <dsp:cNvSpPr/>
      </dsp:nvSpPr>
      <dsp:spPr>
        <a:xfrm>
          <a:off x="1010008" y="3283354"/>
          <a:ext cx="4935440" cy="874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548" tIns="92548" rIns="92548" bIns="92548" numCol="1" spcCol="1270" anchor="ctr" anchorCtr="0">
          <a:noAutofit/>
        </a:bodyPr>
        <a:lstStyle/>
        <a:p>
          <a:pPr marL="0" lvl="0" indent="0" algn="l" defTabSz="844550">
            <a:lnSpc>
              <a:spcPct val="100000"/>
            </a:lnSpc>
            <a:spcBef>
              <a:spcPct val="0"/>
            </a:spcBef>
            <a:spcAft>
              <a:spcPct val="35000"/>
            </a:spcAft>
            <a:buNone/>
          </a:pPr>
          <a:r>
            <a:rPr lang="en-US" sz="1900" kern="1200" baseline="0"/>
            <a:t>The process stops when both searches meet at a common node.</a:t>
          </a:r>
          <a:endParaRPr lang="en-US" sz="1900" kern="1200"/>
        </a:p>
      </dsp:txBody>
      <dsp:txXfrm>
        <a:off x="1010008" y="3283354"/>
        <a:ext cx="4935440" cy="874466"/>
      </dsp:txXfrm>
    </dsp:sp>
    <dsp:sp modelId="{0E91D496-AD45-41E0-96BC-7034B4070984}">
      <dsp:nvSpPr>
        <dsp:cNvPr id="0" name=""/>
        <dsp:cNvSpPr/>
      </dsp:nvSpPr>
      <dsp:spPr>
        <a:xfrm>
          <a:off x="0" y="4376437"/>
          <a:ext cx="5945448" cy="8744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0A73FF-E6C2-49E2-8D07-C6C6C9F9171A}">
      <dsp:nvSpPr>
        <dsp:cNvPr id="0" name=""/>
        <dsp:cNvSpPr/>
      </dsp:nvSpPr>
      <dsp:spPr>
        <a:xfrm>
          <a:off x="264526" y="4573192"/>
          <a:ext cx="480956" cy="4809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538D46-DC01-4D12-A37D-8C734A9A4A04}">
      <dsp:nvSpPr>
        <dsp:cNvPr id="0" name=""/>
        <dsp:cNvSpPr/>
      </dsp:nvSpPr>
      <dsp:spPr>
        <a:xfrm>
          <a:off x="1010008" y="4376437"/>
          <a:ext cx="4935440" cy="874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548" tIns="92548" rIns="92548" bIns="92548" numCol="1" spcCol="1270" anchor="ctr" anchorCtr="0">
          <a:noAutofit/>
        </a:bodyPr>
        <a:lstStyle/>
        <a:p>
          <a:pPr marL="0" lvl="0" indent="0" algn="l" defTabSz="844550">
            <a:lnSpc>
              <a:spcPct val="100000"/>
            </a:lnSpc>
            <a:spcBef>
              <a:spcPct val="0"/>
            </a:spcBef>
            <a:spcAft>
              <a:spcPct val="35000"/>
            </a:spcAft>
            <a:buNone/>
          </a:pPr>
          <a:r>
            <a:rPr lang="en-US" sz="1900" kern="1200" baseline="0"/>
            <a:t>It can be implemented using BFS or DFS.</a:t>
          </a:r>
          <a:endParaRPr lang="en-US" sz="1900" kern="1200"/>
        </a:p>
      </dsp:txBody>
      <dsp:txXfrm>
        <a:off x="1010008" y="4376437"/>
        <a:ext cx="4935440" cy="87446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CE259-BD4A-4D17-AB6C-F52C625F1978}">
      <dsp:nvSpPr>
        <dsp:cNvPr id="0" name=""/>
        <dsp:cNvSpPr/>
      </dsp:nvSpPr>
      <dsp:spPr>
        <a:xfrm>
          <a:off x="1419095" y="53363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D26D1E-CFBE-49C5-B8B7-F4912A040999}">
      <dsp:nvSpPr>
        <dsp:cNvPr id="0" name=""/>
        <dsp:cNvSpPr/>
      </dsp:nvSpPr>
      <dsp:spPr>
        <a:xfrm>
          <a:off x="231095" y="294784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Greedy Best-First Search (GBFS)</a:t>
          </a:r>
        </a:p>
      </dsp:txBody>
      <dsp:txXfrm>
        <a:off x="231095" y="2947841"/>
        <a:ext cx="4320000" cy="720000"/>
      </dsp:txXfrm>
    </dsp:sp>
    <dsp:sp modelId="{94DD634F-E1C1-45F1-8A4B-89D9CD3469E7}">
      <dsp:nvSpPr>
        <dsp:cNvPr id="0" name=""/>
        <dsp:cNvSpPr/>
      </dsp:nvSpPr>
      <dsp:spPr>
        <a:xfrm>
          <a:off x="6495095" y="53363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EA8319-B192-4F1D-B551-79201B75D290}">
      <dsp:nvSpPr>
        <dsp:cNvPr id="0" name=""/>
        <dsp:cNvSpPr/>
      </dsp:nvSpPr>
      <dsp:spPr>
        <a:xfrm>
          <a:off x="5307095" y="294784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i="1" kern="1200" dirty="0"/>
            <a:t>A</a:t>
          </a:r>
          <a:r>
            <a:rPr lang="en-US" sz="2600" kern="1200" dirty="0"/>
            <a:t>*</a:t>
          </a:r>
          <a:r>
            <a:rPr lang="en-US" sz="2600" i="1" kern="1200" dirty="0"/>
            <a:t> Search (A-Star)</a:t>
          </a:r>
          <a:endParaRPr lang="en-US" sz="2600" kern="1200" dirty="0"/>
        </a:p>
      </dsp:txBody>
      <dsp:txXfrm>
        <a:off x="5307095" y="2947841"/>
        <a:ext cx="43200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A84C95-65FF-4273-ADB1-993B20EA0348}">
      <dsp:nvSpPr>
        <dsp:cNvPr id="0" name=""/>
        <dsp:cNvSpPr/>
      </dsp:nvSpPr>
      <dsp:spPr>
        <a:xfrm>
          <a:off x="0" y="2183"/>
          <a:ext cx="5990135" cy="11068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AF94F2-DB3F-4BCC-8DA3-0F12F92324BB}">
      <dsp:nvSpPr>
        <dsp:cNvPr id="0" name=""/>
        <dsp:cNvSpPr/>
      </dsp:nvSpPr>
      <dsp:spPr>
        <a:xfrm>
          <a:off x="334831" y="251232"/>
          <a:ext cx="608784" cy="608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7AFA91-F3D3-43F4-9149-E992EC573BD8}">
      <dsp:nvSpPr>
        <dsp:cNvPr id="0" name=""/>
        <dsp:cNvSpPr/>
      </dsp:nvSpPr>
      <dsp:spPr>
        <a:xfrm>
          <a:off x="1278447" y="2183"/>
          <a:ext cx="4711688" cy="1106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45" tIns="117145" rIns="117145" bIns="117145" numCol="1" spcCol="1270" anchor="ctr" anchorCtr="0">
          <a:noAutofit/>
        </a:bodyPr>
        <a:lstStyle/>
        <a:p>
          <a:pPr marL="0" lvl="0" indent="0" algn="l" defTabSz="622300">
            <a:lnSpc>
              <a:spcPct val="90000"/>
            </a:lnSpc>
            <a:spcBef>
              <a:spcPct val="0"/>
            </a:spcBef>
            <a:spcAft>
              <a:spcPct val="35000"/>
            </a:spcAft>
            <a:buNone/>
          </a:pPr>
          <a:r>
            <a:rPr lang="en-US" sz="1400" kern="1200" baseline="0"/>
            <a:t>Greedy Best-First Search is an </a:t>
          </a:r>
          <a:r>
            <a:rPr lang="en-US" sz="1400" b="1" kern="1200" baseline="0"/>
            <a:t>Informed Search</a:t>
          </a:r>
          <a:r>
            <a:rPr lang="en-US" sz="1400" kern="1200" baseline="0"/>
            <a:t> algorithm that uses a heuristic to guide its path toward a goal.</a:t>
          </a:r>
          <a:br>
            <a:rPr lang="en-US" sz="1400" kern="1200" baseline="0"/>
          </a:br>
          <a:endParaRPr lang="en-US" sz="1400" kern="1200"/>
        </a:p>
      </dsp:txBody>
      <dsp:txXfrm>
        <a:off x="1278447" y="2183"/>
        <a:ext cx="4711688" cy="1106881"/>
      </dsp:txXfrm>
    </dsp:sp>
    <dsp:sp modelId="{D46A849C-6A3A-4263-B60B-3CA78F39BD83}">
      <dsp:nvSpPr>
        <dsp:cNvPr id="0" name=""/>
        <dsp:cNvSpPr/>
      </dsp:nvSpPr>
      <dsp:spPr>
        <a:xfrm>
          <a:off x="0" y="1385785"/>
          <a:ext cx="5990135" cy="11068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760E3D-C981-45F2-9A21-3D3C01AB5F34}">
      <dsp:nvSpPr>
        <dsp:cNvPr id="0" name=""/>
        <dsp:cNvSpPr/>
      </dsp:nvSpPr>
      <dsp:spPr>
        <a:xfrm>
          <a:off x="334831" y="1634833"/>
          <a:ext cx="608784" cy="608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5DBA54-CB8A-4C98-89D2-65F8CEA558FE}">
      <dsp:nvSpPr>
        <dsp:cNvPr id="0" name=""/>
        <dsp:cNvSpPr/>
      </dsp:nvSpPr>
      <dsp:spPr>
        <a:xfrm>
          <a:off x="1278447" y="1385785"/>
          <a:ext cx="4711688" cy="1106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45" tIns="117145" rIns="117145" bIns="117145" numCol="1" spcCol="1270" anchor="ctr" anchorCtr="0">
          <a:noAutofit/>
        </a:bodyPr>
        <a:lstStyle/>
        <a:p>
          <a:pPr marL="0" lvl="0" indent="0" algn="l" defTabSz="622300">
            <a:lnSpc>
              <a:spcPct val="90000"/>
            </a:lnSpc>
            <a:spcBef>
              <a:spcPct val="0"/>
            </a:spcBef>
            <a:spcAft>
              <a:spcPct val="35000"/>
            </a:spcAft>
            <a:buNone/>
          </a:pPr>
          <a:r>
            <a:rPr lang="en-US" sz="1400" kern="1200" baseline="0"/>
            <a:t>It is called "Greedy" because at each step, it picks the path that </a:t>
          </a:r>
          <a:r>
            <a:rPr lang="en-US" sz="1400" i="1" kern="1200" baseline="0"/>
            <a:t>appears</a:t>
          </a:r>
          <a:r>
            <a:rPr lang="en-US" sz="1400" kern="1200" baseline="0"/>
            <a:t> to provide the most immediate benefit, without considering the total journey cost.</a:t>
          </a:r>
          <a:br>
            <a:rPr lang="en-US" sz="1400" kern="1200" baseline="0"/>
          </a:br>
          <a:endParaRPr lang="en-US" sz="1400" kern="1200"/>
        </a:p>
      </dsp:txBody>
      <dsp:txXfrm>
        <a:off x="1278447" y="1385785"/>
        <a:ext cx="4711688" cy="1106881"/>
      </dsp:txXfrm>
    </dsp:sp>
    <dsp:sp modelId="{C5B2056B-8B4A-4C1D-B673-BBA7C55C33FA}">
      <dsp:nvSpPr>
        <dsp:cNvPr id="0" name=""/>
        <dsp:cNvSpPr/>
      </dsp:nvSpPr>
      <dsp:spPr>
        <a:xfrm>
          <a:off x="0" y="2769387"/>
          <a:ext cx="5990135" cy="11068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1DD7DC-73DD-477F-89E5-ED732CA0F063}">
      <dsp:nvSpPr>
        <dsp:cNvPr id="0" name=""/>
        <dsp:cNvSpPr/>
      </dsp:nvSpPr>
      <dsp:spPr>
        <a:xfrm>
          <a:off x="334831" y="3018435"/>
          <a:ext cx="608784" cy="608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50A39B-4DDB-4282-8CAB-92A1E0FBFA9B}">
      <dsp:nvSpPr>
        <dsp:cNvPr id="0" name=""/>
        <dsp:cNvSpPr/>
      </dsp:nvSpPr>
      <dsp:spPr>
        <a:xfrm>
          <a:off x="1278447" y="2769387"/>
          <a:ext cx="4711688" cy="1106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45" tIns="117145" rIns="117145" bIns="117145" numCol="1" spcCol="1270" anchor="ctr" anchorCtr="0">
          <a:noAutofit/>
        </a:bodyPr>
        <a:lstStyle/>
        <a:p>
          <a:pPr marL="0" lvl="0" indent="0" algn="l" defTabSz="622300">
            <a:lnSpc>
              <a:spcPct val="90000"/>
            </a:lnSpc>
            <a:spcBef>
              <a:spcPct val="0"/>
            </a:spcBef>
            <a:spcAft>
              <a:spcPct val="35000"/>
            </a:spcAft>
            <a:buNone/>
          </a:pPr>
          <a:r>
            <a:rPr lang="en-US" sz="1400" kern="1200" baseline="0"/>
            <a:t>Evaluation Function :  f(n)=h(n)</a:t>
          </a:r>
          <a:br>
            <a:rPr lang="en-US" sz="1400" kern="1200" baseline="0"/>
          </a:br>
          <a:br>
            <a:rPr lang="en-US" sz="1400" kern="1200" baseline="0"/>
          </a:br>
          <a:r>
            <a:rPr lang="en-US" sz="1400" kern="1200" baseline="0"/>
            <a:t>n : The current node being evaluated.</a:t>
          </a:r>
          <a:endParaRPr lang="en-US" sz="1400" kern="1200"/>
        </a:p>
      </dsp:txBody>
      <dsp:txXfrm>
        <a:off x="1278447" y="2769387"/>
        <a:ext cx="4711688" cy="1106881"/>
      </dsp:txXfrm>
    </dsp:sp>
    <dsp:sp modelId="{2B76BDC3-AC67-4962-86DE-852660B0E5A5}">
      <dsp:nvSpPr>
        <dsp:cNvPr id="0" name=""/>
        <dsp:cNvSpPr/>
      </dsp:nvSpPr>
      <dsp:spPr>
        <a:xfrm>
          <a:off x="0" y="4152988"/>
          <a:ext cx="5990135" cy="11068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7D23BB-2CB1-46DB-9E33-D91A4AF5147F}">
      <dsp:nvSpPr>
        <dsp:cNvPr id="0" name=""/>
        <dsp:cNvSpPr/>
      </dsp:nvSpPr>
      <dsp:spPr>
        <a:xfrm>
          <a:off x="334831" y="4402037"/>
          <a:ext cx="608784" cy="608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9537DC-C4AE-47BF-AEA2-0EE9711ED6C0}">
      <dsp:nvSpPr>
        <dsp:cNvPr id="0" name=""/>
        <dsp:cNvSpPr/>
      </dsp:nvSpPr>
      <dsp:spPr>
        <a:xfrm>
          <a:off x="1278447" y="4152988"/>
          <a:ext cx="4711688" cy="1106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45" tIns="117145" rIns="117145" bIns="117145" numCol="1" spcCol="1270" anchor="ctr" anchorCtr="0">
          <a:noAutofit/>
        </a:bodyPr>
        <a:lstStyle/>
        <a:p>
          <a:pPr marL="0" lvl="0" indent="0" algn="l" defTabSz="622300">
            <a:lnSpc>
              <a:spcPct val="90000"/>
            </a:lnSpc>
            <a:spcBef>
              <a:spcPct val="0"/>
            </a:spcBef>
            <a:spcAft>
              <a:spcPct val="35000"/>
            </a:spcAft>
            <a:buNone/>
          </a:pPr>
          <a:r>
            <a:rPr lang="en-US" sz="1400" kern="1200" baseline="0"/>
            <a:t>h(n): The Heuristic Function. This is an estimate of the cost from node n to the goal</a:t>
          </a:r>
          <a:br>
            <a:rPr lang="en-US" sz="1400" kern="1200" baseline="0"/>
          </a:br>
          <a:endParaRPr lang="en-US" sz="1400" kern="1200"/>
        </a:p>
      </dsp:txBody>
      <dsp:txXfrm>
        <a:off x="1278447" y="4152988"/>
        <a:ext cx="4711688" cy="110688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19C67-CC43-4EB7-88F1-1D6D656C2C5B}">
      <dsp:nvSpPr>
        <dsp:cNvPr id="0" name=""/>
        <dsp:cNvSpPr/>
      </dsp:nvSpPr>
      <dsp:spPr>
        <a:xfrm>
          <a:off x="2891138" y="532777"/>
          <a:ext cx="411989" cy="91440"/>
        </a:xfrm>
        <a:custGeom>
          <a:avLst/>
          <a:gdLst/>
          <a:ahLst/>
          <a:cxnLst/>
          <a:rect l="0" t="0" r="0" b="0"/>
          <a:pathLst>
            <a:path>
              <a:moveTo>
                <a:pt x="0" y="45720"/>
              </a:moveTo>
              <a:lnTo>
                <a:pt x="41198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6068" y="576284"/>
        <a:ext cx="22129" cy="4425"/>
      </dsp:txXfrm>
    </dsp:sp>
    <dsp:sp modelId="{BBF4BC0B-CD04-446A-BD3A-C65AA287B5AB}">
      <dsp:nvSpPr>
        <dsp:cNvPr id="0" name=""/>
        <dsp:cNvSpPr/>
      </dsp:nvSpPr>
      <dsp:spPr>
        <a:xfrm>
          <a:off x="968635" y="1206"/>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b="1" kern="1200" baseline="0"/>
            <a:t>Initialize:</a:t>
          </a:r>
          <a:r>
            <a:rPr lang="en-US" sz="1200" kern="1200" baseline="0"/>
            <a:t> Place the Starting Node into the OPEN list.</a:t>
          </a:r>
          <a:endParaRPr lang="en-US" sz="1200" kern="1200"/>
        </a:p>
      </dsp:txBody>
      <dsp:txXfrm>
        <a:off x="968635" y="1206"/>
        <a:ext cx="1924303" cy="1154581"/>
      </dsp:txXfrm>
    </dsp:sp>
    <dsp:sp modelId="{4DF8F5F9-5041-4F26-BE3A-2861481607EC}">
      <dsp:nvSpPr>
        <dsp:cNvPr id="0" name=""/>
        <dsp:cNvSpPr/>
      </dsp:nvSpPr>
      <dsp:spPr>
        <a:xfrm>
          <a:off x="5258031" y="532777"/>
          <a:ext cx="411989" cy="91440"/>
        </a:xfrm>
        <a:custGeom>
          <a:avLst/>
          <a:gdLst/>
          <a:ahLst/>
          <a:cxnLst/>
          <a:rect l="0" t="0" r="0" b="0"/>
          <a:pathLst>
            <a:path>
              <a:moveTo>
                <a:pt x="0" y="45720"/>
              </a:moveTo>
              <a:lnTo>
                <a:pt x="41198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2961" y="576284"/>
        <a:ext cx="22129" cy="4425"/>
      </dsp:txXfrm>
    </dsp:sp>
    <dsp:sp modelId="{7E57505B-55FA-44DE-A00A-74716D673B4B}">
      <dsp:nvSpPr>
        <dsp:cNvPr id="0" name=""/>
        <dsp:cNvSpPr/>
      </dsp:nvSpPr>
      <dsp:spPr>
        <a:xfrm>
          <a:off x="3335528" y="1206"/>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b="1" kern="1200" baseline="0"/>
            <a:t>Check Empty:</a:t>
          </a:r>
          <a:r>
            <a:rPr lang="en-US" sz="1200" kern="1200" baseline="0"/>
            <a:t> If the OPEN list is empty, return Failure (no solution exists).</a:t>
          </a:r>
          <a:endParaRPr lang="en-US" sz="1200" kern="1200"/>
        </a:p>
      </dsp:txBody>
      <dsp:txXfrm>
        <a:off x="3335528" y="1206"/>
        <a:ext cx="1924303" cy="1154581"/>
      </dsp:txXfrm>
    </dsp:sp>
    <dsp:sp modelId="{F4441F9A-DB46-43EC-B862-C454D47D80D1}">
      <dsp:nvSpPr>
        <dsp:cNvPr id="0" name=""/>
        <dsp:cNvSpPr/>
      </dsp:nvSpPr>
      <dsp:spPr>
        <a:xfrm>
          <a:off x="1930787" y="1153987"/>
          <a:ext cx="4733785" cy="411989"/>
        </a:xfrm>
        <a:custGeom>
          <a:avLst/>
          <a:gdLst/>
          <a:ahLst/>
          <a:cxnLst/>
          <a:rect l="0" t="0" r="0" b="0"/>
          <a:pathLst>
            <a:path>
              <a:moveTo>
                <a:pt x="4733785" y="0"/>
              </a:moveTo>
              <a:lnTo>
                <a:pt x="4733785" y="223094"/>
              </a:lnTo>
              <a:lnTo>
                <a:pt x="0" y="223094"/>
              </a:lnTo>
              <a:lnTo>
                <a:pt x="0" y="411989"/>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8819" y="1357769"/>
        <a:ext cx="237721" cy="4425"/>
      </dsp:txXfrm>
    </dsp:sp>
    <dsp:sp modelId="{55FB6BE0-4099-4785-A08E-F4E4D2A54A81}">
      <dsp:nvSpPr>
        <dsp:cNvPr id="0" name=""/>
        <dsp:cNvSpPr/>
      </dsp:nvSpPr>
      <dsp:spPr>
        <a:xfrm>
          <a:off x="5702421" y="1206"/>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b="1" kern="1200" baseline="0"/>
            <a:t>Select Best:</a:t>
          </a:r>
          <a:r>
            <a:rPr lang="en-US" sz="1200" kern="1200" baseline="0"/>
            <a:t> Remove the node with the lowest h(n) value from the OPEN list. Let’s call this the Current Node.</a:t>
          </a:r>
          <a:endParaRPr lang="en-US" sz="1200" kern="1200"/>
        </a:p>
      </dsp:txBody>
      <dsp:txXfrm>
        <a:off x="5702421" y="1206"/>
        <a:ext cx="1924303" cy="1154581"/>
      </dsp:txXfrm>
    </dsp:sp>
    <dsp:sp modelId="{7DAC67FF-CA91-4B6E-97B4-BB2EC101BD42}">
      <dsp:nvSpPr>
        <dsp:cNvPr id="0" name=""/>
        <dsp:cNvSpPr/>
      </dsp:nvSpPr>
      <dsp:spPr>
        <a:xfrm>
          <a:off x="2891138" y="2129948"/>
          <a:ext cx="411989" cy="91440"/>
        </a:xfrm>
        <a:custGeom>
          <a:avLst/>
          <a:gdLst/>
          <a:ahLst/>
          <a:cxnLst/>
          <a:rect l="0" t="0" r="0" b="0"/>
          <a:pathLst>
            <a:path>
              <a:moveTo>
                <a:pt x="0" y="45720"/>
              </a:moveTo>
              <a:lnTo>
                <a:pt x="41198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6068" y="2173455"/>
        <a:ext cx="22129" cy="4425"/>
      </dsp:txXfrm>
    </dsp:sp>
    <dsp:sp modelId="{F1B3B111-70A3-4263-B155-C2EA7E2FFDEC}">
      <dsp:nvSpPr>
        <dsp:cNvPr id="0" name=""/>
        <dsp:cNvSpPr/>
      </dsp:nvSpPr>
      <dsp:spPr>
        <a:xfrm>
          <a:off x="968635" y="1598377"/>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b="1" kern="1200" baseline="0"/>
            <a:t>Goal Test:</a:t>
          </a:r>
          <a:r>
            <a:rPr lang="en-US" sz="1200" kern="1200" baseline="0"/>
            <a:t> If Current Node is the Goal Node, return Success and stop.</a:t>
          </a:r>
          <a:endParaRPr lang="en-US" sz="1200" kern="1200"/>
        </a:p>
      </dsp:txBody>
      <dsp:txXfrm>
        <a:off x="968635" y="1598377"/>
        <a:ext cx="1924303" cy="1154581"/>
      </dsp:txXfrm>
    </dsp:sp>
    <dsp:sp modelId="{41542343-60D6-4E9F-BEC2-E230235E5DFE}">
      <dsp:nvSpPr>
        <dsp:cNvPr id="0" name=""/>
        <dsp:cNvSpPr/>
      </dsp:nvSpPr>
      <dsp:spPr>
        <a:xfrm>
          <a:off x="5258031" y="2129948"/>
          <a:ext cx="411989" cy="91440"/>
        </a:xfrm>
        <a:custGeom>
          <a:avLst/>
          <a:gdLst/>
          <a:ahLst/>
          <a:cxnLst/>
          <a:rect l="0" t="0" r="0" b="0"/>
          <a:pathLst>
            <a:path>
              <a:moveTo>
                <a:pt x="0" y="45720"/>
              </a:moveTo>
              <a:lnTo>
                <a:pt x="41198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2961" y="2173455"/>
        <a:ext cx="22129" cy="4425"/>
      </dsp:txXfrm>
    </dsp:sp>
    <dsp:sp modelId="{A91B382F-3550-423E-9C3F-0F6708390C92}">
      <dsp:nvSpPr>
        <dsp:cNvPr id="0" name=""/>
        <dsp:cNvSpPr/>
      </dsp:nvSpPr>
      <dsp:spPr>
        <a:xfrm>
          <a:off x="3335528" y="1598377"/>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b="1" kern="1200" baseline="0"/>
            <a:t>Expand:</a:t>
          </a:r>
          <a:r>
            <a:rPr lang="en-US" sz="1200" kern="1200" baseline="0"/>
            <a:t> For each neighbor of the Current Node:</a:t>
          </a:r>
          <a:endParaRPr lang="en-US" sz="1200" kern="1200"/>
        </a:p>
      </dsp:txBody>
      <dsp:txXfrm>
        <a:off x="3335528" y="1598377"/>
        <a:ext cx="1924303" cy="1154581"/>
      </dsp:txXfrm>
    </dsp:sp>
    <dsp:sp modelId="{26E1D3BD-E2C3-4CA3-87E2-4687989B537D}">
      <dsp:nvSpPr>
        <dsp:cNvPr id="0" name=""/>
        <dsp:cNvSpPr/>
      </dsp:nvSpPr>
      <dsp:spPr>
        <a:xfrm>
          <a:off x="1930787" y="2751159"/>
          <a:ext cx="4733785" cy="411989"/>
        </a:xfrm>
        <a:custGeom>
          <a:avLst/>
          <a:gdLst/>
          <a:ahLst/>
          <a:cxnLst/>
          <a:rect l="0" t="0" r="0" b="0"/>
          <a:pathLst>
            <a:path>
              <a:moveTo>
                <a:pt x="4733785" y="0"/>
              </a:moveTo>
              <a:lnTo>
                <a:pt x="4733785" y="223094"/>
              </a:lnTo>
              <a:lnTo>
                <a:pt x="0" y="223094"/>
              </a:lnTo>
              <a:lnTo>
                <a:pt x="0" y="411989"/>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8819" y="2954941"/>
        <a:ext cx="237721" cy="4425"/>
      </dsp:txXfrm>
    </dsp:sp>
    <dsp:sp modelId="{5F48451A-1D7F-4A93-A789-7A3C6A2C330B}">
      <dsp:nvSpPr>
        <dsp:cNvPr id="0" name=""/>
        <dsp:cNvSpPr/>
      </dsp:nvSpPr>
      <dsp:spPr>
        <a:xfrm>
          <a:off x="5702421" y="1598377"/>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kern="1200" baseline="0"/>
            <a:t>If the neighbor is not in the OPEN or CLOSED lists:</a:t>
          </a:r>
          <a:endParaRPr lang="en-US" sz="1200" kern="1200"/>
        </a:p>
      </dsp:txBody>
      <dsp:txXfrm>
        <a:off x="5702421" y="1598377"/>
        <a:ext cx="1924303" cy="1154581"/>
      </dsp:txXfrm>
    </dsp:sp>
    <dsp:sp modelId="{758C475C-801A-4AF4-AFD7-7B9CB42E737F}">
      <dsp:nvSpPr>
        <dsp:cNvPr id="0" name=""/>
        <dsp:cNvSpPr/>
      </dsp:nvSpPr>
      <dsp:spPr>
        <a:xfrm>
          <a:off x="2891138" y="3727119"/>
          <a:ext cx="411989" cy="91440"/>
        </a:xfrm>
        <a:custGeom>
          <a:avLst/>
          <a:gdLst/>
          <a:ahLst/>
          <a:cxnLst/>
          <a:rect l="0" t="0" r="0" b="0"/>
          <a:pathLst>
            <a:path>
              <a:moveTo>
                <a:pt x="0" y="45720"/>
              </a:moveTo>
              <a:lnTo>
                <a:pt x="41198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6068" y="3770627"/>
        <a:ext cx="22129" cy="4425"/>
      </dsp:txXfrm>
    </dsp:sp>
    <dsp:sp modelId="{330331DE-0629-40E2-BFE9-01A8425A02B2}">
      <dsp:nvSpPr>
        <dsp:cNvPr id="0" name=""/>
        <dsp:cNvSpPr/>
      </dsp:nvSpPr>
      <dsp:spPr>
        <a:xfrm>
          <a:off x="968635" y="3195549"/>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ctr" anchorCtr="0">
          <a:noAutofit/>
        </a:bodyPr>
        <a:lstStyle/>
        <a:p>
          <a:pPr marL="0" lvl="0" indent="0" algn="ctr" defTabSz="533400">
            <a:lnSpc>
              <a:spcPct val="90000"/>
            </a:lnSpc>
            <a:spcBef>
              <a:spcPct val="0"/>
            </a:spcBef>
            <a:spcAft>
              <a:spcPct val="35000"/>
            </a:spcAft>
            <a:buNone/>
          </a:pPr>
          <a:r>
            <a:rPr lang="en-US" sz="1200" kern="1200" baseline="0"/>
            <a:t>Calculate its heuristic value h(neighbour)</a:t>
          </a:r>
          <a:endParaRPr lang="en-US" sz="1200" kern="1200"/>
        </a:p>
      </dsp:txBody>
      <dsp:txXfrm>
        <a:off x="968635" y="3195549"/>
        <a:ext cx="1924303" cy="1154581"/>
      </dsp:txXfrm>
    </dsp:sp>
    <dsp:sp modelId="{2A6247F1-A57D-4BAF-9CA6-33B2CA635D69}">
      <dsp:nvSpPr>
        <dsp:cNvPr id="0" name=""/>
        <dsp:cNvSpPr/>
      </dsp:nvSpPr>
      <dsp:spPr>
        <a:xfrm>
          <a:off x="3335528" y="3195549"/>
          <a:ext cx="1924303" cy="1154581"/>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92" tIns="98977" rIns="94292" bIns="98977" numCol="1" spcCol="1270" anchor="t" anchorCtr="0">
          <a:noAutofit/>
        </a:bodyPr>
        <a:lstStyle/>
        <a:p>
          <a:pPr marL="0" lvl="0" indent="0" algn="l" defTabSz="533400">
            <a:lnSpc>
              <a:spcPct val="90000"/>
            </a:lnSpc>
            <a:spcBef>
              <a:spcPct val="0"/>
            </a:spcBef>
            <a:spcAft>
              <a:spcPct val="35000"/>
            </a:spcAft>
            <a:buNone/>
          </a:pPr>
          <a:r>
            <a:rPr lang="en-US" sz="1200" kern="1200" baseline="0"/>
            <a:t>Add the neighbor to the OPEN list.</a:t>
          </a:r>
          <a:br>
            <a:rPr lang="en-US" sz="1200" kern="1200" baseline="0"/>
          </a:br>
          <a:endParaRPr lang="en-US" sz="1200" kern="1200"/>
        </a:p>
        <a:p>
          <a:pPr marL="57150" lvl="1" indent="-57150" algn="l" defTabSz="400050">
            <a:lnSpc>
              <a:spcPct val="90000"/>
            </a:lnSpc>
            <a:spcBef>
              <a:spcPct val="0"/>
            </a:spcBef>
            <a:spcAft>
              <a:spcPct val="15000"/>
            </a:spcAft>
            <a:buChar char="•"/>
          </a:pPr>
          <a:r>
            <a:rPr lang="en-US" sz="900" b="1" kern="1200" baseline="0"/>
            <a:t>Close:</a:t>
          </a:r>
          <a:r>
            <a:rPr lang="en-US" sz="900" kern="1200" baseline="0"/>
            <a:t> Move the Current Node to the CLOSED list.</a:t>
          </a:r>
          <a:endParaRPr lang="en-US" sz="900" kern="1200"/>
        </a:p>
      </dsp:txBody>
      <dsp:txXfrm>
        <a:off x="3335528" y="3195549"/>
        <a:ext cx="1924303" cy="115458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1DFB6-3D91-4D9C-AE32-1B4BFE5E35E2}">
      <dsp:nvSpPr>
        <dsp:cNvPr id="0" name=""/>
        <dsp:cNvSpPr/>
      </dsp:nvSpPr>
      <dsp:spPr>
        <a:xfrm>
          <a:off x="0" y="641"/>
          <a:ext cx="5945448" cy="15010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9F8CE5-C60B-47F6-99CD-E44129C6075C}">
      <dsp:nvSpPr>
        <dsp:cNvPr id="0" name=""/>
        <dsp:cNvSpPr/>
      </dsp:nvSpPr>
      <dsp:spPr>
        <a:xfrm>
          <a:off x="454072" y="338381"/>
          <a:ext cx="825585" cy="8255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356459-6F92-409F-A911-26E723EC27FE}">
      <dsp:nvSpPr>
        <dsp:cNvPr id="0" name=""/>
        <dsp:cNvSpPr/>
      </dsp:nvSpPr>
      <dsp:spPr>
        <a:xfrm>
          <a:off x="1733729" y="641"/>
          <a:ext cx="4211719" cy="1501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863" tIns="158863" rIns="158863" bIns="158863" numCol="1" spcCol="1270" anchor="ctr" anchorCtr="0">
          <a:noAutofit/>
        </a:bodyPr>
        <a:lstStyle/>
        <a:p>
          <a:pPr marL="0" lvl="0" indent="0" algn="l" defTabSz="666750">
            <a:lnSpc>
              <a:spcPct val="100000"/>
            </a:lnSpc>
            <a:spcBef>
              <a:spcPct val="0"/>
            </a:spcBef>
            <a:spcAft>
              <a:spcPct val="35000"/>
            </a:spcAft>
            <a:buNone/>
          </a:pPr>
          <a:r>
            <a:rPr lang="en-US" sz="1500" b="1" kern="1200"/>
            <a:t>Speed (Efficiency) </a:t>
          </a:r>
          <a:r>
            <a:rPr lang="en-US" sz="1500" kern="1200"/>
            <a:t>:GBFS is typically much faster than uninformed search (like BFS or DFS) because it doesn't explore every possibility. </a:t>
          </a:r>
        </a:p>
      </dsp:txBody>
      <dsp:txXfrm>
        <a:off x="1733729" y="641"/>
        <a:ext cx="4211719" cy="1501064"/>
      </dsp:txXfrm>
    </dsp:sp>
    <dsp:sp modelId="{C589254A-C08E-4977-8EAE-7BEFD428B294}">
      <dsp:nvSpPr>
        <dsp:cNvPr id="0" name=""/>
        <dsp:cNvSpPr/>
      </dsp:nvSpPr>
      <dsp:spPr>
        <a:xfrm>
          <a:off x="0" y="1876972"/>
          <a:ext cx="5945448" cy="15010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B92AC-0E71-4C18-93FD-72583FD9E0C1}">
      <dsp:nvSpPr>
        <dsp:cNvPr id="0" name=""/>
        <dsp:cNvSpPr/>
      </dsp:nvSpPr>
      <dsp:spPr>
        <a:xfrm>
          <a:off x="454072" y="2214711"/>
          <a:ext cx="825585" cy="8255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FAAA46-5680-4B20-953A-8CAB69606826}">
      <dsp:nvSpPr>
        <dsp:cNvPr id="0" name=""/>
        <dsp:cNvSpPr/>
      </dsp:nvSpPr>
      <dsp:spPr>
        <a:xfrm>
          <a:off x="1733729" y="1876972"/>
          <a:ext cx="4211719" cy="1501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863" tIns="158863" rIns="158863" bIns="158863" numCol="1" spcCol="1270" anchor="ctr" anchorCtr="0">
          <a:noAutofit/>
        </a:bodyPr>
        <a:lstStyle/>
        <a:p>
          <a:pPr marL="0" lvl="0" indent="0" algn="l" defTabSz="666750">
            <a:lnSpc>
              <a:spcPct val="100000"/>
            </a:lnSpc>
            <a:spcBef>
              <a:spcPct val="0"/>
            </a:spcBef>
            <a:spcAft>
              <a:spcPct val="35000"/>
            </a:spcAft>
            <a:buNone/>
          </a:pPr>
          <a:r>
            <a:rPr lang="en-US" sz="1500" b="1" kern="1200"/>
            <a:t>Reduced Memory Usage </a:t>
          </a:r>
          <a:r>
            <a:rPr lang="en-US" sz="1500" kern="1200"/>
            <a:t>: Since it tends to find a path quickly, it doesn't need to store as many nodes in the "Open List" compared to algorithms that explore broadly.</a:t>
          </a:r>
        </a:p>
      </dsp:txBody>
      <dsp:txXfrm>
        <a:off x="1733729" y="1876972"/>
        <a:ext cx="4211719" cy="1501064"/>
      </dsp:txXfrm>
    </dsp:sp>
    <dsp:sp modelId="{2710B455-866F-4DC0-9C06-6B3F5250027A}">
      <dsp:nvSpPr>
        <dsp:cNvPr id="0" name=""/>
        <dsp:cNvSpPr/>
      </dsp:nvSpPr>
      <dsp:spPr>
        <a:xfrm>
          <a:off x="0" y="3753302"/>
          <a:ext cx="5945448" cy="15010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6EABD5-DB8F-455D-B991-5DD24E3FB2F9}">
      <dsp:nvSpPr>
        <dsp:cNvPr id="0" name=""/>
        <dsp:cNvSpPr/>
      </dsp:nvSpPr>
      <dsp:spPr>
        <a:xfrm>
          <a:off x="454072" y="4091042"/>
          <a:ext cx="825585" cy="8255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243774-3065-4455-8F94-F78D6871777F}">
      <dsp:nvSpPr>
        <dsp:cNvPr id="0" name=""/>
        <dsp:cNvSpPr/>
      </dsp:nvSpPr>
      <dsp:spPr>
        <a:xfrm>
          <a:off x="1733729" y="3753302"/>
          <a:ext cx="4211719" cy="1501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863" tIns="158863" rIns="158863" bIns="158863" numCol="1" spcCol="1270" anchor="ctr" anchorCtr="0">
          <a:noAutofit/>
        </a:bodyPr>
        <a:lstStyle/>
        <a:p>
          <a:pPr marL="0" lvl="0" indent="0" algn="l" defTabSz="666750">
            <a:lnSpc>
              <a:spcPct val="100000"/>
            </a:lnSpc>
            <a:spcBef>
              <a:spcPct val="0"/>
            </a:spcBef>
            <a:spcAft>
              <a:spcPct val="35000"/>
            </a:spcAft>
            <a:buNone/>
          </a:pPr>
          <a:r>
            <a:rPr lang="en-US" sz="1500" b="1" kern="1200"/>
            <a:t>Simple to Implement</a:t>
          </a:r>
          <a:r>
            <a:rPr lang="en-US" sz="1500" kern="1200"/>
            <a:t> : No need to track full path cost properly</a:t>
          </a:r>
        </a:p>
      </dsp:txBody>
      <dsp:txXfrm>
        <a:off x="1733729" y="3753302"/>
        <a:ext cx="4211719" cy="150106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A94B9-A103-4129-AA1D-70D1CAE519D0}">
      <dsp:nvSpPr>
        <dsp:cNvPr id="0" name=""/>
        <dsp:cNvSpPr/>
      </dsp:nvSpPr>
      <dsp:spPr>
        <a:xfrm>
          <a:off x="0" y="582267"/>
          <a:ext cx="5990135" cy="1319759"/>
        </a:xfrm>
        <a:prstGeom prst="roundRect">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Not Complete:</a:t>
          </a:r>
          <a:r>
            <a:rPr lang="en-US" sz="2400" kern="1200" dirty="0"/>
            <a:t> If you don't keep track of visited nodes (a "Closed List"), GBFS can get stuck in an Infinite Loop.</a:t>
          </a:r>
        </a:p>
      </dsp:txBody>
      <dsp:txXfrm>
        <a:off x="64425" y="646692"/>
        <a:ext cx="5861285" cy="1190909"/>
      </dsp:txXfrm>
    </dsp:sp>
    <dsp:sp modelId="{71005DE6-32C0-467A-AC5E-9E521EA0D0E4}">
      <dsp:nvSpPr>
        <dsp:cNvPr id="0" name=""/>
        <dsp:cNvSpPr/>
      </dsp:nvSpPr>
      <dsp:spPr>
        <a:xfrm>
          <a:off x="0" y="1971147"/>
          <a:ext cx="5990135" cy="1319759"/>
        </a:xfrm>
        <a:prstGeom prst="roundRect">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Not Optimal:</a:t>
          </a:r>
          <a:r>
            <a:rPr lang="en-US" sz="2400" kern="1200"/>
            <a:t> This is the biggest drawback. As you saw in your previous cost calculation(1+3+1=5),</a:t>
          </a:r>
        </a:p>
      </dsp:txBody>
      <dsp:txXfrm>
        <a:off x="64425" y="2035572"/>
        <a:ext cx="5861285" cy="1190909"/>
      </dsp:txXfrm>
    </dsp:sp>
    <dsp:sp modelId="{05CE079F-4B7A-455F-BEAD-91B9A018137E}">
      <dsp:nvSpPr>
        <dsp:cNvPr id="0" name=""/>
        <dsp:cNvSpPr/>
      </dsp:nvSpPr>
      <dsp:spPr>
        <a:xfrm>
          <a:off x="0" y="3360027"/>
          <a:ext cx="5990135" cy="1319759"/>
        </a:xfrm>
        <a:prstGeom prst="roundRect">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GBFS might pick a path that looks short but actually costs more than another path it ignored. </a:t>
          </a:r>
        </a:p>
      </dsp:txBody>
      <dsp:txXfrm>
        <a:off x="64425" y="3424452"/>
        <a:ext cx="5861285" cy="119090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1560FA-95A8-4D9B-9439-32D65B168AD8}">
      <dsp:nvSpPr>
        <dsp:cNvPr id="0" name=""/>
        <dsp:cNvSpPr/>
      </dsp:nvSpPr>
      <dsp:spPr>
        <a:xfrm>
          <a:off x="0" y="3738"/>
          <a:ext cx="9858191" cy="994500"/>
        </a:xfrm>
        <a:prstGeom prst="roundRect">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Optimal Solution </a:t>
          </a:r>
          <a:r>
            <a:rPr lang="en-US" sz="2500" kern="1200"/>
            <a:t>: If heuristic is admissible (never overestimates), A* gives the shortest path</a:t>
          </a:r>
        </a:p>
      </dsp:txBody>
      <dsp:txXfrm>
        <a:off x="48547" y="52285"/>
        <a:ext cx="9761097" cy="897406"/>
      </dsp:txXfrm>
    </dsp:sp>
    <dsp:sp modelId="{B9E2D05D-0686-416A-8A0A-4152F7C0C172}">
      <dsp:nvSpPr>
        <dsp:cNvPr id="0" name=""/>
        <dsp:cNvSpPr/>
      </dsp:nvSpPr>
      <dsp:spPr>
        <a:xfrm>
          <a:off x="0" y="1070238"/>
          <a:ext cx="9858191" cy="994500"/>
        </a:xfrm>
        <a:prstGeom prst="roundRect">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Better than Greedy Search </a:t>
          </a:r>
          <a:r>
            <a:rPr lang="en-US" sz="2500" kern="1200"/>
            <a:t>: Greedy uses only </a:t>
          </a:r>
          <a:r>
            <a:rPr lang="en-US" sz="2500" b="1" kern="1200"/>
            <a:t>h(n)</a:t>
          </a:r>
          <a:r>
            <a:rPr lang="en-US" sz="2500" kern="1200"/>
            <a:t> → can give wrong path</a:t>
          </a:r>
        </a:p>
      </dsp:txBody>
      <dsp:txXfrm>
        <a:off x="48547" y="1118785"/>
        <a:ext cx="9761097" cy="897406"/>
      </dsp:txXfrm>
    </dsp:sp>
    <dsp:sp modelId="{FD5C1A37-37CF-454A-A7EB-199560C46285}">
      <dsp:nvSpPr>
        <dsp:cNvPr id="0" name=""/>
        <dsp:cNvSpPr/>
      </dsp:nvSpPr>
      <dsp:spPr>
        <a:xfrm>
          <a:off x="0" y="2136739"/>
          <a:ext cx="9858191" cy="994500"/>
        </a:xfrm>
        <a:prstGeom prst="roundRect">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More Efficient than Dijkstra </a:t>
          </a:r>
          <a:r>
            <a:rPr lang="en-US" sz="2500" kern="1200"/>
            <a:t>: Uses h(n) to guide search</a:t>
          </a:r>
        </a:p>
      </dsp:txBody>
      <dsp:txXfrm>
        <a:off x="48547" y="2185286"/>
        <a:ext cx="9761097" cy="897406"/>
      </dsp:txXfrm>
    </dsp:sp>
    <dsp:sp modelId="{51EE044C-4996-4FB9-9168-CAA3D6FE119A}">
      <dsp:nvSpPr>
        <dsp:cNvPr id="0" name=""/>
        <dsp:cNvSpPr/>
      </dsp:nvSpPr>
      <dsp:spPr>
        <a:xfrm>
          <a:off x="0" y="3203239"/>
          <a:ext cx="9858191" cy="994500"/>
        </a:xfrm>
        <a:prstGeom prst="roundRect">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Doesn’t explore useless nodes</a:t>
          </a:r>
        </a:p>
      </dsp:txBody>
      <dsp:txXfrm>
        <a:off x="48547" y="3251786"/>
        <a:ext cx="9761097" cy="8974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CF54B-8CFF-4A80-A6A9-0C7CCE4B0350}">
      <dsp:nvSpPr>
        <dsp:cNvPr id="0" name=""/>
        <dsp:cNvSpPr/>
      </dsp:nvSpPr>
      <dsp:spPr>
        <a:xfrm>
          <a:off x="0" y="2127"/>
          <a:ext cx="5990135" cy="1264770"/>
        </a:xfrm>
        <a:prstGeom prst="roundRect">
          <a:avLst/>
        </a:prstGeom>
        <a:solidFill>
          <a:schemeClr val="accent1">
            <a:shade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High Memory Usage (Big Problem) : </a:t>
          </a:r>
          <a:r>
            <a:rPr lang="en-US" sz="2300" kern="1200" dirty="0"/>
            <a:t>Stores all nodes in OPEN and CLOSED lists</a:t>
          </a:r>
        </a:p>
      </dsp:txBody>
      <dsp:txXfrm>
        <a:off x="61741" y="63868"/>
        <a:ext cx="5866653" cy="1141288"/>
      </dsp:txXfrm>
    </dsp:sp>
    <dsp:sp modelId="{C5AC3DA7-E8BC-498B-BDE5-02060765BE77}">
      <dsp:nvSpPr>
        <dsp:cNvPr id="0" name=""/>
        <dsp:cNvSpPr/>
      </dsp:nvSpPr>
      <dsp:spPr>
        <a:xfrm>
          <a:off x="0" y="1333137"/>
          <a:ext cx="5990135" cy="1264770"/>
        </a:xfrm>
        <a:prstGeom prst="roundRect">
          <a:avLst/>
        </a:prstGeom>
        <a:solidFill>
          <a:schemeClr val="accent1">
            <a:shade val="50000"/>
            <a:hueOff val="0"/>
            <a:satOff val="-578"/>
            <a:lumOff val="2212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For large graphs → memory explodes</a:t>
          </a:r>
        </a:p>
      </dsp:txBody>
      <dsp:txXfrm>
        <a:off x="61741" y="1394878"/>
        <a:ext cx="5866653" cy="1141288"/>
      </dsp:txXfrm>
    </dsp:sp>
    <dsp:sp modelId="{F9A31BAA-F5FE-4770-938D-F4A507A2B942}">
      <dsp:nvSpPr>
        <dsp:cNvPr id="0" name=""/>
        <dsp:cNvSpPr/>
      </dsp:nvSpPr>
      <dsp:spPr>
        <a:xfrm>
          <a:off x="0" y="2664147"/>
          <a:ext cx="5990135" cy="1264770"/>
        </a:xfrm>
        <a:prstGeom prst="roundRect">
          <a:avLst/>
        </a:prstGeom>
        <a:solidFill>
          <a:schemeClr val="accent1">
            <a:shade val="50000"/>
            <a:hueOff val="0"/>
            <a:satOff val="-1156"/>
            <a:lumOff val="44255"/>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This is the </a:t>
          </a:r>
          <a:r>
            <a:rPr lang="en-US" sz="2300" b="1" kern="1200"/>
            <a:t>main weakness</a:t>
          </a:r>
          <a:r>
            <a:rPr lang="en-US" sz="2300" kern="1200"/>
            <a:t>, not optional</a:t>
          </a:r>
        </a:p>
      </dsp:txBody>
      <dsp:txXfrm>
        <a:off x="61741" y="2725888"/>
        <a:ext cx="5866653" cy="1141288"/>
      </dsp:txXfrm>
    </dsp:sp>
    <dsp:sp modelId="{DB1E75A7-251F-419F-9B48-E0B726B3B003}">
      <dsp:nvSpPr>
        <dsp:cNvPr id="0" name=""/>
        <dsp:cNvSpPr/>
      </dsp:nvSpPr>
      <dsp:spPr>
        <a:xfrm>
          <a:off x="0" y="3995157"/>
          <a:ext cx="5990135" cy="1264770"/>
        </a:xfrm>
        <a:prstGeom prst="roundRect">
          <a:avLst/>
        </a:prstGeom>
        <a:solidFill>
          <a:schemeClr val="accent1">
            <a:shade val="50000"/>
            <a:hueOff val="0"/>
            <a:satOff val="-578"/>
            <a:lumOff val="2212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Time Complexity Can Still Be High  </a:t>
          </a:r>
          <a:r>
            <a:rPr lang="en-US" sz="2300" kern="1200"/>
            <a:t>: Worst case: explores almost all nodes</a:t>
          </a:r>
        </a:p>
      </dsp:txBody>
      <dsp:txXfrm>
        <a:off x="61741" y="4056898"/>
        <a:ext cx="5866653" cy="114128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5FDFF1-A111-4B44-9564-86AE8499F4AB}">
      <dsp:nvSpPr>
        <dsp:cNvPr id="0" name=""/>
        <dsp:cNvSpPr/>
      </dsp:nvSpPr>
      <dsp:spPr>
        <a:xfrm>
          <a:off x="585317" y="945636"/>
          <a:ext cx="1647000" cy="1647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5C4B69-D353-42A6-846B-35B1B95CDA7B}">
      <dsp:nvSpPr>
        <dsp:cNvPr id="0" name=""/>
        <dsp:cNvSpPr/>
      </dsp:nvSpPr>
      <dsp:spPr>
        <a:xfrm>
          <a:off x="936317" y="1296636"/>
          <a:ext cx="945000" cy="945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A62160-6252-451C-884E-5A61253A3B29}">
      <dsp:nvSpPr>
        <dsp:cNvPr id="0" name=""/>
        <dsp:cNvSpPr/>
      </dsp:nvSpPr>
      <dsp:spPr>
        <a:xfrm>
          <a:off x="58817" y="3105636"/>
          <a:ext cx="2700000" cy="1210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Use GBFS when :</a:t>
          </a:r>
          <a:r>
            <a:rPr lang="en-US" sz="1100" kern="1200"/>
            <a:t> You need a solution </a:t>
          </a:r>
          <a:r>
            <a:rPr lang="en-US" sz="1100" b="1" kern="1200"/>
            <a:t>immediately</a:t>
          </a:r>
          <a:r>
            <a:rPr lang="en-US" sz="1100" kern="1200"/>
            <a:t> and you don't care if it's the absolute shortest path. It is ideal for massive maps where calculating the perfect path would take too much time (e.g., simple AI in a video game).</a:t>
          </a:r>
        </a:p>
      </dsp:txBody>
      <dsp:txXfrm>
        <a:off x="58817" y="3105636"/>
        <a:ext cx="2700000" cy="1210781"/>
      </dsp:txXfrm>
    </dsp:sp>
    <dsp:sp modelId="{CAFAE032-00AA-4D87-87FA-43276D654B0F}">
      <dsp:nvSpPr>
        <dsp:cNvPr id="0" name=""/>
        <dsp:cNvSpPr/>
      </dsp:nvSpPr>
      <dsp:spPr>
        <a:xfrm>
          <a:off x="3757818" y="945636"/>
          <a:ext cx="1647000" cy="1647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CBE611-41D9-49AF-BB5F-A3E2582837AD}">
      <dsp:nvSpPr>
        <dsp:cNvPr id="0" name=""/>
        <dsp:cNvSpPr/>
      </dsp:nvSpPr>
      <dsp:spPr>
        <a:xfrm>
          <a:off x="4108818" y="1296636"/>
          <a:ext cx="945000" cy="945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D3E174-9301-4465-99A6-3F416BD779D9}">
      <dsp:nvSpPr>
        <dsp:cNvPr id="0" name=""/>
        <dsp:cNvSpPr/>
      </dsp:nvSpPr>
      <dsp:spPr>
        <a:xfrm>
          <a:off x="3231317" y="3105636"/>
          <a:ext cx="2700000" cy="1210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i="1" kern="1200"/>
            <a:t>Use A* Search when</a:t>
          </a:r>
          <a:r>
            <a:rPr lang="en-US" sz="1100" i="1" kern="1200"/>
            <a:t>:</a:t>
          </a:r>
          <a:r>
            <a:rPr lang="en-US" sz="1100" kern="1200"/>
            <a:t> The </a:t>
          </a:r>
          <a:r>
            <a:rPr lang="en-US" sz="1100" b="1" kern="1200"/>
            <a:t>cost matters</a:t>
          </a:r>
          <a:r>
            <a:rPr lang="en-US" sz="1100" kern="1200"/>
            <a:t>. If you are building a GPS (Google Maps) or a logistics system where saving fuel/time is the priority, A* is the only choice because it ensures you never take a sub-optimal route.</a:t>
          </a:r>
        </a:p>
      </dsp:txBody>
      <dsp:txXfrm>
        <a:off x="3231317" y="3105636"/>
        <a:ext cx="2700000" cy="1210781"/>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A1BE8-35A1-4DFC-82F1-A976EDE15B2F}">
      <dsp:nvSpPr>
        <dsp:cNvPr id="0" name=""/>
        <dsp:cNvSpPr/>
      </dsp:nvSpPr>
      <dsp:spPr>
        <a:xfrm>
          <a:off x="0" y="429"/>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CCC919-DEDE-4542-B761-A851C6BB953D}">
      <dsp:nvSpPr>
        <dsp:cNvPr id="0" name=""/>
        <dsp:cNvSpPr/>
      </dsp:nvSpPr>
      <dsp:spPr>
        <a:xfrm>
          <a:off x="178949" y="133532"/>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A92183-4ADA-4F18-949E-7171CB7120C4}">
      <dsp:nvSpPr>
        <dsp:cNvPr id="0" name=""/>
        <dsp:cNvSpPr/>
      </dsp:nvSpPr>
      <dsp:spPr>
        <a:xfrm>
          <a:off x="683262" y="429"/>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Searches from a start state to neighboring states.</a:t>
          </a:r>
        </a:p>
      </dsp:txBody>
      <dsp:txXfrm>
        <a:off x="683262" y="429"/>
        <a:ext cx="5412737" cy="591569"/>
      </dsp:txXfrm>
    </dsp:sp>
    <dsp:sp modelId="{5F7CFDFF-291A-43E8-922D-6FA3686DCD0A}">
      <dsp:nvSpPr>
        <dsp:cNvPr id="0" name=""/>
        <dsp:cNvSpPr/>
      </dsp:nvSpPr>
      <dsp:spPr>
        <a:xfrm>
          <a:off x="0" y="739891"/>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C446A4-D832-4AF6-A468-BB45C486722E}">
      <dsp:nvSpPr>
        <dsp:cNvPr id="0" name=""/>
        <dsp:cNvSpPr/>
      </dsp:nvSpPr>
      <dsp:spPr>
        <a:xfrm>
          <a:off x="178949" y="872994"/>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5DEBA8-FBB1-4305-8F87-99C8DA4F16A5}">
      <dsp:nvSpPr>
        <dsp:cNvPr id="0" name=""/>
        <dsp:cNvSpPr/>
      </dsp:nvSpPr>
      <dsp:spPr>
        <a:xfrm>
          <a:off x="683262" y="739891"/>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Does not track full paths or visited states.</a:t>
          </a:r>
        </a:p>
      </dsp:txBody>
      <dsp:txXfrm>
        <a:off x="683262" y="739891"/>
        <a:ext cx="5412737" cy="591569"/>
      </dsp:txXfrm>
    </dsp:sp>
    <dsp:sp modelId="{DA6E0829-D03F-4964-A061-3AE510522881}">
      <dsp:nvSpPr>
        <dsp:cNvPr id="0" name=""/>
        <dsp:cNvSpPr/>
      </dsp:nvSpPr>
      <dsp:spPr>
        <a:xfrm>
          <a:off x="0" y="1479353"/>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F4D877-847E-4453-B102-962A44FB20CF}">
      <dsp:nvSpPr>
        <dsp:cNvPr id="0" name=""/>
        <dsp:cNvSpPr/>
      </dsp:nvSpPr>
      <dsp:spPr>
        <a:xfrm>
          <a:off x="178949" y="1612456"/>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772961-D59B-4372-A73F-F122CB8F1A0C}">
      <dsp:nvSpPr>
        <dsp:cNvPr id="0" name=""/>
        <dsp:cNvSpPr/>
      </dsp:nvSpPr>
      <dsp:spPr>
        <a:xfrm>
          <a:off x="683262" y="1479353"/>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Not systematic — may miss parts of the solution space.</a:t>
          </a:r>
        </a:p>
      </dsp:txBody>
      <dsp:txXfrm>
        <a:off x="683262" y="1479353"/>
        <a:ext cx="5412737" cy="591569"/>
      </dsp:txXfrm>
    </dsp:sp>
    <dsp:sp modelId="{590162F7-C749-4FA2-BB98-0E47F5C26A2F}">
      <dsp:nvSpPr>
        <dsp:cNvPr id="0" name=""/>
        <dsp:cNvSpPr/>
      </dsp:nvSpPr>
      <dsp:spPr>
        <a:xfrm>
          <a:off x="0" y="2218815"/>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69A713-DA35-48FC-BBE6-F798617E7D45}">
      <dsp:nvSpPr>
        <dsp:cNvPr id="0" name=""/>
        <dsp:cNvSpPr/>
      </dsp:nvSpPr>
      <dsp:spPr>
        <a:xfrm>
          <a:off x="178949" y="2351918"/>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C4CDA4-1A65-44B5-8170-27AF400F17D8}">
      <dsp:nvSpPr>
        <dsp:cNvPr id="0" name=""/>
        <dsp:cNvSpPr/>
      </dsp:nvSpPr>
      <dsp:spPr>
        <a:xfrm>
          <a:off x="683262" y="2218815"/>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Well-suited for optimization problems.</a:t>
          </a:r>
        </a:p>
      </dsp:txBody>
      <dsp:txXfrm>
        <a:off x="683262" y="2218815"/>
        <a:ext cx="5412737" cy="591569"/>
      </dsp:txXfrm>
    </dsp:sp>
    <dsp:sp modelId="{F3AE7C46-DAC7-45E0-A648-ED66B9D4CD87}">
      <dsp:nvSpPr>
        <dsp:cNvPr id="0" name=""/>
        <dsp:cNvSpPr/>
      </dsp:nvSpPr>
      <dsp:spPr>
        <a:xfrm>
          <a:off x="0" y="2958277"/>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26D1AB-5CF4-4914-9F36-59C4F7ADE049}">
      <dsp:nvSpPr>
        <dsp:cNvPr id="0" name=""/>
        <dsp:cNvSpPr/>
      </dsp:nvSpPr>
      <dsp:spPr>
        <a:xfrm>
          <a:off x="178949" y="3091380"/>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936FE4-4828-4708-89AB-AAFA1C6BCA22}">
      <dsp:nvSpPr>
        <dsp:cNvPr id="0" name=""/>
        <dsp:cNvSpPr/>
      </dsp:nvSpPr>
      <dsp:spPr>
        <a:xfrm>
          <a:off x="683262" y="2958277"/>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Uses a state-space landscape where elevation = objective function value.</a:t>
          </a:r>
        </a:p>
      </dsp:txBody>
      <dsp:txXfrm>
        <a:off x="683262" y="2958277"/>
        <a:ext cx="5412737" cy="591569"/>
      </dsp:txXfrm>
    </dsp:sp>
    <dsp:sp modelId="{28D20015-65F1-46C7-95FB-F8E1AE8D585D}">
      <dsp:nvSpPr>
        <dsp:cNvPr id="0" name=""/>
        <dsp:cNvSpPr/>
      </dsp:nvSpPr>
      <dsp:spPr>
        <a:xfrm>
          <a:off x="0" y="3697738"/>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56BACD-09CB-4DB3-A1E8-6EC45BE3FC5D}">
      <dsp:nvSpPr>
        <dsp:cNvPr id="0" name=""/>
        <dsp:cNvSpPr/>
      </dsp:nvSpPr>
      <dsp:spPr>
        <a:xfrm>
          <a:off x="178949" y="3830842"/>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2D6518-66D5-4C49-AA3B-50A169334CF9}">
      <dsp:nvSpPr>
        <dsp:cNvPr id="0" name=""/>
        <dsp:cNvSpPr/>
      </dsp:nvSpPr>
      <dsp:spPr>
        <a:xfrm>
          <a:off x="683262" y="3697738"/>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Global Maximum: the best possible solution (aim for peaks).</a:t>
          </a:r>
        </a:p>
      </dsp:txBody>
      <dsp:txXfrm>
        <a:off x="683262" y="3697738"/>
        <a:ext cx="5412737" cy="591569"/>
      </dsp:txXfrm>
    </dsp:sp>
    <dsp:sp modelId="{79314B6B-0D23-4D79-8ADE-9BB5716ED274}">
      <dsp:nvSpPr>
        <dsp:cNvPr id="0" name=""/>
        <dsp:cNvSpPr/>
      </dsp:nvSpPr>
      <dsp:spPr>
        <a:xfrm>
          <a:off x="0" y="4437200"/>
          <a:ext cx="6096000" cy="5915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F9BE57-075B-4BF5-A01A-78ADE9921E0E}">
      <dsp:nvSpPr>
        <dsp:cNvPr id="0" name=""/>
        <dsp:cNvSpPr/>
      </dsp:nvSpPr>
      <dsp:spPr>
        <a:xfrm>
          <a:off x="178949" y="4570303"/>
          <a:ext cx="325363" cy="3253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332F09-58DE-43F1-ABCB-84382AE6A89D}">
      <dsp:nvSpPr>
        <dsp:cNvPr id="0" name=""/>
        <dsp:cNvSpPr/>
      </dsp:nvSpPr>
      <dsp:spPr>
        <a:xfrm>
          <a:off x="683262" y="4437200"/>
          <a:ext cx="5412737" cy="59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608" tIns="62608" rIns="62608" bIns="62608" numCol="1" spcCol="1270" anchor="ctr" anchorCtr="0">
          <a:noAutofit/>
        </a:bodyPr>
        <a:lstStyle/>
        <a:p>
          <a:pPr marL="0" lvl="0" indent="0" algn="l" defTabSz="666750">
            <a:lnSpc>
              <a:spcPct val="100000"/>
            </a:lnSpc>
            <a:spcBef>
              <a:spcPct val="0"/>
            </a:spcBef>
            <a:spcAft>
              <a:spcPct val="35000"/>
            </a:spcAft>
            <a:buNone/>
          </a:pPr>
          <a:r>
            <a:rPr lang="en-US" sz="1500" kern="1200"/>
            <a:t>Global Minimum: lowest cost state (aim for valleys).</a:t>
          </a:r>
        </a:p>
      </dsp:txBody>
      <dsp:txXfrm>
        <a:off x="683262" y="4437200"/>
        <a:ext cx="5412737" cy="5915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9303B-A5BB-4312-B913-C471E3A9AF1E}">
      <dsp:nvSpPr>
        <dsp:cNvPr id="0" name=""/>
        <dsp:cNvSpPr/>
      </dsp:nvSpPr>
      <dsp:spPr>
        <a:xfrm>
          <a:off x="0" y="51050"/>
          <a:ext cx="5990135" cy="974390"/>
        </a:xfrm>
        <a:prstGeom prst="roundRect">
          <a:avLst/>
        </a:prstGeom>
        <a:solidFill>
          <a:schemeClr val="accent1">
            <a:alpha val="9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Start at an initial state.</a:t>
          </a:r>
          <a:endParaRPr lang="en-US" sz="2500" kern="1200"/>
        </a:p>
      </dsp:txBody>
      <dsp:txXfrm>
        <a:off x="47566" y="98616"/>
        <a:ext cx="5895003" cy="879258"/>
      </dsp:txXfrm>
    </dsp:sp>
    <dsp:sp modelId="{7BAC15FC-666D-40BE-8DD4-E9168D92936E}">
      <dsp:nvSpPr>
        <dsp:cNvPr id="0" name=""/>
        <dsp:cNvSpPr/>
      </dsp:nvSpPr>
      <dsp:spPr>
        <a:xfrm>
          <a:off x="0" y="1097441"/>
          <a:ext cx="5990135" cy="974390"/>
        </a:xfrm>
        <a:prstGeom prst="roundRect">
          <a:avLst/>
        </a:prstGeom>
        <a:solidFill>
          <a:schemeClr val="accent1">
            <a:alpha val="90000"/>
            <a:hueOff val="0"/>
            <a:satOff val="0"/>
            <a:lumOff val="0"/>
            <a:alphaOff val="-1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Look at all neighboring states.</a:t>
          </a:r>
          <a:endParaRPr lang="en-US" sz="2500" kern="1200"/>
        </a:p>
      </dsp:txBody>
      <dsp:txXfrm>
        <a:off x="47566" y="1145007"/>
        <a:ext cx="5895003" cy="879258"/>
      </dsp:txXfrm>
    </dsp:sp>
    <dsp:sp modelId="{EF62303F-EE57-4992-8DDE-068FEAAD9AE8}">
      <dsp:nvSpPr>
        <dsp:cNvPr id="0" name=""/>
        <dsp:cNvSpPr/>
      </dsp:nvSpPr>
      <dsp:spPr>
        <a:xfrm>
          <a:off x="0" y="2143831"/>
          <a:ext cx="5990135" cy="974390"/>
        </a:xfrm>
        <a:prstGeom prst="roundRect">
          <a:avLst/>
        </a:prstGeom>
        <a:solidFill>
          <a:schemeClr val="accent1">
            <a:alpha val="90000"/>
            <a:hueOff val="0"/>
            <a:satOff val="0"/>
            <a:lumOff val="0"/>
            <a:alphaOff val="-2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Move to the neighbor with the highest value.</a:t>
          </a:r>
          <a:endParaRPr lang="en-US" sz="2500" kern="1200"/>
        </a:p>
      </dsp:txBody>
      <dsp:txXfrm>
        <a:off x="47566" y="2191397"/>
        <a:ext cx="5895003" cy="879258"/>
      </dsp:txXfrm>
    </dsp:sp>
    <dsp:sp modelId="{1628D355-97BF-40C3-B7CB-9A1FE98DC3A9}">
      <dsp:nvSpPr>
        <dsp:cNvPr id="0" name=""/>
        <dsp:cNvSpPr/>
      </dsp:nvSpPr>
      <dsp:spPr>
        <a:xfrm>
          <a:off x="0" y="3190222"/>
          <a:ext cx="5990135" cy="974390"/>
        </a:xfrm>
        <a:prstGeom prst="roundRect">
          <a:avLst/>
        </a:prstGeom>
        <a:solidFill>
          <a:schemeClr val="accent1">
            <a:alpha val="90000"/>
            <a:hueOff val="0"/>
            <a:satOff val="0"/>
            <a:lumOff val="0"/>
            <a:alphaOff val="-3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If no neighbor is better, stop — you are at a peak.</a:t>
          </a:r>
          <a:endParaRPr lang="en-US" sz="2500" kern="1200"/>
        </a:p>
      </dsp:txBody>
      <dsp:txXfrm>
        <a:off x="47566" y="3237788"/>
        <a:ext cx="5895003" cy="879258"/>
      </dsp:txXfrm>
    </dsp:sp>
    <dsp:sp modelId="{39EB0896-9569-4C6E-A06B-EA510814919A}">
      <dsp:nvSpPr>
        <dsp:cNvPr id="0" name=""/>
        <dsp:cNvSpPr/>
      </dsp:nvSpPr>
      <dsp:spPr>
        <a:xfrm>
          <a:off x="0" y="4236612"/>
          <a:ext cx="5990135" cy="974390"/>
        </a:xfrm>
        <a:prstGeom prst="roundRect">
          <a:avLst/>
        </a:prstGeom>
        <a:solidFill>
          <a:schemeClr val="accent1">
            <a:alpha val="90000"/>
            <a:hueOff val="0"/>
            <a:satOff val="0"/>
            <a:lumOff val="0"/>
            <a:alphaOff val="-4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Also called greedy local search — always takes the best next step.</a:t>
          </a:r>
          <a:endParaRPr lang="en-US" sz="2500" kern="1200"/>
        </a:p>
      </dsp:txBody>
      <dsp:txXfrm>
        <a:off x="47566" y="4284178"/>
        <a:ext cx="5895003" cy="87925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3D2F4B-87E3-4EDC-9328-C72C75990888}">
      <dsp:nvSpPr>
        <dsp:cNvPr id="0" name=""/>
        <dsp:cNvSpPr/>
      </dsp:nvSpPr>
      <dsp:spPr>
        <a:xfrm>
          <a:off x="1203"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Start at an initial state.</a:t>
          </a:r>
          <a:endParaRPr lang="en-US" sz="1100" kern="1200"/>
        </a:p>
      </dsp:txBody>
      <dsp:txXfrm>
        <a:off x="1203" y="1846004"/>
        <a:ext cx="1516274" cy="1273670"/>
      </dsp:txXfrm>
    </dsp:sp>
    <dsp:sp modelId="{F07E4100-5F98-4B2C-8C5B-0285E07975ED}">
      <dsp:nvSpPr>
        <dsp:cNvPr id="0" name=""/>
        <dsp:cNvSpPr/>
      </dsp:nvSpPr>
      <dsp:spPr>
        <a:xfrm>
          <a:off x="440922"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1</a:t>
          </a:r>
        </a:p>
      </dsp:txBody>
      <dsp:txXfrm>
        <a:off x="534184" y="1344887"/>
        <a:ext cx="450311" cy="450311"/>
      </dsp:txXfrm>
    </dsp:sp>
    <dsp:sp modelId="{E8D5AFB6-B050-4B08-8203-5A5314603253}">
      <dsp:nvSpPr>
        <dsp:cNvPr id="0" name=""/>
        <dsp:cNvSpPr/>
      </dsp:nvSpPr>
      <dsp:spPr>
        <a:xfrm>
          <a:off x="1203"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0718AE4-DA27-4191-BF5E-5A67405786DC}">
      <dsp:nvSpPr>
        <dsp:cNvPr id="0" name=""/>
        <dsp:cNvSpPr/>
      </dsp:nvSpPr>
      <dsp:spPr>
        <a:xfrm>
          <a:off x="1669105"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Pick a random neighbor (not the best one).</a:t>
          </a:r>
          <a:endParaRPr lang="en-US" sz="1100" kern="1200"/>
        </a:p>
      </dsp:txBody>
      <dsp:txXfrm>
        <a:off x="1669105" y="1846004"/>
        <a:ext cx="1516274" cy="1273670"/>
      </dsp:txXfrm>
    </dsp:sp>
    <dsp:sp modelId="{A11F961E-6E82-4D4B-9E8D-892FA2441EAD}">
      <dsp:nvSpPr>
        <dsp:cNvPr id="0" name=""/>
        <dsp:cNvSpPr/>
      </dsp:nvSpPr>
      <dsp:spPr>
        <a:xfrm>
          <a:off x="2108824"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2</a:t>
          </a:r>
        </a:p>
      </dsp:txBody>
      <dsp:txXfrm>
        <a:off x="2202086" y="1344887"/>
        <a:ext cx="450311" cy="450311"/>
      </dsp:txXfrm>
    </dsp:sp>
    <dsp:sp modelId="{FC7C6EAE-A26F-40EB-B610-B02A4EE94C95}">
      <dsp:nvSpPr>
        <dsp:cNvPr id="0" name=""/>
        <dsp:cNvSpPr/>
      </dsp:nvSpPr>
      <dsp:spPr>
        <a:xfrm>
          <a:off x="1669105"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09DEB0F-3381-49C5-96BD-27339032191D}">
      <dsp:nvSpPr>
        <dsp:cNvPr id="0" name=""/>
        <dsp:cNvSpPr/>
      </dsp:nvSpPr>
      <dsp:spPr>
        <a:xfrm>
          <a:off x="3337007"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If it is better, always move to it.</a:t>
          </a:r>
          <a:endParaRPr lang="en-US" sz="1100" kern="1200"/>
        </a:p>
      </dsp:txBody>
      <dsp:txXfrm>
        <a:off x="3337007" y="1846004"/>
        <a:ext cx="1516274" cy="1273670"/>
      </dsp:txXfrm>
    </dsp:sp>
    <dsp:sp modelId="{CB6CFDDD-97EB-4148-AF73-17BE11C9E8A9}">
      <dsp:nvSpPr>
        <dsp:cNvPr id="0" name=""/>
        <dsp:cNvSpPr/>
      </dsp:nvSpPr>
      <dsp:spPr>
        <a:xfrm>
          <a:off x="3776726"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3</a:t>
          </a:r>
        </a:p>
      </dsp:txBody>
      <dsp:txXfrm>
        <a:off x="3869988" y="1344887"/>
        <a:ext cx="450311" cy="450311"/>
      </dsp:txXfrm>
    </dsp:sp>
    <dsp:sp modelId="{32C3CCE2-2F08-47E3-8FAF-E81305DC8DF9}">
      <dsp:nvSpPr>
        <dsp:cNvPr id="0" name=""/>
        <dsp:cNvSpPr/>
      </dsp:nvSpPr>
      <dsp:spPr>
        <a:xfrm>
          <a:off x="3337007"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1CA35CB-C1DD-45F9-83A5-066F799DBB3B}">
      <dsp:nvSpPr>
        <dsp:cNvPr id="0" name=""/>
        <dsp:cNvSpPr/>
      </dsp:nvSpPr>
      <dsp:spPr>
        <a:xfrm>
          <a:off x="5004909"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If it is worse, move to it with a probability based on temperature T.</a:t>
          </a:r>
          <a:endParaRPr lang="en-US" sz="1100" kern="1200"/>
        </a:p>
      </dsp:txBody>
      <dsp:txXfrm>
        <a:off x="5004909" y="1846004"/>
        <a:ext cx="1516274" cy="1273670"/>
      </dsp:txXfrm>
    </dsp:sp>
    <dsp:sp modelId="{B82E800C-FD9E-49A9-AA49-9A2E3D4AB6AB}">
      <dsp:nvSpPr>
        <dsp:cNvPr id="0" name=""/>
        <dsp:cNvSpPr/>
      </dsp:nvSpPr>
      <dsp:spPr>
        <a:xfrm>
          <a:off x="5444628"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4</a:t>
          </a:r>
        </a:p>
      </dsp:txBody>
      <dsp:txXfrm>
        <a:off x="5537890" y="1344887"/>
        <a:ext cx="450311" cy="450311"/>
      </dsp:txXfrm>
    </dsp:sp>
    <dsp:sp modelId="{A73D47D7-484D-414F-ABE6-E64831494C5E}">
      <dsp:nvSpPr>
        <dsp:cNvPr id="0" name=""/>
        <dsp:cNvSpPr/>
      </dsp:nvSpPr>
      <dsp:spPr>
        <a:xfrm>
          <a:off x="5004909"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88974A3-896D-40D3-8554-C015E9EA76FB}">
      <dsp:nvSpPr>
        <dsp:cNvPr id="0" name=""/>
        <dsp:cNvSpPr/>
      </dsp:nvSpPr>
      <dsp:spPr>
        <a:xfrm>
          <a:off x="6672811"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Slowly lower the temperature over time.</a:t>
          </a:r>
          <a:endParaRPr lang="en-US" sz="1100" kern="1200"/>
        </a:p>
      </dsp:txBody>
      <dsp:txXfrm>
        <a:off x="6672811" y="1846004"/>
        <a:ext cx="1516274" cy="1273670"/>
      </dsp:txXfrm>
    </dsp:sp>
    <dsp:sp modelId="{D7078105-6C40-4EA4-B246-B25F280582DF}">
      <dsp:nvSpPr>
        <dsp:cNvPr id="0" name=""/>
        <dsp:cNvSpPr/>
      </dsp:nvSpPr>
      <dsp:spPr>
        <a:xfrm>
          <a:off x="7112530"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5</a:t>
          </a:r>
        </a:p>
      </dsp:txBody>
      <dsp:txXfrm>
        <a:off x="7205792" y="1344887"/>
        <a:ext cx="450311" cy="450311"/>
      </dsp:txXfrm>
    </dsp:sp>
    <dsp:sp modelId="{F64ACDE8-F30A-4A87-8C88-1607BBF8B58F}">
      <dsp:nvSpPr>
        <dsp:cNvPr id="0" name=""/>
        <dsp:cNvSpPr/>
      </dsp:nvSpPr>
      <dsp:spPr>
        <a:xfrm>
          <a:off x="6672811"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C192A331-829E-4073-A1B5-BB59DB8145FA}">
      <dsp:nvSpPr>
        <dsp:cNvPr id="0" name=""/>
        <dsp:cNvSpPr/>
      </dsp:nvSpPr>
      <dsp:spPr>
        <a:xfrm>
          <a:off x="8340713" y="1039346"/>
          <a:ext cx="1516274" cy="2122784"/>
        </a:xfrm>
        <a:prstGeom prst="rect">
          <a:avLst/>
        </a:prstGeom>
        <a:solidFill>
          <a:schemeClr val="dk2">
            <a:alpha val="90000"/>
            <a:tint val="40000"/>
            <a:hueOff val="0"/>
            <a:satOff val="0"/>
            <a:lumOff val="0"/>
            <a:alphaOff val="0"/>
          </a:schemeClr>
        </a:solidFill>
        <a:ln w="1397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215" tIns="330200" rIns="118215" bIns="330200" numCol="1" spcCol="1270" anchor="t" anchorCtr="0">
          <a:noAutofit/>
        </a:bodyPr>
        <a:lstStyle/>
        <a:p>
          <a:pPr marL="0" lvl="0" indent="0" algn="l" defTabSz="488950">
            <a:lnSpc>
              <a:spcPct val="90000"/>
            </a:lnSpc>
            <a:spcBef>
              <a:spcPct val="0"/>
            </a:spcBef>
            <a:spcAft>
              <a:spcPct val="35000"/>
            </a:spcAft>
            <a:buNone/>
          </a:pPr>
          <a:r>
            <a:rPr lang="en-US" sz="1100" kern="1200" baseline="0"/>
            <a:t>Stop when temperature reaches zero.</a:t>
          </a:r>
          <a:endParaRPr lang="en-US" sz="1100" kern="1200"/>
        </a:p>
      </dsp:txBody>
      <dsp:txXfrm>
        <a:off x="8340713" y="1846004"/>
        <a:ext cx="1516274" cy="1273670"/>
      </dsp:txXfrm>
    </dsp:sp>
    <dsp:sp modelId="{19420518-6528-4FFE-9749-BFBEBE756AC4}">
      <dsp:nvSpPr>
        <dsp:cNvPr id="0" name=""/>
        <dsp:cNvSpPr/>
      </dsp:nvSpPr>
      <dsp:spPr>
        <a:xfrm>
          <a:off x="8780432" y="1251625"/>
          <a:ext cx="636835" cy="636835"/>
        </a:xfrm>
        <a:prstGeom prst="ellips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49650" tIns="12700" rIns="49650" bIns="12700" numCol="1" spcCol="1270" anchor="ctr" anchorCtr="0">
          <a:noAutofit/>
        </a:bodyPr>
        <a:lstStyle/>
        <a:p>
          <a:pPr marL="0" lvl="0" indent="0" algn="ctr" defTabSz="1333500">
            <a:lnSpc>
              <a:spcPct val="90000"/>
            </a:lnSpc>
            <a:spcBef>
              <a:spcPct val="0"/>
            </a:spcBef>
            <a:spcAft>
              <a:spcPct val="35000"/>
            </a:spcAft>
            <a:buNone/>
          </a:pPr>
          <a:r>
            <a:rPr lang="en-US" sz="3000" kern="1200"/>
            <a:t>6</a:t>
          </a:r>
        </a:p>
      </dsp:txBody>
      <dsp:txXfrm>
        <a:off x="8873694" y="1344887"/>
        <a:ext cx="450311" cy="450311"/>
      </dsp:txXfrm>
    </dsp:sp>
    <dsp:sp modelId="{EB6F9F1A-17BA-4D8B-B211-B12315241BEA}">
      <dsp:nvSpPr>
        <dsp:cNvPr id="0" name=""/>
        <dsp:cNvSpPr/>
      </dsp:nvSpPr>
      <dsp:spPr>
        <a:xfrm>
          <a:off x="8340713" y="3162059"/>
          <a:ext cx="1516274" cy="72"/>
        </a:xfrm>
        <a:prstGeom prst="rect">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C27D60-C72F-4AE0-B53C-1FC6681556E1}">
      <dsp:nvSpPr>
        <dsp:cNvPr id="0" name=""/>
        <dsp:cNvSpPr/>
      </dsp:nvSpPr>
      <dsp:spPr>
        <a:xfrm>
          <a:off x="2888" y="611420"/>
          <a:ext cx="2291259" cy="1374755"/>
        </a:xfrm>
        <a:prstGeom prst="rect">
          <a:avLst/>
        </a:prstGeom>
        <a:solidFill>
          <a:schemeClr val="accent1">
            <a:shade val="80000"/>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Min max is used in game playing AI.</a:t>
          </a:r>
          <a:endParaRPr lang="en-US" sz="2100" kern="1200"/>
        </a:p>
      </dsp:txBody>
      <dsp:txXfrm>
        <a:off x="2888" y="611420"/>
        <a:ext cx="2291259" cy="1374755"/>
      </dsp:txXfrm>
    </dsp:sp>
    <dsp:sp modelId="{EFFD7995-2144-4934-8CE6-9194CB8341E9}">
      <dsp:nvSpPr>
        <dsp:cNvPr id="0" name=""/>
        <dsp:cNvSpPr/>
      </dsp:nvSpPr>
      <dsp:spPr>
        <a:xfrm>
          <a:off x="2523273" y="611420"/>
          <a:ext cx="2291259" cy="1374755"/>
        </a:xfrm>
        <a:prstGeom prst="rect">
          <a:avLst/>
        </a:prstGeom>
        <a:solidFill>
          <a:schemeClr val="accent1">
            <a:shade val="80000"/>
            <a:hueOff val="0"/>
            <a:satOff val="-164"/>
            <a:lumOff val="4615"/>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It helps to choose the best move.</a:t>
          </a:r>
          <a:endParaRPr lang="en-US" sz="2100" kern="1200"/>
        </a:p>
      </dsp:txBody>
      <dsp:txXfrm>
        <a:off x="2523273" y="611420"/>
        <a:ext cx="2291259" cy="1374755"/>
      </dsp:txXfrm>
    </dsp:sp>
    <dsp:sp modelId="{B86784D5-DA23-4EA7-B747-7D58CEC66709}">
      <dsp:nvSpPr>
        <dsp:cNvPr id="0" name=""/>
        <dsp:cNvSpPr/>
      </dsp:nvSpPr>
      <dsp:spPr>
        <a:xfrm>
          <a:off x="5043658" y="611420"/>
          <a:ext cx="2291259" cy="1374755"/>
        </a:xfrm>
        <a:prstGeom prst="rect">
          <a:avLst/>
        </a:prstGeom>
        <a:solidFill>
          <a:schemeClr val="accent1">
            <a:shade val="80000"/>
            <a:hueOff val="0"/>
            <a:satOff val="-327"/>
            <a:lumOff val="923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There are two types of player:</a:t>
          </a:r>
          <a:endParaRPr lang="en-US" sz="2100" kern="1200"/>
        </a:p>
      </dsp:txBody>
      <dsp:txXfrm>
        <a:off x="5043658" y="611420"/>
        <a:ext cx="2291259" cy="1374755"/>
      </dsp:txXfrm>
    </dsp:sp>
    <dsp:sp modelId="{EF46BF7E-4E2E-4D4C-959B-A4F0D24B67B3}">
      <dsp:nvSpPr>
        <dsp:cNvPr id="0" name=""/>
        <dsp:cNvSpPr/>
      </dsp:nvSpPr>
      <dsp:spPr>
        <a:xfrm>
          <a:off x="7564043" y="611420"/>
          <a:ext cx="2291259" cy="1374755"/>
        </a:xfrm>
        <a:prstGeom prst="rect">
          <a:avLst/>
        </a:prstGeom>
        <a:solidFill>
          <a:schemeClr val="accent1">
            <a:shade val="80000"/>
            <a:hueOff val="0"/>
            <a:satOff val="-491"/>
            <a:lumOff val="13845"/>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Max -&gt; Tries to maximize score</a:t>
          </a:r>
          <a:endParaRPr lang="en-US" sz="2100" kern="1200"/>
        </a:p>
      </dsp:txBody>
      <dsp:txXfrm>
        <a:off x="7564043" y="611420"/>
        <a:ext cx="2291259" cy="1374755"/>
      </dsp:txXfrm>
    </dsp:sp>
    <dsp:sp modelId="{C112DCC1-E362-4B50-B5F7-1ECA13DE1CBC}">
      <dsp:nvSpPr>
        <dsp:cNvPr id="0" name=""/>
        <dsp:cNvSpPr/>
      </dsp:nvSpPr>
      <dsp:spPr>
        <a:xfrm>
          <a:off x="1263080" y="2215301"/>
          <a:ext cx="2291259" cy="1374755"/>
        </a:xfrm>
        <a:prstGeom prst="rect">
          <a:avLst/>
        </a:prstGeom>
        <a:solidFill>
          <a:schemeClr val="accent1">
            <a:shade val="80000"/>
            <a:hueOff val="0"/>
            <a:satOff val="-655"/>
            <a:lumOff val="1846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Min -&gt;Tries to minimize score</a:t>
          </a:r>
          <a:endParaRPr lang="en-US" sz="2100" kern="1200"/>
        </a:p>
      </dsp:txBody>
      <dsp:txXfrm>
        <a:off x="1263080" y="2215301"/>
        <a:ext cx="2291259" cy="1374755"/>
      </dsp:txXfrm>
    </dsp:sp>
    <dsp:sp modelId="{3465FAA7-77FC-48FB-9624-C989770B15D3}">
      <dsp:nvSpPr>
        <dsp:cNvPr id="0" name=""/>
        <dsp:cNvSpPr/>
      </dsp:nvSpPr>
      <dsp:spPr>
        <a:xfrm>
          <a:off x="3783465" y="2215301"/>
          <a:ext cx="2291259" cy="1374755"/>
        </a:xfrm>
        <a:prstGeom prst="rect">
          <a:avLst/>
        </a:prstGeom>
        <a:solidFill>
          <a:schemeClr val="accent1">
            <a:shade val="80000"/>
            <a:hueOff val="0"/>
            <a:satOff val="-818"/>
            <a:lumOff val="23075"/>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The algorithm assumes opponent plays perfectly.</a:t>
          </a:r>
          <a:endParaRPr lang="en-US" sz="2100" kern="1200"/>
        </a:p>
      </dsp:txBody>
      <dsp:txXfrm>
        <a:off x="3783465" y="2215301"/>
        <a:ext cx="2291259" cy="1374755"/>
      </dsp:txXfrm>
    </dsp:sp>
    <dsp:sp modelId="{6707861C-8B3D-4E37-BFAC-8FDA182D7B7F}">
      <dsp:nvSpPr>
        <dsp:cNvPr id="0" name=""/>
        <dsp:cNvSpPr/>
      </dsp:nvSpPr>
      <dsp:spPr>
        <a:xfrm>
          <a:off x="6303851" y="2215301"/>
          <a:ext cx="2291259" cy="1374755"/>
        </a:xfrm>
        <a:prstGeom prst="rect">
          <a:avLst/>
        </a:prstGeom>
        <a:solidFill>
          <a:schemeClr val="accent1">
            <a:shade val="80000"/>
            <a:hueOff val="0"/>
            <a:satOff val="-982"/>
            <a:lumOff val="2769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Example : Tic-Tac-Toe, chess.</a:t>
          </a:r>
          <a:endParaRPr lang="en-US" sz="2100" kern="1200"/>
        </a:p>
      </dsp:txBody>
      <dsp:txXfrm>
        <a:off x="6303851" y="2215301"/>
        <a:ext cx="2291259" cy="137475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F824B-6228-47ED-BA12-DFEE3850C87A}">
      <dsp:nvSpPr>
        <dsp:cNvPr id="0" name=""/>
        <dsp:cNvSpPr/>
      </dsp:nvSpPr>
      <dsp:spPr>
        <a:xfrm>
          <a:off x="1049" y="948059"/>
          <a:ext cx="4092029" cy="2455217"/>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baseline="0"/>
            <a:t>Game is represented as tree.</a:t>
          </a:r>
          <a:endParaRPr lang="en-US" sz="2300" kern="1200"/>
        </a:p>
      </dsp:txBody>
      <dsp:txXfrm>
        <a:off x="1049" y="948059"/>
        <a:ext cx="4092029" cy="2455217"/>
      </dsp:txXfrm>
    </dsp:sp>
    <dsp:sp modelId="{E2322C27-440F-44F8-8B48-495C80719C9A}">
      <dsp:nvSpPr>
        <dsp:cNvPr id="0" name=""/>
        <dsp:cNvSpPr/>
      </dsp:nvSpPr>
      <dsp:spPr>
        <a:xfrm>
          <a:off x="4502281" y="948059"/>
          <a:ext cx="4092029" cy="2455217"/>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baseline="0"/>
            <a:t>Steps:</a:t>
          </a:r>
          <a:endParaRPr lang="en-US" sz="2300" kern="1200"/>
        </a:p>
        <a:p>
          <a:pPr marL="171450" lvl="1" indent="-171450" algn="l" defTabSz="800100">
            <a:lnSpc>
              <a:spcPct val="90000"/>
            </a:lnSpc>
            <a:spcBef>
              <a:spcPct val="0"/>
            </a:spcBef>
            <a:spcAft>
              <a:spcPct val="15000"/>
            </a:spcAft>
            <a:buChar char="•"/>
          </a:pPr>
          <a:r>
            <a:rPr lang="en-US" sz="1800" kern="1200" baseline="0"/>
            <a:t>Generate all possible moves.</a:t>
          </a:r>
          <a:endParaRPr lang="en-US" sz="1800" kern="1200"/>
        </a:p>
        <a:p>
          <a:pPr marL="171450" lvl="1" indent="-171450" algn="l" defTabSz="800100">
            <a:lnSpc>
              <a:spcPct val="90000"/>
            </a:lnSpc>
            <a:spcBef>
              <a:spcPct val="0"/>
            </a:spcBef>
            <a:spcAft>
              <a:spcPct val="15000"/>
            </a:spcAft>
            <a:buChar char="•"/>
          </a:pPr>
          <a:r>
            <a:rPr lang="en-US" sz="1800" kern="1200" baseline="0"/>
            <a:t>Go to the end (terminal state).</a:t>
          </a:r>
          <a:endParaRPr lang="en-US" sz="1800" kern="1200"/>
        </a:p>
        <a:p>
          <a:pPr marL="171450" lvl="1" indent="-171450" algn="l" defTabSz="800100">
            <a:lnSpc>
              <a:spcPct val="90000"/>
            </a:lnSpc>
            <a:spcBef>
              <a:spcPct val="0"/>
            </a:spcBef>
            <a:spcAft>
              <a:spcPct val="15000"/>
            </a:spcAft>
            <a:buChar char="•"/>
          </a:pPr>
          <a:r>
            <a:rPr lang="en-US" sz="1800" kern="1200" baseline="0"/>
            <a:t>Assign Values (win=+1,loose=-1,draw=0).</a:t>
          </a:r>
          <a:endParaRPr lang="en-US" sz="1800" kern="1200"/>
        </a:p>
        <a:p>
          <a:pPr marL="171450" lvl="1" indent="-171450" algn="l" defTabSz="800100">
            <a:lnSpc>
              <a:spcPct val="90000"/>
            </a:lnSpc>
            <a:spcBef>
              <a:spcPct val="0"/>
            </a:spcBef>
            <a:spcAft>
              <a:spcPct val="15000"/>
            </a:spcAft>
            <a:buChar char="•"/>
          </a:pPr>
          <a:r>
            <a:rPr lang="en-US" sz="1800" kern="1200" baseline="0"/>
            <a:t>Max chooses the highest value and min chooses the lowest value.</a:t>
          </a:r>
          <a:endParaRPr lang="en-US" sz="1800" kern="1200"/>
        </a:p>
      </dsp:txBody>
      <dsp:txXfrm>
        <a:off x="4502281" y="948059"/>
        <a:ext cx="4092029" cy="245521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13F94-00D3-4B82-A477-80C18142D430}">
      <dsp:nvSpPr>
        <dsp:cNvPr id="0" name=""/>
        <dsp:cNvSpPr/>
      </dsp:nvSpPr>
      <dsp:spPr>
        <a:xfrm>
          <a:off x="0" y="968772"/>
          <a:ext cx="5990135" cy="503685"/>
        </a:xfrm>
        <a:prstGeom prst="roundRect">
          <a:avLst/>
        </a:prstGeom>
        <a:solidFill>
          <a:schemeClr val="accent1">
            <a:shade val="8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a:t>Optimization of Min-Max. (Advance version)</a:t>
          </a:r>
          <a:endParaRPr lang="en-US" sz="2100" kern="1200"/>
        </a:p>
      </dsp:txBody>
      <dsp:txXfrm>
        <a:off x="24588" y="993360"/>
        <a:ext cx="5940959" cy="454509"/>
      </dsp:txXfrm>
    </dsp:sp>
    <dsp:sp modelId="{F29EF241-6D47-403D-9DAF-B832362BF845}">
      <dsp:nvSpPr>
        <dsp:cNvPr id="0" name=""/>
        <dsp:cNvSpPr/>
      </dsp:nvSpPr>
      <dsp:spPr>
        <a:xfrm>
          <a:off x="0" y="1532937"/>
          <a:ext cx="5990135" cy="503685"/>
        </a:xfrm>
        <a:prstGeom prst="roundRect">
          <a:avLst/>
        </a:prstGeom>
        <a:solidFill>
          <a:schemeClr val="accent1">
            <a:shade val="80000"/>
            <a:hueOff val="0"/>
            <a:satOff val="-196"/>
            <a:lumOff val="553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a:t>Reduces number of nodes evaluated.</a:t>
          </a:r>
          <a:endParaRPr lang="en-US" sz="2100" kern="1200"/>
        </a:p>
      </dsp:txBody>
      <dsp:txXfrm>
        <a:off x="24588" y="1557525"/>
        <a:ext cx="5940959" cy="454509"/>
      </dsp:txXfrm>
    </dsp:sp>
    <dsp:sp modelId="{69958439-6A01-4E7C-95C8-A86F14DE5B7E}">
      <dsp:nvSpPr>
        <dsp:cNvPr id="0" name=""/>
        <dsp:cNvSpPr/>
      </dsp:nvSpPr>
      <dsp:spPr>
        <a:xfrm>
          <a:off x="0" y="2097102"/>
          <a:ext cx="5990135" cy="503685"/>
        </a:xfrm>
        <a:prstGeom prst="roundRect">
          <a:avLst/>
        </a:prstGeom>
        <a:solidFill>
          <a:schemeClr val="accent1">
            <a:shade val="80000"/>
            <a:hueOff val="0"/>
            <a:satOff val="-393"/>
            <a:lumOff val="11076"/>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dirty="0"/>
            <a:t>Skips unnecessary calculations.</a:t>
          </a:r>
          <a:endParaRPr lang="en-US" sz="2100" kern="1200" dirty="0"/>
        </a:p>
      </dsp:txBody>
      <dsp:txXfrm>
        <a:off x="24588" y="2121690"/>
        <a:ext cx="5940959" cy="454509"/>
      </dsp:txXfrm>
    </dsp:sp>
    <dsp:sp modelId="{16522C1F-CBF9-4F6A-823B-D56DB86E0A17}">
      <dsp:nvSpPr>
        <dsp:cNvPr id="0" name=""/>
        <dsp:cNvSpPr/>
      </dsp:nvSpPr>
      <dsp:spPr>
        <a:xfrm>
          <a:off x="0" y="2661267"/>
          <a:ext cx="5990135" cy="503685"/>
        </a:xfrm>
        <a:prstGeom prst="roundRect">
          <a:avLst/>
        </a:prstGeom>
        <a:solidFill>
          <a:schemeClr val="accent1">
            <a:shade val="80000"/>
            <a:hueOff val="0"/>
            <a:satOff val="-589"/>
            <a:lumOff val="16614"/>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a:t>Alpha(@):Best value for max.</a:t>
          </a:r>
          <a:endParaRPr lang="en-US" sz="2100" kern="1200"/>
        </a:p>
      </dsp:txBody>
      <dsp:txXfrm>
        <a:off x="24588" y="2685855"/>
        <a:ext cx="5940959" cy="454509"/>
      </dsp:txXfrm>
    </dsp:sp>
    <dsp:sp modelId="{436C9F4E-2E79-4BDC-B7E6-142D8AFB1B40}">
      <dsp:nvSpPr>
        <dsp:cNvPr id="0" name=""/>
        <dsp:cNvSpPr/>
      </dsp:nvSpPr>
      <dsp:spPr>
        <a:xfrm>
          <a:off x="0" y="3225432"/>
          <a:ext cx="5990135" cy="503685"/>
        </a:xfrm>
        <a:prstGeom prst="roundRect">
          <a:avLst/>
        </a:prstGeom>
        <a:solidFill>
          <a:schemeClr val="accent1">
            <a:shade val="80000"/>
            <a:hueOff val="0"/>
            <a:satOff val="-786"/>
            <a:lumOff val="22152"/>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a:t>Beta(B):Best value for min.</a:t>
          </a:r>
          <a:endParaRPr lang="en-US" sz="2100" kern="1200"/>
        </a:p>
      </dsp:txBody>
      <dsp:txXfrm>
        <a:off x="24588" y="3250020"/>
        <a:ext cx="5940959" cy="454509"/>
      </dsp:txXfrm>
    </dsp:sp>
    <dsp:sp modelId="{48E1362B-E631-449A-B7F9-E244455B328E}">
      <dsp:nvSpPr>
        <dsp:cNvPr id="0" name=""/>
        <dsp:cNvSpPr/>
      </dsp:nvSpPr>
      <dsp:spPr>
        <a:xfrm>
          <a:off x="0" y="3789597"/>
          <a:ext cx="5990135" cy="503685"/>
        </a:xfrm>
        <a:prstGeom prst="roundRect">
          <a:avLst/>
        </a:prstGeom>
        <a:solidFill>
          <a:schemeClr val="accent1">
            <a:shade val="80000"/>
            <a:hueOff val="0"/>
            <a:satOff val="-982"/>
            <a:lumOff val="2769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baseline="0"/>
            <a:t>If @&gt;=B stop.</a:t>
          </a:r>
          <a:endParaRPr lang="en-US" sz="2100" kern="1200"/>
        </a:p>
      </dsp:txBody>
      <dsp:txXfrm>
        <a:off x="24588" y="3814185"/>
        <a:ext cx="5940959" cy="45450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DC2E9B-591C-4690-A566-CCF2FFD5E349}">
      <dsp:nvSpPr>
        <dsp:cNvPr id="0" name=""/>
        <dsp:cNvSpPr/>
      </dsp:nvSpPr>
      <dsp:spPr>
        <a:xfrm>
          <a:off x="2888" y="496857"/>
          <a:ext cx="2291259" cy="3207762"/>
        </a:xfrm>
        <a:prstGeom prst="rect">
          <a:avLst/>
        </a:prstGeom>
        <a:solidFill>
          <a:schemeClr val="accent1">
            <a:alpha val="90000"/>
            <a:tint val="4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8635" tIns="330200" rIns="178635" bIns="330200" numCol="1" spcCol="1270" anchor="t" anchorCtr="0">
          <a:noAutofit/>
        </a:bodyPr>
        <a:lstStyle/>
        <a:p>
          <a:pPr marL="0" lvl="0" indent="0" algn="l" defTabSz="1022350">
            <a:lnSpc>
              <a:spcPct val="90000"/>
            </a:lnSpc>
            <a:spcBef>
              <a:spcPct val="0"/>
            </a:spcBef>
            <a:spcAft>
              <a:spcPct val="35000"/>
            </a:spcAft>
            <a:buNone/>
          </a:pPr>
          <a:r>
            <a:rPr lang="en-US" sz="2300" kern="1200" baseline="0"/>
            <a:t>Start from root.</a:t>
          </a:r>
          <a:endParaRPr lang="en-US" sz="2300" kern="1200"/>
        </a:p>
      </dsp:txBody>
      <dsp:txXfrm>
        <a:off x="2888" y="1715807"/>
        <a:ext cx="2291259" cy="1924657"/>
      </dsp:txXfrm>
    </dsp:sp>
    <dsp:sp modelId="{D0C83D31-1654-413E-ACEA-792F0C990BA7}">
      <dsp:nvSpPr>
        <dsp:cNvPr id="0" name=""/>
        <dsp:cNvSpPr/>
      </dsp:nvSpPr>
      <dsp:spPr>
        <a:xfrm>
          <a:off x="667353" y="817633"/>
          <a:ext cx="962328" cy="962328"/>
        </a:xfrm>
        <a:prstGeom prst="ellipse">
          <a:avLst/>
        </a:prstGeom>
        <a:solidFill>
          <a:schemeClr val="accent1">
            <a:shade val="80000"/>
            <a:hueOff val="0"/>
            <a:satOff val="0"/>
            <a:lumOff val="0"/>
            <a:alphaOff val="0"/>
          </a:schemeClr>
        </a:solidFill>
        <a:ln w="1397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5027" tIns="12700" rIns="75027" bIns="12700" numCol="1" spcCol="1270" anchor="ctr" anchorCtr="0">
          <a:noAutofit/>
        </a:bodyPr>
        <a:lstStyle/>
        <a:p>
          <a:pPr marL="0" lvl="0" indent="0" algn="ctr" defTabSz="2089150">
            <a:lnSpc>
              <a:spcPct val="90000"/>
            </a:lnSpc>
            <a:spcBef>
              <a:spcPct val="0"/>
            </a:spcBef>
            <a:spcAft>
              <a:spcPct val="35000"/>
            </a:spcAft>
            <a:buNone/>
          </a:pPr>
          <a:r>
            <a:rPr lang="en-US" sz="4700" kern="1200"/>
            <a:t>1</a:t>
          </a:r>
        </a:p>
      </dsp:txBody>
      <dsp:txXfrm>
        <a:off x="808283" y="958563"/>
        <a:ext cx="680468" cy="680468"/>
      </dsp:txXfrm>
    </dsp:sp>
    <dsp:sp modelId="{E11075D5-EC55-401A-9F2F-1F80DC260AD2}">
      <dsp:nvSpPr>
        <dsp:cNvPr id="0" name=""/>
        <dsp:cNvSpPr/>
      </dsp:nvSpPr>
      <dsp:spPr>
        <a:xfrm>
          <a:off x="2888" y="3704548"/>
          <a:ext cx="2291259" cy="72"/>
        </a:xfrm>
        <a:prstGeom prst="rect">
          <a:avLst/>
        </a:prstGeom>
        <a:solidFill>
          <a:schemeClr val="accent1">
            <a:shade val="80000"/>
            <a:hueOff val="0"/>
            <a:satOff val="-140"/>
            <a:lumOff val="3956"/>
            <a:alphaOff val="0"/>
          </a:schemeClr>
        </a:solidFill>
        <a:ln w="13970" cap="flat" cmpd="sng" algn="ctr">
          <a:solidFill>
            <a:schemeClr val="accent1">
              <a:shade val="80000"/>
              <a:hueOff val="0"/>
              <a:satOff val="-140"/>
              <a:lumOff val="3956"/>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B025A330-6240-48A4-8D02-19FCFF6AEE6F}">
      <dsp:nvSpPr>
        <dsp:cNvPr id="0" name=""/>
        <dsp:cNvSpPr/>
      </dsp:nvSpPr>
      <dsp:spPr>
        <a:xfrm>
          <a:off x="2523273" y="496857"/>
          <a:ext cx="2291259" cy="3207762"/>
        </a:xfrm>
        <a:prstGeom prst="rect">
          <a:avLst/>
        </a:prstGeom>
        <a:solidFill>
          <a:schemeClr val="accent1">
            <a:alpha val="90000"/>
            <a:tint val="4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8635" tIns="330200" rIns="178635" bIns="330200" numCol="1" spcCol="1270" anchor="t" anchorCtr="0">
          <a:noAutofit/>
        </a:bodyPr>
        <a:lstStyle/>
        <a:p>
          <a:pPr marL="0" lvl="0" indent="0" algn="l" defTabSz="1022350">
            <a:lnSpc>
              <a:spcPct val="90000"/>
            </a:lnSpc>
            <a:spcBef>
              <a:spcPct val="0"/>
            </a:spcBef>
            <a:spcAft>
              <a:spcPct val="35000"/>
            </a:spcAft>
            <a:buNone/>
          </a:pPr>
          <a:r>
            <a:rPr lang="en-US" sz="2300" kern="1200" baseline="0"/>
            <a:t>Traverse tree like min-max.</a:t>
          </a:r>
          <a:endParaRPr lang="en-US" sz="2300" kern="1200"/>
        </a:p>
      </dsp:txBody>
      <dsp:txXfrm>
        <a:off x="2523273" y="1715807"/>
        <a:ext cx="2291259" cy="1924657"/>
      </dsp:txXfrm>
    </dsp:sp>
    <dsp:sp modelId="{C7553C88-9C5D-4909-8014-C928C241A440}">
      <dsp:nvSpPr>
        <dsp:cNvPr id="0" name=""/>
        <dsp:cNvSpPr/>
      </dsp:nvSpPr>
      <dsp:spPr>
        <a:xfrm>
          <a:off x="3187738" y="817633"/>
          <a:ext cx="962328" cy="962328"/>
        </a:xfrm>
        <a:prstGeom prst="ellipse">
          <a:avLst/>
        </a:prstGeom>
        <a:solidFill>
          <a:schemeClr val="accent1">
            <a:shade val="80000"/>
            <a:hueOff val="0"/>
            <a:satOff val="-281"/>
            <a:lumOff val="7911"/>
            <a:alphaOff val="0"/>
          </a:schemeClr>
        </a:solidFill>
        <a:ln w="13970" cap="flat" cmpd="sng" algn="ctr">
          <a:solidFill>
            <a:schemeClr val="accent1">
              <a:shade val="80000"/>
              <a:hueOff val="0"/>
              <a:satOff val="-281"/>
              <a:lumOff val="7911"/>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5027" tIns="12700" rIns="75027" bIns="12700" numCol="1" spcCol="1270" anchor="ctr" anchorCtr="0">
          <a:noAutofit/>
        </a:bodyPr>
        <a:lstStyle/>
        <a:p>
          <a:pPr marL="0" lvl="0" indent="0" algn="ctr" defTabSz="2089150">
            <a:lnSpc>
              <a:spcPct val="90000"/>
            </a:lnSpc>
            <a:spcBef>
              <a:spcPct val="0"/>
            </a:spcBef>
            <a:spcAft>
              <a:spcPct val="35000"/>
            </a:spcAft>
            <a:buNone/>
          </a:pPr>
          <a:r>
            <a:rPr lang="en-US" sz="4700" kern="1200"/>
            <a:t>2</a:t>
          </a:r>
        </a:p>
      </dsp:txBody>
      <dsp:txXfrm>
        <a:off x="3328668" y="958563"/>
        <a:ext cx="680468" cy="680468"/>
      </dsp:txXfrm>
    </dsp:sp>
    <dsp:sp modelId="{02D37AD1-7CF0-4135-93A5-24429F275CBE}">
      <dsp:nvSpPr>
        <dsp:cNvPr id="0" name=""/>
        <dsp:cNvSpPr/>
      </dsp:nvSpPr>
      <dsp:spPr>
        <a:xfrm>
          <a:off x="2523273" y="3704548"/>
          <a:ext cx="2291259" cy="72"/>
        </a:xfrm>
        <a:prstGeom prst="rect">
          <a:avLst/>
        </a:prstGeom>
        <a:solidFill>
          <a:schemeClr val="accent1">
            <a:shade val="80000"/>
            <a:hueOff val="0"/>
            <a:satOff val="-421"/>
            <a:lumOff val="11867"/>
            <a:alphaOff val="0"/>
          </a:schemeClr>
        </a:solidFill>
        <a:ln w="13970" cap="flat" cmpd="sng" algn="ctr">
          <a:solidFill>
            <a:schemeClr val="accent1">
              <a:shade val="80000"/>
              <a:hueOff val="0"/>
              <a:satOff val="-421"/>
              <a:lumOff val="11867"/>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C14D98AE-827F-481F-9C5B-3F29B4B0A366}">
      <dsp:nvSpPr>
        <dsp:cNvPr id="0" name=""/>
        <dsp:cNvSpPr/>
      </dsp:nvSpPr>
      <dsp:spPr>
        <a:xfrm>
          <a:off x="5043658" y="496857"/>
          <a:ext cx="2291259" cy="3207762"/>
        </a:xfrm>
        <a:prstGeom prst="rect">
          <a:avLst/>
        </a:prstGeom>
        <a:solidFill>
          <a:schemeClr val="accent1">
            <a:alpha val="90000"/>
            <a:tint val="4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8635" tIns="330200" rIns="178635" bIns="330200" numCol="1" spcCol="1270" anchor="t" anchorCtr="0">
          <a:noAutofit/>
        </a:bodyPr>
        <a:lstStyle/>
        <a:p>
          <a:pPr marL="0" lvl="0" indent="0" algn="l" defTabSz="1022350">
            <a:lnSpc>
              <a:spcPct val="90000"/>
            </a:lnSpc>
            <a:spcBef>
              <a:spcPct val="0"/>
            </a:spcBef>
            <a:spcAft>
              <a:spcPct val="35000"/>
            </a:spcAft>
            <a:buNone/>
          </a:pPr>
          <a:r>
            <a:rPr lang="en-US" sz="2300" kern="1200" baseline="0"/>
            <a:t>Apply pruning when condition meets.</a:t>
          </a:r>
          <a:endParaRPr lang="en-US" sz="2300" kern="1200"/>
        </a:p>
      </dsp:txBody>
      <dsp:txXfrm>
        <a:off x="5043658" y="1715807"/>
        <a:ext cx="2291259" cy="1924657"/>
      </dsp:txXfrm>
    </dsp:sp>
    <dsp:sp modelId="{FE6FAE6A-7408-4849-9E99-95158CB0B64D}">
      <dsp:nvSpPr>
        <dsp:cNvPr id="0" name=""/>
        <dsp:cNvSpPr/>
      </dsp:nvSpPr>
      <dsp:spPr>
        <a:xfrm>
          <a:off x="5708123" y="817633"/>
          <a:ext cx="962328" cy="962328"/>
        </a:xfrm>
        <a:prstGeom prst="ellipse">
          <a:avLst/>
        </a:prstGeom>
        <a:solidFill>
          <a:schemeClr val="accent1">
            <a:shade val="80000"/>
            <a:hueOff val="0"/>
            <a:satOff val="-561"/>
            <a:lumOff val="15823"/>
            <a:alphaOff val="0"/>
          </a:schemeClr>
        </a:solidFill>
        <a:ln w="13970" cap="flat" cmpd="sng" algn="ctr">
          <a:solidFill>
            <a:schemeClr val="accent1">
              <a:shade val="80000"/>
              <a:hueOff val="0"/>
              <a:satOff val="-561"/>
              <a:lumOff val="1582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5027" tIns="12700" rIns="75027" bIns="12700" numCol="1" spcCol="1270" anchor="ctr" anchorCtr="0">
          <a:noAutofit/>
        </a:bodyPr>
        <a:lstStyle/>
        <a:p>
          <a:pPr marL="0" lvl="0" indent="0" algn="ctr" defTabSz="2089150">
            <a:lnSpc>
              <a:spcPct val="90000"/>
            </a:lnSpc>
            <a:spcBef>
              <a:spcPct val="0"/>
            </a:spcBef>
            <a:spcAft>
              <a:spcPct val="35000"/>
            </a:spcAft>
            <a:buNone/>
          </a:pPr>
          <a:r>
            <a:rPr lang="en-US" sz="4700" kern="1200"/>
            <a:t>3</a:t>
          </a:r>
        </a:p>
      </dsp:txBody>
      <dsp:txXfrm>
        <a:off x="5849053" y="958563"/>
        <a:ext cx="680468" cy="680468"/>
      </dsp:txXfrm>
    </dsp:sp>
    <dsp:sp modelId="{F6EED78C-A014-4CE0-B51B-E8B6D83B1775}">
      <dsp:nvSpPr>
        <dsp:cNvPr id="0" name=""/>
        <dsp:cNvSpPr/>
      </dsp:nvSpPr>
      <dsp:spPr>
        <a:xfrm>
          <a:off x="5043658" y="3704548"/>
          <a:ext cx="2291259" cy="72"/>
        </a:xfrm>
        <a:prstGeom prst="rect">
          <a:avLst/>
        </a:prstGeom>
        <a:solidFill>
          <a:schemeClr val="accent1">
            <a:shade val="80000"/>
            <a:hueOff val="0"/>
            <a:satOff val="-701"/>
            <a:lumOff val="19779"/>
            <a:alphaOff val="0"/>
          </a:schemeClr>
        </a:solidFill>
        <a:ln w="13970" cap="flat" cmpd="sng" algn="ctr">
          <a:solidFill>
            <a:schemeClr val="accent1">
              <a:shade val="80000"/>
              <a:hueOff val="0"/>
              <a:satOff val="-701"/>
              <a:lumOff val="19779"/>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7C3182F2-DFEF-4E60-BD78-35F8DBDFE337}">
      <dsp:nvSpPr>
        <dsp:cNvPr id="0" name=""/>
        <dsp:cNvSpPr/>
      </dsp:nvSpPr>
      <dsp:spPr>
        <a:xfrm>
          <a:off x="7564043" y="496857"/>
          <a:ext cx="2291259" cy="3207762"/>
        </a:xfrm>
        <a:prstGeom prst="rect">
          <a:avLst/>
        </a:prstGeom>
        <a:solidFill>
          <a:schemeClr val="accent1">
            <a:alpha val="90000"/>
            <a:tint val="4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8635" tIns="330200" rIns="178635" bIns="330200" numCol="1" spcCol="1270" anchor="t" anchorCtr="0">
          <a:noAutofit/>
        </a:bodyPr>
        <a:lstStyle/>
        <a:p>
          <a:pPr marL="0" lvl="0" indent="0" algn="l" defTabSz="1022350">
            <a:lnSpc>
              <a:spcPct val="90000"/>
            </a:lnSpc>
            <a:spcBef>
              <a:spcPct val="0"/>
            </a:spcBef>
            <a:spcAft>
              <a:spcPct val="35000"/>
            </a:spcAft>
            <a:buNone/>
          </a:pPr>
          <a:r>
            <a:rPr lang="en-US" sz="2300" kern="1200" baseline="0"/>
            <a:t>Ignore useless branch.</a:t>
          </a:r>
          <a:endParaRPr lang="en-US" sz="2300" kern="1200"/>
        </a:p>
      </dsp:txBody>
      <dsp:txXfrm>
        <a:off x="7564043" y="1715807"/>
        <a:ext cx="2291259" cy="1924657"/>
      </dsp:txXfrm>
    </dsp:sp>
    <dsp:sp modelId="{7FE2D920-5158-4796-A7C8-DAD572556C5E}">
      <dsp:nvSpPr>
        <dsp:cNvPr id="0" name=""/>
        <dsp:cNvSpPr/>
      </dsp:nvSpPr>
      <dsp:spPr>
        <a:xfrm>
          <a:off x="8228508" y="817633"/>
          <a:ext cx="962328" cy="962328"/>
        </a:xfrm>
        <a:prstGeom prst="ellipse">
          <a:avLst/>
        </a:prstGeom>
        <a:solidFill>
          <a:schemeClr val="accent1">
            <a:shade val="80000"/>
            <a:hueOff val="0"/>
            <a:satOff val="-842"/>
            <a:lumOff val="23734"/>
            <a:alphaOff val="0"/>
          </a:schemeClr>
        </a:solidFill>
        <a:ln w="13970" cap="flat" cmpd="sng" algn="ctr">
          <a:solidFill>
            <a:schemeClr val="accent1">
              <a:shade val="80000"/>
              <a:hueOff val="0"/>
              <a:satOff val="-842"/>
              <a:lumOff val="23734"/>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75027" tIns="12700" rIns="75027" bIns="12700" numCol="1" spcCol="1270" anchor="ctr" anchorCtr="0">
          <a:noAutofit/>
        </a:bodyPr>
        <a:lstStyle/>
        <a:p>
          <a:pPr marL="0" lvl="0" indent="0" algn="ctr" defTabSz="2089150">
            <a:lnSpc>
              <a:spcPct val="90000"/>
            </a:lnSpc>
            <a:spcBef>
              <a:spcPct val="0"/>
            </a:spcBef>
            <a:spcAft>
              <a:spcPct val="35000"/>
            </a:spcAft>
            <a:buNone/>
          </a:pPr>
          <a:r>
            <a:rPr lang="en-US" sz="4700" kern="1200"/>
            <a:t>4</a:t>
          </a:r>
        </a:p>
      </dsp:txBody>
      <dsp:txXfrm>
        <a:off x="8369438" y="958563"/>
        <a:ext cx="680468" cy="680468"/>
      </dsp:txXfrm>
    </dsp:sp>
    <dsp:sp modelId="{9F431C66-BCD5-4E99-A216-2F25E304D34F}">
      <dsp:nvSpPr>
        <dsp:cNvPr id="0" name=""/>
        <dsp:cNvSpPr/>
      </dsp:nvSpPr>
      <dsp:spPr>
        <a:xfrm>
          <a:off x="7564043" y="3704548"/>
          <a:ext cx="2291259" cy="72"/>
        </a:xfrm>
        <a:prstGeom prst="rect">
          <a:avLst/>
        </a:prstGeom>
        <a:solidFill>
          <a:schemeClr val="accent1">
            <a:shade val="80000"/>
            <a:hueOff val="0"/>
            <a:satOff val="-982"/>
            <a:lumOff val="27690"/>
            <a:alphaOff val="0"/>
          </a:schemeClr>
        </a:solidFill>
        <a:ln w="13970" cap="flat" cmpd="sng" algn="ctr">
          <a:solidFill>
            <a:schemeClr val="accent1">
              <a:shade val="80000"/>
              <a:hueOff val="0"/>
              <a:satOff val="-982"/>
              <a:lumOff val="2769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95CBC-D399-4E61-993A-D8D2257307CA}">
      <dsp:nvSpPr>
        <dsp:cNvPr id="0" name=""/>
        <dsp:cNvSpPr/>
      </dsp:nvSpPr>
      <dsp:spPr>
        <a:xfrm>
          <a:off x="1537694" y="1300"/>
          <a:ext cx="3229905" cy="1937943"/>
        </a:xfrm>
        <a:prstGeom prst="rect">
          <a:avLst/>
        </a:prstGeom>
        <a:solidFill>
          <a:schemeClr val="accent1">
            <a:shade val="80000"/>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baseline="0"/>
            <a:t>CSP is a problem where we assign values to variables while satisfying constraints.</a:t>
          </a:r>
          <a:endParaRPr lang="en-US" sz="2500" kern="1200"/>
        </a:p>
      </dsp:txBody>
      <dsp:txXfrm>
        <a:off x="1537694" y="1300"/>
        <a:ext cx="3229905" cy="1937943"/>
      </dsp:txXfrm>
    </dsp:sp>
    <dsp:sp modelId="{7BAA1DEE-0F02-4833-B30B-4B9AFC4A7F5F}">
      <dsp:nvSpPr>
        <dsp:cNvPr id="0" name=""/>
        <dsp:cNvSpPr/>
      </dsp:nvSpPr>
      <dsp:spPr>
        <a:xfrm>
          <a:off x="5090590" y="1300"/>
          <a:ext cx="3229905" cy="1937943"/>
        </a:xfrm>
        <a:prstGeom prst="rect">
          <a:avLst/>
        </a:prstGeom>
        <a:solidFill>
          <a:schemeClr val="accent1">
            <a:shade val="80000"/>
            <a:hueOff val="0"/>
            <a:satOff val="-327"/>
            <a:lumOff val="923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baseline="0" dirty="0"/>
            <a:t>Find Valid solutions without breaking rules.</a:t>
          </a:r>
          <a:endParaRPr lang="en-US" sz="2500" kern="1200" dirty="0"/>
        </a:p>
      </dsp:txBody>
      <dsp:txXfrm>
        <a:off x="5090590" y="1300"/>
        <a:ext cx="3229905" cy="1937943"/>
      </dsp:txXfrm>
    </dsp:sp>
    <dsp:sp modelId="{3E86A9AC-0AFC-42EC-B45F-E8E53074BEA4}">
      <dsp:nvSpPr>
        <dsp:cNvPr id="0" name=""/>
        <dsp:cNvSpPr/>
      </dsp:nvSpPr>
      <dsp:spPr>
        <a:xfrm>
          <a:off x="1537694" y="2262234"/>
          <a:ext cx="3229905" cy="1937943"/>
        </a:xfrm>
        <a:prstGeom prst="rect">
          <a:avLst/>
        </a:prstGeom>
        <a:solidFill>
          <a:schemeClr val="accent1">
            <a:shade val="80000"/>
            <a:hueOff val="0"/>
            <a:satOff val="-655"/>
            <a:lumOff val="1846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baseline="0"/>
            <a:t>It has 3 parts:</a:t>
          </a:r>
          <a:endParaRPr lang="en-US" sz="2500" kern="1200"/>
        </a:p>
        <a:p>
          <a:pPr marL="228600" lvl="1" indent="-228600" algn="l" defTabSz="889000">
            <a:lnSpc>
              <a:spcPct val="90000"/>
            </a:lnSpc>
            <a:spcBef>
              <a:spcPct val="0"/>
            </a:spcBef>
            <a:spcAft>
              <a:spcPct val="15000"/>
            </a:spcAft>
            <a:buChar char="•"/>
          </a:pPr>
          <a:r>
            <a:rPr lang="en-US" sz="2000" kern="1200" baseline="0"/>
            <a:t>Variables(X)</a:t>
          </a:r>
          <a:endParaRPr lang="en-US" sz="2000" kern="1200"/>
        </a:p>
        <a:p>
          <a:pPr marL="228600" lvl="1" indent="-228600" algn="l" defTabSz="889000">
            <a:lnSpc>
              <a:spcPct val="90000"/>
            </a:lnSpc>
            <a:spcBef>
              <a:spcPct val="0"/>
            </a:spcBef>
            <a:spcAft>
              <a:spcPct val="15000"/>
            </a:spcAft>
            <a:buChar char="•"/>
          </a:pPr>
          <a:r>
            <a:rPr lang="en-US" sz="2000" kern="1200" baseline="0"/>
            <a:t>Domains(D)</a:t>
          </a:r>
          <a:endParaRPr lang="en-US" sz="2000" kern="1200"/>
        </a:p>
        <a:p>
          <a:pPr marL="228600" lvl="1" indent="-228600" algn="l" defTabSz="889000">
            <a:lnSpc>
              <a:spcPct val="90000"/>
            </a:lnSpc>
            <a:spcBef>
              <a:spcPct val="0"/>
            </a:spcBef>
            <a:spcAft>
              <a:spcPct val="15000"/>
            </a:spcAft>
            <a:buChar char="•"/>
          </a:pPr>
          <a:r>
            <a:rPr lang="en-US" sz="2000" kern="1200" baseline="0"/>
            <a:t>Constraints(C)</a:t>
          </a:r>
          <a:endParaRPr lang="en-US" sz="2000" kern="1200"/>
        </a:p>
      </dsp:txBody>
      <dsp:txXfrm>
        <a:off x="1537694" y="2262234"/>
        <a:ext cx="3229905" cy="1937943"/>
      </dsp:txXfrm>
    </dsp:sp>
    <dsp:sp modelId="{A2E3D06C-826F-4931-97DD-5E0B455CAE75}">
      <dsp:nvSpPr>
        <dsp:cNvPr id="0" name=""/>
        <dsp:cNvSpPr/>
      </dsp:nvSpPr>
      <dsp:spPr>
        <a:xfrm>
          <a:off x="5090590" y="2262234"/>
          <a:ext cx="3229905" cy="1937943"/>
        </a:xfrm>
        <a:prstGeom prst="rect">
          <a:avLst/>
        </a:prstGeom>
        <a:solidFill>
          <a:schemeClr val="accent1">
            <a:shade val="80000"/>
            <a:hueOff val="0"/>
            <a:satOff val="-982"/>
            <a:lumOff val="2769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baseline="0"/>
            <a:t>Applications : Sudoku, Puzzle Solving</a:t>
          </a:r>
          <a:endParaRPr lang="en-US" sz="2500" kern="1200"/>
        </a:p>
      </dsp:txBody>
      <dsp:txXfrm>
        <a:off x="5090590" y="2262234"/>
        <a:ext cx="3229905" cy="193794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84C03-9AF6-4692-9BC4-1FF2799D14C6}">
      <dsp:nvSpPr>
        <dsp:cNvPr id="0" name=""/>
        <dsp:cNvSpPr/>
      </dsp:nvSpPr>
      <dsp:spPr>
        <a:xfrm>
          <a:off x="1419095" y="53363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439D39-FCF4-4703-BA87-A0FECD925998}">
      <dsp:nvSpPr>
        <dsp:cNvPr id="0" name=""/>
        <dsp:cNvSpPr/>
      </dsp:nvSpPr>
      <dsp:spPr>
        <a:xfrm>
          <a:off x="231095" y="294784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baseline="0"/>
            <a:t>Regions must have different color.</a:t>
          </a:r>
          <a:endParaRPr lang="en-US" sz="2600" kern="1200"/>
        </a:p>
      </dsp:txBody>
      <dsp:txXfrm>
        <a:off x="231095" y="2947841"/>
        <a:ext cx="4320000" cy="720000"/>
      </dsp:txXfrm>
    </dsp:sp>
    <dsp:sp modelId="{8F41EB32-DC44-4CE4-A441-668447037FFB}">
      <dsp:nvSpPr>
        <dsp:cNvPr id="0" name=""/>
        <dsp:cNvSpPr/>
      </dsp:nvSpPr>
      <dsp:spPr>
        <a:xfrm>
          <a:off x="6495095" y="53363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C1253F-0A03-42BC-82B9-939596407038}">
      <dsp:nvSpPr>
        <dsp:cNvPr id="0" name=""/>
        <dsp:cNvSpPr/>
      </dsp:nvSpPr>
      <dsp:spPr>
        <a:xfrm>
          <a:off x="5307095" y="294784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baseline="0"/>
            <a:t>No two neighbors should have same color.</a:t>
          </a:r>
          <a:endParaRPr lang="en-US" sz="2600" kern="1200"/>
        </a:p>
      </dsp:txBody>
      <dsp:txXfrm>
        <a:off x="5307095" y="2947841"/>
        <a:ext cx="4320000" cy="72000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94635D-4A88-413B-8AAE-9ED7D8C7E389}">
      <dsp:nvSpPr>
        <dsp:cNvPr id="0" name=""/>
        <dsp:cNvSpPr/>
      </dsp:nvSpPr>
      <dsp:spPr>
        <a:xfrm>
          <a:off x="0" y="95513"/>
          <a:ext cx="5990135" cy="1220236"/>
        </a:xfrm>
        <a:prstGeom prst="roundRect">
          <a:avLst/>
        </a:prstGeom>
        <a:solidFill>
          <a:schemeClr val="accent1">
            <a:shade val="8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X={WA,</a:t>
          </a:r>
          <a:r>
            <a:rPr lang="fr-FR" sz="2200" kern="1200" baseline="0"/>
            <a:t>NT, Q, NSW, V, SA, T}</a:t>
          </a:r>
          <a:endParaRPr lang="en-US" sz="2200" kern="1200"/>
        </a:p>
      </dsp:txBody>
      <dsp:txXfrm>
        <a:off x="59567" y="155080"/>
        <a:ext cx="5871001" cy="1101102"/>
      </dsp:txXfrm>
    </dsp:sp>
    <dsp:sp modelId="{0397968D-2F5F-4F3D-80B4-518CC8DC14ED}">
      <dsp:nvSpPr>
        <dsp:cNvPr id="0" name=""/>
        <dsp:cNvSpPr/>
      </dsp:nvSpPr>
      <dsp:spPr>
        <a:xfrm>
          <a:off x="0" y="1379110"/>
          <a:ext cx="5990135" cy="1220236"/>
        </a:xfrm>
        <a:prstGeom prst="roundRect">
          <a:avLst/>
        </a:prstGeom>
        <a:solidFill>
          <a:schemeClr val="accent1">
            <a:shade val="80000"/>
            <a:hueOff val="0"/>
            <a:satOff val="-327"/>
            <a:lumOff val="923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Domain={red,green,blue}</a:t>
          </a:r>
          <a:endParaRPr lang="en-US" sz="2200" kern="1200"/>
        </a:p>
      </dsp:txBody>
      <dsp:txXfrm>
        <a:off x="59567" y="1438677"/>
        <a:ext cx="5871001" cy="1101102"/>
      </dsp:txXfrm>
    </dsp:sp>
    <dsp:sp modelId="{AA81476D-6769-42D0-B436-44B1281940C3}">
      <dsp:nvSpPr>
        <dsp:cNvPr id="0" name=""/>
        <dsp:cNvSpPr/>
      </dsp:nvSpPr>
      <dsp:spPr>
        <a:xfrm>
          <a:off x="0" y="2662707"/>
          <a:ext cx="5990135" cy="1220236"/>
        </a:xfrm>
        <a:prstGeom prst="roundRect">
          <a:avLst/>
        </a:prstGeom>
        <a:solidFill>
          <a:schemeClr val="accent1">
            <a:shade val="80000"/>
            <a:hueOff val="0"/>
            <a:satOff val="-655"/>
            <a:lumOff val="1846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C = {SA ≠ WA, SA ≠ NT, SA ≠ Q,SA ≠ NSW,SA ≠ V, WA ≠ NT,NT ≠ Q,Q ≠ NSW,NSW ≠ V}</a:t>
          </a:r>
          <a:endParaRPr lang="en-US" sz="2200" kern="1200"/>
        </a:p>
      </dsp:txBody>
      <dsp:txXfrm>
        <a:off x="59567" y="2722274"/>
        <a:ext cx="5871001" cy="1101102"/>
      </dsp:txXfrm>
    </dsp:sp>
    <dsp:sp modelId="{8E90159B-0F78-4789-B0A1-9246D3D591BE}">
      <dsp:nvSpPr>
        <dsp:cNvPr id="0" name=""/>
        <dsp:cNvSpPr/>
      </dsp:nvSpPr>
      <dsp:spPr>
        <a:xfrm>
          <a:off x="0" y="3946303"/>
          <a:ext cx="5990135" cy="1220236"/>
        </a:xfrm>
        <a:prstGeom prst="roundRect">
          <a:avLst/>
        </a:prstGeom>
        <a:solidFill>
          <a:schemeClr val="accent1">
            <a:shade val="80000"/>
            <a:hueOff val="0"/>
            <a:satOff val="-982"/>
            <a:lumOff val="2769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WA=red, NT=green, Q=red, NSW=green, V =red, SA=blue, T =red</a:t>
          </a:r>
          <a:endParaRPr lang="en-US" sz="2200" kern="1200"/>
        </a:p>
      </dsp:txBody>
      <dsp:txXfrm>
        <a:off x="59567" y="4005870"/>
        <a:ext cx="5871001" cy="110110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45A2A-3DCD-4244-9E47-A63C69CDF034}"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5C4DC-A182-4506-94AD-65B121969A14}" type="slidenum">
              <a:rPr lang="en-US" smtClean="0"/>
              <a:t>‹#›</a:t>
            </a:fld>
            <a:endParaRPr lang="en-US"/>
          </a:p>
        </p:txBody>
      </p:sp>
    </p:spTree>
    <p:extLst>
      <p:ext uri="{BB962C8B-B14F-4D97-AF65-F5344CB8AC3E}">
        <p14:creationId xmlns:p14="http://schemas.microsoft.com/office/powerpoint/2010/main" val="118124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38279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705164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4115143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9AE814E-D186-4E45-8680-A650A1FF1CF3}" type="datetimeFigureOut">
              <a:rPr lang="en-US" smtClean="0"/>
              <a:t>4/9/2026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0E1D18A9-ACB7-4D9E-AD02-E553BF8D2F69}"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99230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814E-D186-4E45-8680-A650A1FF1CF3}"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285865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814E-D186-4E45-8680-A650A1FF1CF3}"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D18A9-ACB7-4D9E-AD02-E553BF8D2F69}"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03917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AE814E-D186-4E45-8680-A650A1FF1CF3}"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588168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AE814E-D186-4E45-8680-A650A1FF1CF3}"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328512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AE814E-D186-4E45-8680-A650A1FF1CF3}"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394183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AE814E-D186-4E45-8680-A650A1FF1CF3}"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1698904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AE814E-D186-4E45-8680-A650A1FF1CF3}"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2715230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AE814E-D186-4E45-8680-A650A1FF1CF3}"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56480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814E-D186-4E45-8680-A650A1FF1CF3}"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405075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814E-D186-4E45-8680-A650A1FF1CF3}"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1D18A9-ACB7-4D9E-AD02-E553BF8D2F69}" type="slidenum">
              <a:rPr lang="en-US" smtClean="0"/>
              <a:t>‹#›</a:t>
            </a:fld>
            <a:endParaRPr lang="en-US"/>
          </a:p>
        </p:txBody>
      </p:sp>
    </p:spTree>
    <p:extLst>
      <p:ext uri="{BB962C8B-B14F-4D97-AF65-F5344CB8AC3E}">
        <p14:creationId xmlns:p14="http://schemas.microsoft.com/office/powerpoint/2010/main" val="2924370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CE49-8C69-F9B5-81E8-9028DF332D9E}"/>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836D6C32-4450-4D00-5144-E8704E12A4B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415644-ACA3-3839-CACA-8739DE8FFD7F}"/>
              </a:ext>
            </a:extLst>
          </p:cNvPr>
          <p:cNvSpPr>
            <a:spLocks noGrp="1"/>
          </p:cNvSpPr>
          <p:nvPr>
            <p:ph type="dt" sz="half" idx="10"/>
          </p:nvPr>
        </p:nvSpPr>
        <p:spPr/>
        <p:txBody>
          <a:bodyPr/>
          <a:lstStyle/>
          <a:p>
            <a:fld id="{91ACB897-EF86-4369-A849-B29421779A58}" type="datetimeFigureOut">
              <a:rPr lang="en-US" smtClean="0"/>
              <a:t>4/9/2026</a:t>
            </a:fld>
            <a:endParaRPr lang="en-US"/>
          </a:p>
        </p:txBody>
      </p:sp>
      <p:sp>
        <p:nvSpPr>
          <p:cNvPr id="5" name="Footer Placeholder 4">
            <a:extLst>
              <a:ext uri="{FF2B5EF4-FFF2-40B4-BE49-F238E27FC236}">
                <a16:creationId xmlns:a16="http://schemas.microsoft.com/office/drawing/2014/main" id="{7A432529-56D5-AB6F-7850-2D7A738E17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8DF4CE-E2B0-B18F-F417-559A6E5A93B1}"/>
              </a:ext>
            </a:extLst>
          </p:cNvPr>
          <p:cNvSpPr>
            <a:spLocks noGrp="1"/>
          </p:cNvSpPr>
          <p:nvPr>
            <p:ph type="sldNum" sz="quarter" idx="12"/>
          </p:nvPr>
        </p:nvSpPr>
        <p:spPr/>
        <p:txBody>
          <a:bodyPr/>
          <a:lstStyle/>
          <a:p>
            <a:fld id="{FC82E895-482A-44B6-B4D1-9CD7B2E9A35A}" type="slidenum">
              <a:rPr lang="en-US" smtClean="0"/>
              <a:t>‹#›</a:t>
            </a:fld>
            <a:endParaRPr lang="en-US"/>
          </a:p>
        </p:txBody>
      </p:sp>
    </p:spTree>
    <p:extLst>
      <p:ext uri="{BB962C8B-B14F-4D97-AF65-F5344CB8AC3E}">
        <p14:creationId xmlns:p14="http://schemas.microsoft.com/office/powerpoint/2010/main" val="208139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697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9AE814E-D186-4E45-8680-A650A1FF1CF3}" type="datetimeFigureOut">
              <a:rPr lang="en-US" smtClean="0"/>
              <a:t>4/9/2026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0E1D18A9-ACB7-4D9E-AD02-E553BF8D2F69}" type="slidenum">
              <a:rPr lang="en-US" smtClean="0"/>
              <a:t>‹#›</a:t>
            </a:fld>
            <a:endParaRPr lang="en-US"/>
          </a:p>
        </p:txBody>
      </p:sp>
    </p:spTree>
    <p:extLst>
      <p:ext uri="{BB962C8B-B14F-4D97-AF65-F5344CB8AC3E}">
        <p14:creationId xmlns:p14="http://schemas.microsoft.com/office/powerpoint/2010/main" val="155979926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0.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45.jpe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9047" y="643466"/>
            <a:ext cx="2771273" cy="5225627"/>
          </a:xfrm>
        </p:spPr>
        <p:txBody>
          <a:bodyPr anchor="ctr">
            <a:normAutofit/>
          </a:bodyPr>
          <a:lstStyle/>
          <a:p>
            <a:r>
              <a:rPr lang="en-US" sz="3600">
                <a:latin typeface="Times New Roman" panose="02020603050405020304" pitchFamily="18" charset="0"/>
                <a:cs typeface="Times New Roman" panose="02020603050405020304" pitchFamily="18" charset="0"/>
              </a:rPr>
              <a:t>				Unit-3</a:t>
            </a:r>
            <a:br>
              <a:rPr lang="en-US" sz="3600">
                <a:latin typeface="Times New Roman" panose="02020603050405020304" pitchFamily="18" charset="0"/>
                <a:cs typeface="Times New Roman" panose="02020603050405020304" pitchFamily="18" charset="0"/>
              </a:rPr>
            </a:br>
            <a:r>
              <a:rPr lang="en-US" sz="3600">
                <a:latin typeface="Times New Roman" panose="02020603050405020304" pitchFamily="18" charset="0"/>
                <a:cs typeface="Times New Roman" panose="02020603050405020304" pitchFamily="18" charset="0"/>
              </a:rPr>
              <a:t> 	    Problem Solving by Searching</a:t>
            </a:r>
          </a:p>
        </p:txBody>
      </p:sp>
      <p:sp>
        <p:nvSpPr>
          <p:cNvPr id="3" name="Content Placeholder 2"/>
          <p:cNvSpPr>
            <a:spLocks noGrp="1"/>
          </p:cNvSpPr>
          <p:nvPr>
            <p:ph idx="1"/>
          </p:nvPr>
        </p:nvSpPr>
        <p:spPr>
          <a:xfrm>
            <a:off x="4351019" y="643466"/>
            <a:ext cx="6895973" cy="5225628"/>
          </a:xfrm>
        </p:spPr>
        <p:txBody>
          <a:bodyPr anchor="ctr">
            <a:normAutofit/>
          </a:bodyPr>
          <a:lstStyle/>
          <a:p>
            <a:pPr marL="0" indent="0">
              <a:buNone/>
            </a:pPr>
            <a:r>
              <a:rPr lang="en-US">
                <a:latin typeface="Times New Roman" panose="02020603050405020304" pitchFamily="18" charset="0"/>
                <a:cs typeface="Times New Roman" panose="02020603050405020304" pitchFamily="18" charset="0"/>
              </a:rPr>
              <a:t>Presented By: </a:t>
            </a:r>
          </a:p>
          <a:p>
            <a:pPr marL="0" indent="0">
              <a:buNone/>
            </a:pPr>
            <a:r>
              <a:rPr lang="en-US">
                <a:latin typeface="Times New Roman" panose="02020603050405020304" pitchFamily="18" charset="0"/>
                <a:cs typeface="Times New Roman" panose="02020603050405020304" pitchFamily="18" charset="0"/>
              </a:rPr>
              <a:t>Safalta Joshi</a:t>
            </a:r>
          </a:p>
          <a:p>
            <a:pPr marL="0" indent="0">
              <a:buNone/>
            </a:pPr>
            <a:r>
              <a:rPr lang="en-US">
                <a:latin typeface="Times New Roman" panose="02020603050405020304" pitchFamily="18" charset="0"/>
                <a:cs typeface="Times New Roman" panose="02020603050405020304" pitchFamily="18" charset="0"/>
              </a:rPr>
              <a:t>Sameer Maharjan</a:t>
            </a:r>
          </a:p>
          <a:p>
            <a:pPr marL="0" indent="0">
              <a:buNone/>
            </a:pPr>
            <a:r>
              <a:rPr lang="en-US">
                <a:latin typeface="Times New Roman" panose="02020603050405020304" pitchFamily="18" charset="0"/>
                <a:cs typeface="Times New Roman" panose="02020603050405020304" pitchFamily="18" charset="0"/>
              </a:rPr>
              <a:t>Sujal Shrestha</a:t>
            </a:r>
          </a:p>
          <a:p>
            <a:pPr marL="0" indent="0">
              <a:buNone/>
            </a:pPr>
            <a:r>
              <a:rPr lang="en-US">
                <a:latin typeface="Times New Roman" panose="02020603050405020304" pitchFamily="18" charset="0"/>
                <a:cs typeface="Times New Roman" panose="02020603050405020304" pitchFamily="18" charset="0"/>
              </a:rPr>
              <a:t>Sakshyam Tamrakar</a:t>
            </a:r>
          </a:p>
          <a:p>
            <a:pPr marL="0" indent="0">
              <a:buNone/>
            </a:pPr>
            <a:r>
              <a:rPr lang="en-US">
                <a:latin typeface="Times New Roman" panose="02020603050405020304" pitchFamily="18" charset="0"/>
                <a:cs typeface="Times New Roman" panose="02020603050405020304" pitchFamily="18" charset="0"/>
              </a:rPr>
              <a:t>Suhana Shrestha</a:t>
            </a:r>
          </a:p>
          <a:p>
            <a:pPr marL="0" indent="0">
              <a:buNone/>
            </a:pPr>
            <a:r>
              <a:rPr lang="en-US">
                <a:latin typeface="Times New Roman" panose="02020603050405020304" pitchFamily="18" charset="0"/>
                <a:cs typeface="Times New Roman" panose="02020603050405020304" pitchFamily="18" charset="0"/>
              </a:rPr>
              <a:t>Yukesh Maharjan</a:t>
            </a:r>
          </a:p>
        </p:txBody>
      </p:sp>
    </p:spTree>
    <p:extLst>
      <p:ext uri="{BB962C8B-B14F-4D97-AF65-F5344CB8AC3E}">
        <p14:creationId xmlns:p14="http://schemas.microsoft.com/office/powerpoint/2010/main" val="354408628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8959" y="2087592"/>
            <a:ext cx="4646761" cy="922038"/>
          </a:xfrm>
        </p:spPr>
        <p:txBody>
          <a:bodyPr>
            <a:normAutofit/>
          </a:bodyPr>
          <a:lstStyle/>
          <a:p>
            <a:r>
              <a:rPr lang="en-US" sz="4400" dirty="0">
                <a:latin typeface="Times New Roman" panose="02020603050405020304" pitchFamily="18" charset="0"/>
                <a:cs typeface="Times New Roman" panose="02020603050405020304" pitchFamily="18" charset="0"/>
              </a:rPr>
              <a:t>Search in AI</a:t>
            </a:r>
          </a:p>
        </p:txBody>
      </p:sp>
      <p:sp>
        <p:nvSpPr>
          <p:cNvPr id="4" name="Rectangle 1"/>
          <p:cNvSpPr>
            <a:spLocks noGrp="1" noChangeArrowheads="1"/>
          </p:cNvSpPr>
          <p:nvPr>
            <p:ph type="subTitle" idx="1"/>
          </p:nvPr>
        </p:nvSpPr>
        <p:spPr bwMode="auto">
          <a:xfrm>
            <a:off x="1406680" y="3234816"/>
            <a:ext cx="7498080" cy="2855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Search is an essential component of artificial intelligence (AI) because it enables machines to find solutions to complex problems within a vast search space.</a:t>
            </a:r>
            <a:br>
              <a:rPr lang="en-US" sz="18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marL="285750" indent="-285750" algn="l" eaLnBrk="0" fontAlgn="base" hangingPunct="0">
              <a:lnSpc>
                <a:spcPct val="100000"/>
              </a:lnSpc>
              <a:spcBef>
                <a:spcPct val="0"/>
              </a:spcBef>
              <a:spcAft>
                <a:spcPct val="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the </a:t>
            </a:r>
            <a:r>
              <a:rPr lang="en-US" sz="1800" b="1" dirty="0">
                <a:latin typeface="Times New Roman" panose="02020603050405020304" pitchFamily="18" charset="0"/>
                <a:cs typeface="Times New Roman" panose="02020603050405020304" pitchFamily="18" charset="0"/>
              </a:rPr>
              <a:t>8-puzzle</a:t>
            </a:r>
            <a:r>
              <a:rPr lang="en-US" sz="1800" dirty="0">
                <a:latin typeface="Times New Roman" panose="02020603050405020304" pitchFamily="18" charset="0"/>
                <a:cs typeface="Times New Roman" panose="02020603050405020304" pitchFamily="18" charset="0"/>
              </a:rPr>
              <a:t>, a state is one specific arrangement of tiles.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lvl="0" algn="l" eaLnBrk="0" fontAlgn="base" hangingPunct="0">
              <a:lnSpc>
                <a:spcPct val="100000"/>
              </a:lnSpc>
              <a:spcBef>
                <a:spcPct val="0"/>
              </a:spcBef>
              <a:spcAft>
                <a:spcPct val="0"/>
              </a:spcAf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134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1871" y="365760"/>
            <a:ext cx="9858383" cy="1325562"/>
          </a:xfrm>
        </p:spPr>
        <p:txBody>
          <a:bodyPr>
            <a:normAutofit/>
          </a:bodyPr>
          <a:lstStyle/>
          <a:p>
            <a:r>
              <a:rPr lang="en-US" dirty="0">
                <a:latin typeface="Times New Roman" panose="02020603050405020304" pitchFamily="18" charset="0"/>
                <a:cs typeface="Times New Roman" panose="02020603050405020304" pitchFamily="18" charset="0"/>
              </a:rPr>
              <a:t>Problem-Solving Agents</a:t>
            </a:r>
          </a:p>
        </p:txBody>
      </p:sp>
      <p:sp>
        <p:nvSpPr>
          <p:cNvPr id="23" name="Rectangle 22">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8" name="Rectangle 3">
            <a:extLst>
              <a:ext uri="{FF2B5EF4-FFF2-40B4-BE49-F238E27FC236}">
                <a16:creationId xmlns:a16="http://schemas.microsoft.com/office/drawing/2014/main" id="{8E0670D1-5491-7F3E-6AA8-EA4A09CF1572}"/>
              </a:ext>
            </a:extLst>
          </p:cNvPr>
          <p:cNvGraphicFramePr>
            <a:graphicFrameLocks noGrp="1"/>
          </p:cNvGraphicFramePr>
          <p:nvPr>
            <p:ph idx="1"/>
            <p:extLst>
              <p:ext uri="{D42A27DB-BD31-4B8C-83A1-F6EECF244321}">
                <p14:modId xmlns:p14="http://schemas.microsoft.com/office/powerpoint/2010/main" val="2212095880"/>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461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FE4190-99F9-4742-A0E8-6DCDC4924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rgbClr val="46464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BDC9F4B3-E048-4DF2-8375-37385E22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45838"/>
            <a:ext cx="11292840" cy="51121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A7B0992-8632-4B33-A492-ACB465597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1" cy="20214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261872" y="365760"/>
            <a:ext cx="9692640" cy="1325562"/>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Well-defined Problems</a:t>
            </a:r>
          </a:p>
        </p:txBody>
      </p:sp>
      <p:sp>
        <p:nvSpPr>
          <p:cNvPr id="4" name="Rectangle 1"/>
          <p:cNvSpPr>
            <a:spLocks noGrp="1" noChangeArrowheads="1"/>
          </p:cNvSpPr>
          <p:nvPr>
            <p:ph idx="1"/>
          </p:nvPr>
        </p:nvSpPr>
        <p:spPr bwMode="auto">
          <a:xfrm>
            <a:off x="1261872" y="2326990"/>
            <a:ext cx="8595360" cy="38531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342900" indent="-342900">
              <a:spcAft>
                <a:spcPts val="600"/>
              </a:spcAft>
              <a:buSzPct val="100000"/>
            </a:pPr>
            <a:r>
              <a:rPr lang="en-US">
                <a:solidFill>
                  <a:srgbClr val="FFFFFF"/>
                </a:solidFill>
                <a:latin typeface="Times New Roman" panose="02020603050405020304" pitchFamily="18" charset="0"/>
                <a:ea typeface="Calibri" pitchFamily="34" charset="-122"/>
                <a:cs typeface="Times New Roman" panose="02020603050405020304" pitchFamily="18" charset="0"/>
              </a:rPr>
              <a:t>A Well-Defined Problem has all five components clearly specified.</a:t>
            </a:r>
            <a:endParaRPr lang="en-US">
              <a:solidFill>
                <a:srgbClr val="FFFFFF"/>
              </a:solidFill>
              <a:latin typeface="Times New Roman" panose="02020603050405020304" pitchFamily="18" charset="0"/>
              <a:cs typeface="Times New Roman" panose="02020603050405020304" pitchFamily="18" charset="0"/>
            </a:endParaRPr>
          </a:p>
          <a:p>
            <a:pPr marL="342900" indent="-342900">
              <a:spcAft>
                <a:spcPts val="600"/>
              </a:spcAft>
              <a:buSzPct val="100000"/>
            </a:pPr>
            <a:r>
              <a:rPr lang="en-US">
                <a:solidFill>
                  <a:srgbClr val="FFFFFF"/>
                </a:solidFill>
                <a:latin typeface="Times New Roman" panose="02020603050405020304" pitchFamily="18" charset="0"/>
                <a:ea typeface="Calibri" pitchFamily="34" charset="-122"/>
                <a:cs typeface="Times New Roman" panose="02020603050405020304" pitchFamily="18" charset="0"/>
              </a:rPr>
              <a:t>Examples: 8-Puzzle</a:t>
            </a:r>
            <a:endParaRPr lang="en-US">
              <a:solidFill>
                <a:srgbClr val="FFFFFF"/>
              </a:solidFill>
              <a:latin typeface="Times New Roman" panose="02020603050405020304" pitchFamily="18" charset="0"/>
              <a:cs typeface="Times New Roman" panose="02020603050405020304" pitchFamily="18" charset="0"/>
            </a:endParaRPr>
          </a:p>
          <a:p>
            <a:pPr marL="342900" indent="-342900">
              <a:spcAft>
                <a:spcPts val="600"/>
              </a:spcAft>
              <a:buSzPct val="100000"/>
            </a:pPr>
            <a:r>
              <a:rPr lang="en-US">
                <a:solidFill>
                  <a:srgbClr val="FFFFFF"/>
                </a:solidFill>
                <a:latin typeface="Times New Roman" panose="02020603050405020304" pitchFamily="18" charset="0"/>
                <a:ea typeface="Calibri" pitchFamily="34" charset="-122"/>
                <a:cs typeface="Times New Roman" panose="02020603050405020304" pitchFamily="18" charset="0"/>
              </a:rPr>
              <a:t>The five components are:</a:t>
            </a:r>
            <a:endParaRPr lang="en-US">
              <a:solidFill>
                <a:srgbClr val="FFFFFF"/>
              </a:solidFill>
              <a:latin typeface="Times New Roman" panose="02020603050405020304" pitchFamily="18" charset="0"/>
              <a:cs typeface="Times New Roman" panose="02020603050405020304" pitchFamily="18" charset="0"/>
            </a:endParaRPr>
          </a:p>
          <a:p>
            <a:pPr marL="342900" lvl="1" indent="0">
              <a:spcAft>
                <a:spcPts val="400"/>
              </a:spcAft>
              <a:buSzPct val="100000"/>
              <a:buNone/>
            </a:pPr>
            <a:r>
              <a:rPr lang="en-US">
                <a:solidFill>
                  <a:srgbClr val="FFFFFF"/>
                </a:solidFill>
                <a:latin typeface="Times New Roman" panose="02020603050405020304" pitchFamily="18" charset="0"/>
                <a:cs typeface="Times New Roman" panose="02020603050405020304" pitchFamily="18" charset="0"/>
              </a:rPr>
              <a:t>1. Initial State — where does the agent start?</a:t>
            </a:r>
          </a:p>
          <a:p>
            <a:pPr marL="342900" lvl="1" indent="0">
              <a:spcAft>
                <a:spcPts val="400"/>
              </a:spcAft>
              <a:buSzPct val="100000"/>
              <a:buNone/>
            </a:pPr>
            <a:r>
              <a:rPr lang="en-US">
                <a:solidFill>
                  <a:srgbClr val="FFFFFF"/>
                </a:solidFill>
                <a:latin typeface="Times New Roman" panose="02020603050405020304" pitchFamily="18" charset="0"/>
                <a:cs typeface="Times New Roman" panose="02020603050405020304" pitchFamily="18" charset="0"/>
              </a:rPr>
              <a:t>2. Actions — what can the agent do?</a:t>
            </a:r>
          </a:p>
          <a:p>
            <a:pPr marL="342900" lvl="1" indent="0">
              <a:spcAft>
                <a:spcPts val="400"/>
              </a:spcAft>
              <a:buSzPct val="100000"/>
              <a:buNone/>
            </a:pPr>
            <a:r>
              <a:rPr lang="en-US">
                <a:solidFill>
                  <a:srgbClr val="FFFFFF"/>
                </a:solidFill>
                <a:latin typeface="Times New Roman" panose="02020603050405020304" pitchFamily="18" charset="0"/>
                <a:cs typeface="Times New Roman" panose="02020603050405020304" pitchFamily="18" charset="0"/>
              </a:rPr>
              <a:t>3. Transition Model — what is the result of each action?</a:t>
            </a:r>
          </a:p>
          <a:p>
            <a:pPr marL="342900" lvl="1" indent="0">
              <a:spcAft>
                <a:spcPts val="400"/>
              </a:spcAft>
              <a:buSzPct val="100000"/>
              <a:buNone/>
            </a:pPr>
            <a:r>
              <a:rPr lang="en-US">
                <a:solidFill>
                  <a:srgbClr val="FFFFFF"/>
                </a:solidFill>
                <a:latin typeface="Times New Roman" panose="02020603050405020304" pitchFamily="18" charset="0"/>
                <a:cs typeface="Times New Roman" panose="02020603050405020304" pitchFamily="18" charset="0"/>
              </a:rPr>
              <a:t>4. Goal Test — how do we know we've reached the goal?</a:t>
            </a:r>
          </a:p>
          <a:p>
            <a:pPr marL="342900" lvl="1" indent="0">
              <a:spcAft>
                <a:spcPts val="400"/>
              </a:spcAft>
              <a:buSzPct val="100000"/>
              <a:buNone/>
            </a:pPr>
            <a:r>
              <a:rPr lang="en-US">
                <a:solidFill>
                  <a:srgbClr val="FFFFFF"/>
                </a:solidFill>
                <a:latin typeface="Times New Roman" panose="02020603050405020304" pitchFamily="18" charset="0"/>
                <a:cs typeface="Times New Roman" panose="02020603050405020304" pitchFamily="18" charset="0"/>
              </a:rPr>
              <a:t>5. Path Cost — what is the cost of reaching the goal?</a:t>
            </a:r>
          </a:p>
        </p:txBody>
      </p:sp>
    </p:spTree>
    <p:extLst>
      <p:ext uri="{BB962C8B-B14F-4D97-AF65-F5344CB8AC3E}">
        <p14:creationId xmlns:p14="http://schemas.microsoft.com/office/powerpoint/2010/main" val="241489904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p:cNvSpPr/>
          <p:nvPr/>
        </p:nvSpPr>
        <p:spPr>
          <a:xfrm>
            <a:off x="457200" y="137160"/>
            <a:ext cx="9144000" cy="914400"/>
          </a:xfrm>
          <a:prstGeom prst="rect">
            <a:avLst/>
          </a:prstGeom>
          <a:solidFill>
            <a:schemeClr val="bg1"/>
          </a:solidFill>
          <a:ln w="12700">
            <a:solidFill>
              <a:schemeClr val="bg1"/>
            </a:solidFill>
            <a:prstDash val="solid"/>
          </a:ln>
        </p:spPr>
        <p:txBody>
          <a:bodyPr/>
          <a:lstStyle/>
          <a:p>
            <a:endParaRPr lang="en-US"/>
          </a:p>
        </p:txBody>
      </p:sp>
      <p:sp>
        <p:nvSpPr>
          <p:cNvPr id="6" name="Text 1"/>
          <p:cNvSpPr/>
          <p:nvPr/>
        </p:nvSpPr>
        <p:spPr>
          <a:xfrm>
            <a:off x="548640" y="1235733"/>
            <a:ext cx="8229600" cy="777240"/>
          </a:xfrm>
          <a:prstGeom prst="rect">
            <a:avLst/>
          </a:prstGeom>
          <a:noFill/>
          <a:ln/>
        </p:spPr>
        <p:txBody>
          <a:bodyPr wrap="square" rtlCol="0" anchor="ctr"/>
          <a:lstStyle/>
          <a:p>
            <a:pPr marL="0" indent="0" algn="l">
              <a:buNone/>
            </a:pPr>
            <a:r>
              <a:rPr lang="en-US" sz="2400" b="1" dirty="0">
                <a:latin typeface="Times New Roman" panose="02020603050405020304" pitchFamily="18" charset="0"/>
                <a:ea typeface="Calibri" pitchFamily="34" charset="-122"/>
                <a:cs typeface="Times New Roman" panose="02020603050405020304" pitchFamily="18" charset="0"/>
              </a:rPr>
              <a:t>Solving Problems by Searching</a:t>
            </a:r>
            <a:endParaRPr lang="en-US" sz="2400" dirty="0">
              <a:latin typeface="Times New Roman" panose="02020603050405020304" pitchFamily="18" charset="0"/>
              <a:cs typeface="Times New Roman" panose="02020603050405020304" pitchFamily="18" charset="0"/>
            </a:endParaRPr>
          </a:p>
        </p:txBody>
      </p:sp>
      <p:sp>
        <p:nvSpPr>
          <p:cNvPr id="7" name="Text 2"/>
          <p:cNvSpPr/>
          <p:nvPr/>
        </p:nvSpPr>
        <p:spPr>
          <a:xfrm>
            <a:off x="548640" y="2198873"/>
            <a:ext cx="8046720" cy="3840480"/>
          </a:xfrm>
          <a:prstGeom prst="rect">
            <a:avLst/>
          </a:prstGeom>
          <a:noFill/>
          <a:ln/>
        </p:spPr>
        <p:txBody>
          <a:bodyPr wrap="square" rtlCol="0" anchor="t"/>
          <a:lstStyle/>
          <a:p>
            <a:pPr marL="342900" indent="-342900">
              <a:spcAft>
                <a:spcPts val="600"/>
              </a:spcAft>
              <a:buSzPct val="100000"/>
              <a:buChar char="•"/>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Searching is the process of systematically exploring the </a:t>
            </a:r>
            <a:r>
              <a:rPr lang="en-US" sz="2000" dirty="0">
                <a:latin typeface="Times New Roman" panose="02020603050405020304" pitchFamily="18" charset="0"/>
                <a:cs typeface="Times New Roman" panose="02020603050405020304" pitchFamily="18" charset="0"/>
              </a:rPr>
              <a:t>state</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 space to find the goal.</a:t>
            </a:r>
            <a:endParaRPr lang="en-US"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The agent generates a search tree — a tree of states reachable from the initial state.</a:t>
            </a:r>
            <a:endParaRPr lang="en-US"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Important terms:</a:t>
            </a:r>
            <a:endParaRPr lang="en-US" dirty="0">
              <a:latin typeface="Times New Roman" panose="02020603050405020304" pitchFamily="18" charset="0"/>
              <a:cs typeface="Times New Roman" panose="02020603050405020304" pitchFamily="18" charset="0"/>
            </a:endParaRPr>
          </a:p>
          <a:p>
            <a:pPr marL="685800" lvl="1" indent="-342900">
              <a:spcAft>
                <a:spcPts val="4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Node — a state in the search tree with parent info &amp; cost</a:t>
            </a:r>
            <a:endParaRPr lang="en-US" dirty="0">
              <a:latin typeface="Times New Roman" panose="02020603050405020304" pitchFamily="18" charset="0"/>
              <a:cs typeface="Times New Roman" panose="02020603050405020304" pitchFamily="18" charset="0"/>
            </a:endParaRPr>
          </a:p>
          <a:p>
            <a:pPr marL="685800" lvl="1" indent="-342900">
              <a:spcAft>
                <a:spcPts val="4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Frontier — the set of nodes waiting to be explored</a:t>
            </a:r>
            <a:endParaRPr lang="en-US" dirty="0">
              <a:latin typeface="Times New Roman" panose="02020603050405020304" pitchFamily="18" charset="0"/>
              <a:cs typeface="Times New Roman" panose="02020603050405020304" pitchFamily="18" charset="0"/>
            </a:endParaRPr>
          </a:p>
          <a:p>
            <a:pPr marL="685800" lvl="1" indent="-342900">
              <a:spcAft>
                <a:spcPts val="4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Explored Set — states already visited (to avoid loops)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44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8FE4190-99F9-4742-A0E8-6DCDC4924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rgbClr val="46464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BDC9F4B3-E048-4DF2-8375-37385E22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45838"/>
            <a:ext cx="11292840" cy="51121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2A7B0992-8632-4B33-A492-ACB465597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1" cy="20214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 1"/>
          <p:cNvSpPr/>
          <p:nvPr/>
        </p:nvSpPr>
        <p:spPr>
          <a:xfrm>
            <a:off x="1261872" y="365760"/>
            <a:ext cx="9692640" cy="1325562"/>
          </a:xfrm>
          <a:prstGeom prst="rect">
            <a:avLst/>
          </a:prstGeom>
        </p:spPr>
        <p:txBody>
          <a:bodyPr vert="horz" lIns="91440" tIns="45720" rIns="91440" bIns="45720" rtlCol="0" anchor="b">
            <a:normAutofit/>
          </a:bodyPr>
          <a:lstStyle/>
          <a:p>
            <a:pPr marL="0" indent="0" defTabSz="914400">
              <a:lnSpc>
                <a:spcPct val="90000"/>
              </a:lnSpc>
              <a:spcBef>
                <a:spcPct val="0"/>
              </a:spcBef>
              <a:spcAft>
                <a:spcPts val="600"/>
              </a:spcAft>
            </a:pPr>
            <a:r>
              <a:rPr lang="en-US" sz="4400" b="1" spc="-50">
                <a:solidFill>
                  <a:srgbClr val="FFFFFF"/>
                </a:solidFill>
                <a:latin typeface="+mj-lt"/>
                <a:ea typeface="+mj-ea"/>
                <a:cs typeface="+mj-cs"/>
              </a:rPr>
              <a:t>Performance Evaluation of Search Techniques</a:t>
            </a:r>
            <a:endParaRPr lang="en-US" sz="4400" spc="-50">
              <a:solidFill>
                <a:srgbClr val="FFFFFF"/>
              </a:solidFill>
              <a:latin typeface="+mj-lt"/>
              <a:ea typeface="+mj-ea"/>
              <a:cs typeface="+mj-cs"/>
            </a:endParaRPr>
          </a:p>
        </p:txBody>
      </p:sp>
      <p:sp>
        <p:nvSpPr>
          <p:cNvPr id="10" name="Text 2"/>
          <p:cNvSpPr/>
          <p:nvPr/>
        </p:nvSpPr>
        <p:spPr>
          <a:xfrm>
            <a:off x="1261872" y="2326990"/>
            <a:ext cx="8595360" cy="3853147"/>
          </a:xfrm>
          <a:prstGeom prst="rect">
            <a:avLst/>
          </a:prstGeom>
        </p:spPr>
        <p:txBody>
          <a:bodyPr vert="horz" lIns="91440" tIns="45720" rIns="91440" bIns="45720" rtlCol="0">
            <a:normAutofit/>
          </a:bodyPr>
          <a:lstStyle/>
          <a:p>
            <a:pPr marL="342900" indent="-182880" defTabSz="914400">
              <a:spcAft>
                <a:spcPts val="600"/>
              </a:spcAft>
              <a:buClr>
                <a:schemeClr val="accent1"/>
              </a:buClr>
              <a:buSzPct val="100000"/>
              <a:buChar char="•"/>
            </a:pPr>
            <a:r>
              <a:rPr lang="en-US" dirty="0">
                <a:solidFill>
                  <a:srgbClr val="FFFFFF"/>
                </a:solidFill>
              </a:rPr>
              <a:t>We evaluate a search algorithm using four criteria:</a:t>
            </a:r>
          </a:p>
          <a:p>
            <a:pPr marL="342900" indent="-182880" defTabSz="914400">
              <a:spcAft>
                <a:spcPts val="600"/>
              </a:spcAft>
              <a:buClr>
                <a:schemeClr val="accent1"/>
              </a:buClr>
              <a:buSzPct val="100000"/>
              <a:buChar char="•"/>
            </a:pPr>
            <a:r>
              <a:rPr lang="en-US" dirty="0">
                <a:solidFill>
                  <a:srgbClr val="FFFFFF"/>
                </a:solidFill>
              </a:rPr>
              <a:t>1. Completeness — Does it always find a solution if one exists?</a:t>
            </a:r>
          </a:p>
          <a:p>
            <a:pPr marL="342900" indent="-182880" defTabSz="914400">
              <a:spcAft>
                <a:spcPts val="600"/>
              </a:spcAft>
              <a:buClr>
                <a:schemeClr val="accent1"/>
              </a:buClr>
              <a:buSzPct val="100000"/>
              <a:buChar char="•"/>
            </a:pPr>
            <a:r>
              <a:rPr lang="en-US" dirty="0">
                <a:solidFill>
                  <a:srgbClr val="FFFFFF"/>
                </a:solidFill>
              </a:rPr>
              <a:t>2. Optimality — Does it find the best solution?</a:t>
            </a:r>
          </a:p>
          <a:p>
            <a:pPr marL="342900" indent="-182880" defTabSz="914400">
              <a:spcAft>
                <a:spcPts val="600"/>
              </a:spcAft>
              <a:buClr>
                <a:schemeClr val="accent1"/>
              </a:buClr>
              <a:buSzPct val="100000"/>
              <a:buChar char="•"/>
            </a:pPr>
            <a:r>
              <a:rPr lang="en-US" dirty="0">
                <a:solidFill>
                  <a:srgbClr val="FFFFFF"/>
                </a:solidFill>
              </a:rPr>
              <a:t>3. Time Complexity — How long does it take? </a:t>
            </a:r>
          </a:p>
          <a:p>
            <a:pPr marL="342900" indent="-182880" defTabSz="914400">
              <a:spcAft>
                <a:spcPts val="600"/>
              </a:spcAft>
              <a:buClr>
                <a:schemeClr val="accent1"/>
              </a:buClr>
              <a:buSzPct val="100000"/>
              <a:buChar char="•"/>
            </a:pPr>
            <a:r>
              <a:rPr lang="en-US" dirty="0">
                <a:solidFill>
                  <a:srgbClr val="FFFFFF"/>
                </a:solidFill>
              </a:rPr>
              <a:t>4. Space Complexity — How much memory does it use?</a:t>
            </a:r>
          </a:p>
        </p:txBody>
      </p:sp>
    </p:spTree>
    <p:extLst>
      <p:ext uri="{BB962C8B-B14F-4D97-AF65-F5344CB8AC3E}">
        <p14:creationId xmlns:p14="http://schemas.microsoft.com/office/powerpoint/2010/main" val="39800711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Strategies</a:t>
            </a:r>
          </a:p>
        </p:txBody>
      </p:sp>
      <p:graphicFrame>
        <p:nvGraphicFramePr>
          <p:cNvPr id="6" name="Content Placeholder 5">
            <a:extLst>
              <a:ext uri="{FF2B5EF4-FFF2-40B4-BE49-F238E27FC236}">
                <a16:creationId xmlns:a16="http://schemas.microsoft.com/office/drawing/2014/main" id="{3B5E269F-8B79-DD33-1CBC-4AF3BB20A6F9}"/>
              </a:ext>
            </a:extLst>
          </p:cNvPr>
          <p:cNvGraphicFramePr>
            <a:graphicFrameLocks noGrp="1"/>
          </p:cNvGraphicFramePr>
          <p:nvPr>
            <p:ph idx="1"/>
            <p:extLst>
              <p:ext uri="{D42A27DB-BD31-4B8C-83A1-F6EECF244321}">
                <p14:modId xmlns:p14="http://schemas.microsoft.com/office/powerpoint/2010/main" val="367403974"/>
              </p:ext>
            </p:extLst>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57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D57C-A718-DF4D-83B8-61003E291F37}"/>
              </a:ext>
            </a:extLst>
          </p:cNvPr>
          <p:cNvSpPr>
            <a:spLocks noGrp="1"/>
          </p:cNvSpPr>
          <p:nvPr>
            <p:ph type="title"/>
          </p:nvPr>
        </p:nvSpPr>
        <p:spPr/>
        <p:txBody>
          <a:bodyPr/>
          <a:lstStyle/>
          <a:p>
            <a:r>
              <a:rPr lang="en-US"/>
              <a:t>Uninformed Search</a:t>
            </a:r>
          </a:p>
        </p:txBody>
      </p:sp>
      <p:graphicFrame>
        <p:nvGraphicFramePr>
          <p:cNvPr id="5" name="Text Placeholder 2">
            <a:extLst>
              <a:ext uri="{FF2B5EF4-FFF2-40B4-BE49-F238E27FC236}">
                <a16:creationId xmlns:a16="http://schemas.microsoft.com/office/drawing/2014/main" id="{6F025460-81D2-C860-B75D-94B06EE46638}"/>
              </a:ext>
            </a:extLst>
          </p:cNvPr>
          <p:cNvGraphicFramePr/>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9060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2AC9-03F3-4C05-295E-18625478A7EB}"/>
              </a:ext>
            </a:extLst>
          </p:cNvPr>
          <p:cNvSpPr>
            <a:spLocks noGrp="1"/>
          </p:cNvSpPr>
          <p:nvPr>
            <p:ph type="title"/>
          </p:nvPr>
        </p:nvSpPr>
        <p:spPr/>
        <p:txBody>
          <a:bodyPr/>
          <a:lstStyle/>
          <a:p>
            <a:r>
              <a:rPr lang="en-US" dirty="0"/>
              <a:t>Types of Uninformed Search</a:t>
            </a:r>
          </a:p>
        </p:txBody>
      </p:sp>
      <p:graphicFrame>
        <p:nvGraphicFramePr>
          <p:cNvPr id="13" name="Text Placeholder 2">
            <a:extLst>
              <a:ext uri="{FF2B5EF4-FFF2-40B4-BE49-F238E27FC236}">
                <a16:creationId xmlns:a16="http://schemas.microsoft.com/office/drawing/2014/main" id="{DA28142D-32DD-F6BB-14B2-EF0D14DE7529}"/>
              </a:ext>
            </a:extLst>
          </p:cNvPr>
          <p:cNvGraphicFramePr/>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5105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49B882-12E4-D46F-88D7-A269F9A23371}"/>
              </a:ext>
            </a:extLst>
          </p:cNvPr>
          <p:cNvSpPr>
            <a:spLocks noGrp="1"/>
          </p:cNvSpPr>
          <p:nvPr>
            <p:ph type="title"/>
          </p:nvPr>
        </p:nvSpPr>
        <p:spPr>
          <a:xfrm>
            <a:off x="566058" y="836023"/>
            <a:ext cx="2718788" cy="5183777"/>
          </a:xfrm>
        </p:spPr>
        <p:txBody>
          <a:bodyPr vert="horz" lIns="91440" tIns="45720" rIns="91440" bIns="45720" rtlCol="0" anchor="ctr">
            <a:normAutofit/>
          </a:bodyPr>
          <a:lstStyle/>
          <a:p>
            <a:r>
              <a:rPr lang="en-US" sz="3600">
                <a:solidFill>
                  <a:srgbClr val="FFFFFF"/>
                </a:solidFill>
              </a:rPr>
              <a:t>Breadth First Search (BFS)</a:t>
            </a:r>
          </a:p>
        </p:txBody>
      </p:sp>
      <p:sp>
        <p:nvSpPr>
          <p:cNvPr id="13" name="Rectangle 12">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Text Placeholder 2">
            <a:extLst>
              <a:ext uri="{FF2B5EF4-FFF2-40B4-BE49-F238E27FC236}">
                <a16:creationId xmlns:a16="http://schemas.microsoft.com/office/drawing/2014/main" id="{0DB2CA71-F33C-78F9-B7D9-ACAB98E1CB05}"/>
              </a:ext>
            </a:extLst>
          </p:cNvPr>
          <p:cNvGraphicFramePr/>
          <p:nvPr>
            <p:extLst>
              <p:ext uri="{D42A27DB-BD31-4B8C-83A1-F6EECF244321}">
                <p14:modId xmlns:p14="http://schemas.microsoft.com/office/powerpoint/2010/main" val="2552868634"/>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430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C3A0B-9F24-FE66-199F-66398461E3CD}"/>
              </a:ext>
            </a:extLst>
          </p:cNvPr>
          <p:cNvSpPr>
            <a:spLocks noGrp="1"/>
          </p:cNvSpPr>
          <p:nvPr>
            <p:ph type="title"/>
          </p:nvPr>
        </p:nvSpPr>
        <p:spPr/>
        <p:txBody>
          <a:bodyPr/>
          <a:lstStyle/>
          <a:p>
            <a:endParaRPr lang="en-US" dirty="0"/>
          </a:p>
        </p:txBody>
      </p:sp>
      <p:sp>
        <p:nvSpPr>
          <p:cNvPr id="7" name="Rectangle 1">
            <a:extLst>
              <a:ext uri="{FF2B5EF4-FFF2-40B4-BE49-F238E27FC236}">
                <a16:creationId xmlns:a16="http://schemas.microsoft.com/office/drawing/2014/main" id="{2B74024A-3154-FF32-839D-6E6D2B6FC20B}"/>
              </a:ext>
            </a:extLst>
          </p:cNvPr>
          <p:cNvSpPr>
            <a:spLocks noGrp="1" noChangeArrowheads="1"/>
          </p:cNvSpPr>
          <p:nvPr>
            <p:ph type="body" idx="1"/>
          </p:nvPr>
        </p:nvSpPr>
        <p:spPr bwMode="auto">
          <a:xfrm>
            <a:off x="838200" y="4943856"/>
            <a:ext cx="9520003" cy="210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buNone/>
            </a:pPr>
            <a:endParaRPr lang="en-US" sz="1800" b="1" dirty="0"/>
          </a:p>
          <a:p>
            <a:pPr marL="0" indent="0">
              <a:buNone/>
            </a:pPr>
            <a:endParaRPr lang="en-US" sz="1800" b="1" dirty="0"/>
          </a:p>
          <a:p>
            <a:pPr marL="0" indent="0">
              <a:buNone/>
            </a:pPr>
            <a:endParaRPr lang="en-US" sz="1800" dirty="0"/>
          </a:p>
          <a:p>
            <a:pPr marL="0" indent="0">
              <a:buNone/>
            </a:pPr>
            <a:r>
              <a:rPr lang="en-US" sz="1800" dirty="0"/>
              <a:t>Traversed path is </a:t>
            </a:r>
          </a:p>
          <a:p>
            <a:pPr marL="0" indent="0">
              <a:buNone/>
            </a:pPr>
            <a:r>
              <a:rPr lang="en-US" sz="1800" dirty="0"/>
              <a:t>S---&gt;A---&gt;B----&gt;C---&gt;D----&gt;G---&gt;H---&gt;E----&gt;F----&gt;I----&gt;K</a:t>
            </a:r>
          </a:p>
          <a:p>
            <a:pPr marL="0" lvl="0" indent="0"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CB55DCC0-063F-04FD-D9AB-0608E5D2F236}"/>
              </a:ext>
            </a:extLst>
          </p:cNvPr>
          <p:cNvPicPr>
            <a:picLocks noChangeAspect="1"/>
          </p:cNvPicPr>
          <p:nvPr/>
        </p:nvPicPr>
        <p:blipFill>
          <a:blip r:embed="rId2"/>
          <a:stretch>
            <a:fillRect/>
          </a:stretch>
        </p:blipFill>
        <p:spPr>
          <a:xfrm>
            <a:off x="838200" y="365124"/>
            <a:ext cx="5967335" cy="5684997"/>
          </a:xfrm>
          <a:prstGeom prst="rect">
            <a:avLst/>
          </a:prstGeom>
        </p:spPr>
      </p:pic>
      <p:pic>
        <p:nvPicPr>
          <p:cNvPr id="6" name="Picture 5">
            <a:extLst>
              <a:ext uri="{FF2B5EF4-FFF2-40B4-BE49-F238E27FC236}">
                <a16:creationId xmlns:a16="http://schemas.microsoft.com/office/drawing/2014/main" id="{67B373F1-C3FF-386C-546F-2DED8A217803}"/>
              </a:ext>
            </a:extLst>
          </p:cNvPr>
          <p:cNvPicPr>
            <a:picLocks noChangeAspect="1"/>
          </p:cNvPicPr>
          <p:nvPr/>
        </p:nvPicPr>
        <p:blipFill>
          <a:blip r:embed="rId3"/>
          <a:stretch>
            <a:fillRect/>
          </a:stretch>
        </p:blipFill>
        <p:spPr>
          <a:xfrm>
            <a:off x="6805535" y="542105"/>
            <a:ext cx="4357766" cy="3832122"/>
          </a:xfrm>
          <a:prstGeom prst="rect">
            <a:avLst/>
          </a:prstGeom>
        </p:spPr>
      </p:pic>
    </p:spTree>
    <p:extLst>
      <p:ext uri="{BB962C8B-B14F-4D97-AF65-F5344CB8AC3E}">
        <p14:creationId xmlns:p14="http://schemas.microsoft.com/office/powerpoint/2010/main" val="766489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749AC-E4A8-2F38-7360-EE7D8DE2E306}"/>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Depth First Search (DFS)</a:t>
            </a:r>
          </a:p>
        </p:txBody>
      </p:sp>
      <p:graphicFrame>
        <p:nvGraphicFramePr>
          <p:cNvPr id="5" name="Text Placeholder 2">
            <a:extLst>
              <a:ext uri="{FF2B5EF4-FFF2-40B4-BE49-F238E27FC236}">
                <a16:creationId xmlns:a16="http://schemas.microsoft.com/office/drawing/2014/main" id="{44C70001-A5D3-5DD9-B749-21C88769152F}"/>
              </a:ext>
            </a:extLst>
          </p:cNvPr>
          <p:cNvGraphicFramePr/>
          <p:nvPr>
            <p:extLst>
              <p:ext uri="{D42A27DB-BD31-4B8C-83A1-F6EECF244321}">
                <p14:modId xmlns:p14="http://schemas.microsoft.com/office/powerpoint/2010/main" val="1246134700"/>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5182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C8CF-30CA-229D-A5E7-6BD0B6C45A81}"/>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FD3F77F-AE98-4CD5-0A8D-0D8D47666E61}"/>
              </a:ext>
            </a:extLst>
          </p:cNvPr>
          <p:cNvSpPr>
            <a:spLocks noGrp="1"/>
          </p:cNvSpPr>
          <p:nvPr>
            <p:ph type="body" idx="1"/>
          </p:nvPr>
        </p:nvSpPr>
        <p:spPr/>
        <p:txBody>
          <a:bodyPr/>
          <a:lstStyle/>
          <a:p>
            <a:endParaRPr lang="en-US" dirty="0"/>
          </a:p>
        </p:txBody>
      </p:sp>
      <p:graphicFrame>
        <p:nvGraphicFramePr>
          <p:cNvPr id="4" name="Table 3">
            <a:extLst>
              <a:ext uri="{FF2B5EF4-FFF2-40B4-BE49-F238E27FC236}">
                <a16:creationId xmlns:a16="http://schemas.microsoft.com/office/drawing/2014/main" id="{0A6687EE-57D0-DC04-2778-2F45E059E992}"/>
              </a:ext>
            </a:extLst>
          </p:cNvPr>
          <p:cNvGraphicFramePr/>
          <p:nvPr>
            <p:custDataLst>
              <p:tags r:id="rId1"/>
            </p:custDataLst>
          </p:nvPr>
        </p:nvGraphicFramePr>
        <p:xfrm>
          <a:off x="692149" y="365125"/>
          <a:ext cx="6353227" cy="5811838"/>
        </p:xfrm>
        <a:graphic>
          <a:graphicData uri="http://schemas.openxmlformats.org/drawingml/2006/table">
            <a:tbl>
              <a:tblPr firstRow="1" bandRow="1">
                <a:tableStyleId>{1FECB4D8-DB02-4DC6-A0A2-4F2EBAE1DC90}</a:tableStyleId>
              </a:tblPr>
              <a:tblGrid>
                <a:gridCol w="895043">
                  <a:extLst>
                    <a:ext uri="{9D8B030D-6E8A-4147-A177-3AD203B41FA5}">
                      <a16:colId xmlns:a16="http://schemas.microsoft.com/office/drawing/2014/main" val="20000"/>
                    </a:ext>
                  </a:extLst>
                </a:gridCol>
                <a:gridCol w="702658">
                  <a:extLst>
                    <a:ext uri="{9D8B030D-6E8A-4147-A177-3AD203B41FA5}">
                      <a16:colId xmlns:a16="http://schemas.microsoft.com/office/drawing/2014/main" val="20001"/>
                    </a:ext>
                  </a:extLst>
                </a:gridCol>
                <a:gridCol w="1720196">
                  <a:extLst>
                    <a:ext uri="{9D8B030D-6E8A-4147-A177-3AD203B41FA5}">
                      <a16:colId xmlns:a16="http://schemas.microsoft.com/office/drawing/2014/main" val="20002"/>
                    </a:ext>
                  </a:extLst>
                </a:gridCol>
                <a:gridCol w="1288832">
                  <a:extLst>
                    <a:ext uri="{9D8B030D-6E8A-4147-A177-3AD203B41FA5}">
                      <a16:colId xmlns:a16="http://schemas.microsoft.com/office/drawing/2014/main" val="20003"/>
                    </a:ext>
                  </a:extLst>
                </a:gridCol>
                <a:gridCol w="1746498">
                  <a:extLst>
                    <a:ext uri="{9D8B030D-6E8A-4147-A177-3AD203B41FA5}">
                      <a16:colId xmlns:a16="http://schemas.microsoft.com/office/drawing/2014/main" val="20004"/>
                    </a:ext>
                  </a:extLst>
                </a:gridCol>
              </a:tblGrid>
              <a:tr h="538242">
                <a:tc>
                  <a:txBody>
                    <a:bodyPr/>
                    <a:lstStyle/>
                    <a:p>
                      <a:pPr algn="ctr">
                        <a:buNone/>
                      </a:pPr>
                      <a:r>
                        <a:rPr lang="en-US" sz="1000" dirty="0"/>
                        <a:t>Step</a:t>
                      </a:r>
                    </a:p>
                  </a:txBody>
                  <a:tcPr/>
                </a:tc>
                <a:tc>
                  <a:txBody>
                    <a:bodyPr/>
                    <a:lstStyle/>
                    <a:p>
                      <a:pPr algn="ctr">
                        <a:buNone/>
                      </a:pPr>
                      <a:r>
                        <a:rPr lang="en-US" sz="1000"/>
                        <a:t>Node</a:t>
                      </a:r>
                    </a:p>
                    <a:p>
                      <a:pPr algn="ctr">
                        <a:buNone/>
                      </a:pPr>
                      <a:r>
                        <a:rPr lang="en-US" sz="1000"/>
                        <a:t>Popped</a:t>
                      </a:r>
                    </a:p>
                  </a:txBody>
                  <a:tcPr/>
                </a:tc>
                <a:tc>
                  <a:txBody>
                    <a:bodyPr/>
                    <a:lstStyle/>
                    <a:p>
                      <a:pPr algn="ctr">
                        <a:buNone/>
                      </a:pPr>
                      <a:r>
                        <a:rPr lang="en-US" sz="1000" dirty="0"/>
                        <a:t>Action</a:t>
                      </a:r>
                    </a:p>
                  </a:txBody>
                  <a:tcPr/>
                </a:tc>
                <a:tc>
                  <a:txBody>
                    <a:bodyPr/>
                    <a:lstStyle/>
                    <a:p>
                      <a:pPr algn="ctr">
                        <a:buNone/>
                      </a:pPr>
                      <a:r>
                        <a:rPr lang="en-US" sz="1000"/>
                        <a:t>Stack(Top to bottom)</a:t>
                      </a:r>
                    </a:p>
                  </a:txBody>
                  <a:tcPr/>
                </a:tc>
                <a:tc>
                  <a:txBody>
                    <a:bodyPr/>
                    <a:lstStyle/>
                    <a:p>
                      <a:pPr algn="ctr">
                        <a:buNone/>
                      </a:pPr>
                      <a:r>
                        <a:rPr lang="en-US" sz="1000"/>
                        <a:t>Visited Node</a:t>
                      </a:r>
                    </a:p>
                  </a:txBody>
                  <a:tcPr/>
                </a:tc>
                <a:extLst>
                  <a:ext uri="{0D108BD9-81ED-4DB2-BD59-A6C34878D82A}">
                    <a16:rowId xmlns:a16="http://schemas.microsoft.com/office/drawing/2014/main" val="10000"/>
                  </a:ext>
                </a:extLst>
              </a:tr>
              <a:tr h="266629">
                <a:tc>
                  <a:txBody>
                    <a:bodyPr/>
                    <a:lstStyle/>
                    <a:p>
                      <a:pPr algn="ctr">
                        <a:buNone/>
                      </a:pPr>
                      <a:r>
                        <a:rPr lang="en-US" sz="1000"/>
                        <a:t>0</a:t>
                      </a:r>
                    </a:p>
                  </a:txBody>
                  <a:tcPr/>
                </a:tc>
                <a:tc>
                  <a:txBody>
                    <a:bodyPr/>
                    <a:lstStyle/>
                    <a:p>
                      <a:pPr algn="ctr">
                        <a:buNone/>
                      </a:pPr>
                      <a:r>
                        <a:rPr lang="en-US" sz="1000"/>
                        <a:t>-</a:t>
                      </a:r>
                    </a:p>
                  </a:txBody>
                  <a:tcPr/>
                </a:tc>
                <a:tc>
                  <a:txBody>
                    <a:bodyPr/>
                    <a:lstStyle/>
                    <a:p>
                      <a:pPr algn="ctr">
                        <a:buNone/>
                      </a:pPr>
                      <a:r>
                        <a:rPr lang="en-US" sz="1000"/>
                        <a:t>Initialize with node A</a:t>
                      </a:r>
                    </a:p>
                  </a:txBody>
                  <a:tcPr/>
                </a:tc>
                <a:tc>
                  <a:txBody>
                    <a:bodyPr/>
                    <a:lstStyle/>
                    <a:p>
                      <a:pPr algn="ctr">
                        <a:buNone/>
                      </a:pPr>
                      <a:r>
                        <a:rPr lang="en-US" sz="1000"/>
                        <a:t>S</a:t>
                      </a:r>
                    </a:p>
                  </a:txBody>
                  <a:tcPr/>
                </a:tc>
                <a:tc>
                  <a:txBody>
                    <a:bodyPr/>
                    <a:lstStyle/>
                    <a:p>
                      <a:pPr algn="ctr">
                        <a:buNone/>
                      </a:pPr>
                      <a:endParaRPr lang="en-US" sz="1000" dirty="0"/>
                    </a:p>
                  </a:txBody>
                  <a:tcPr/>
                </a:tc>
                <a:extLst>
                  <a:ext uri="{0D108BD9-81ED-4DB2-BD59-A6C34878D82A}">
                    <a16:rowId xmlns:a16="http://schemas.microsoft.com/office/drawing/2014/main" val="10001"/>
                  </a:ext>
                </a:extLst>
              </a:tr>
              <a:tr h="340763">
                <a:tc>
                  <a:txBody>
                    <a:bodyPr/>
                    <a:lstStyle/>
                    <a:p>
                      <a:pPr algn="ctr">
                        <a:buNone/>
                      </a:pPr>
                      <a:r>
                        <a:rPr lang="en-US" sz="1000"/>
                        <a:t>1</a:t>
                      </a:r>
                    </a:p>
                  </a:txBody>
                  <a:tcPr/>
                </a:tc>
                <a:tc>
                  <a:txBody>
                    <a:bodyPr/>
                    <a:lstStyle/>
                    <a:p>
                      <a:pPr algn="ctr">
                        <a:buNone/>
                      </a:pPr>
                      <a:r>
                        <a:rPr lang="en-US" sz="1000"/>
                        <a:t>S</a:t>
                      </a:r>
                    </a:p>
                  </a:txBody>
                  <a:tcPr/>
                </a:tc>
                <a:tc>
                  <a:txBody>
                    <a:bodyPr/>
                    <a:lstStyle/>
                    <a:p>
                      <a:pPr algn="ctr">
                        <a:buNone/>
                      </a:pPr>
                      <a:r>
                        <a:rPr lang="en-US" sz="1000"/>
                        <a:t>Push children of S</a:t>
                      </a:r>
                    </a:p>
                  </a:txBody>
                  <a:tcPr/>
                </a:tc>
                <a:tc>
                  <a:txBody>
                    <a:bodyPr/>
                    <a:lstStyle/>
                    <a:p>
                      <a:pPr algn="ctr">
                        <a:buNone/>
                      </a:pPr>
                      <a:r>
                        <a:rPr lang="en-US" sz="1000"/>
                        <a:t>A,H</a:t>
                      </a:r>
                    </a:p>
                  </a:txBody>
                  <a:tcPr/>
                </a:tc>
                <a:tc>
                  <a:txBody>
                    <a:bodyPr/>
                    <a:lstStyle/>
                    <a:p>
                      <a:pPr algn="ctr">
                        <a:buNone/>
                      </a:pPr>
                      <a:r>
                        <a:rPr lang="en-US" sz="1000"/>
                        <a:t>S</a:t>
                      </a:r>
                    </a:p>
                  </a:txBody>
                  <a:tcPr/>
                </a:tc>
                <a:extLst>
                  <a:ext uri="{0D108BD9-81ED-4DB2-BD59-A6C34878D82A}">
                    <a16:rowId xmlns:a16="http://schemas.microsoft.com/office/drawing/2014/main" val="10002"/>
                  </a:ext>
                </a:extLst>
              </a:tr>
              <a:tr h="319582">
                <a:tc>
                  <a:txBody>
                    <a:bodyPr/>
                    <a:lstStyle/>
                    <a:p>
                      <a:pPr algn="ctr">
                        <a:buNone/>
                      </a:pPr>
                      <a:r>
                        <a:rPr lang="en-US" sz="1000"/>
                        <a:t>2</a:t>
                      </a:r>
                    </a:p>
                  </a:txBody>
                  <a:tcPr/>
                </a:tc>
                <a:tc>
                  <a:txBody>
                    <a:bodyPr/>
                    <a:lstStyle/>
                    <a:p>
                      <a:pPr algn="ctr">
                        <a:buNone/>
                      </a:pPr>
                      <a:r>
                        <a:rPr lang="en-US" sz="1000"/>
                        <a:t>A</a:t>
                      </a:r>
                    </a:p>
                  </a:txBody>
                  <a:tcPr/>
                </a:tc>
                <a:tc>
                  <a:txBody>
                    <a:bodyPr/>
                    <a:lstStyle/>
                    <a:p>
                      <a:pPr algn="ctr">
                        <a:buNone/>
                      </a:pPr>
                      <a:r>
                        <a:rPr lang="en-US" sz="1000"/>
                        <a:t>Push children of A</a:t>
                      </a:r>
                    </a:p>
                  </a:txBody>
                  <a:tcPr/>
                </a:tc>
                <a:tc>
                  <a:txBody>
                    <a:bodyPr/>
                    <a:lstStyle/>
                    <a:p>
                      <a:pPr algn="ctr">
                        <a:buNone/>
                      </a:pPr>
                      <a:r>
                        <a:rPr lang="en-US" sz="1000"/>
                        <a:t>B,C,H</a:t>
                      </a:r>
                    </a:p>
                  </a:txBody>
                  <a:tcPr/>
                </a:tc>
                <a:tc>
                  <a:txBody>
                    <a:bodyPr/>
                    <a:lstStyle/>
                    <a:p>
                      <a:pPr algn="ctr">
                        <a:buNone/>
                      </a:pPr>
                      <a:r>
                        <a:rPr lang="en-US" sz="1000"/>
                        <a:t>S,A</a:t>
                      </a:r>
                    </a:p>
                  </a:txBody>
                  <a:tcPr/>
                </a:tc>
                <a:extLst>
                  <a:ext uri="{0D108BD9-81ED-4DB2-BD59-A6C34878D82A}">
                    <a16:rowId xmlns:a16="http://schemas.microsoft.com/office/drawing/2014/main" val="10003"/>
                  </a:ext>
                </a:extLst>
              </a:tr>
              <a:tr h="422371">
                <a:tc>
                  <a:txBody>
                    <a:bodyPr/>
                    <a:lstStyle/>
                    <a:p>
                      <a:pPr algn="ctr">
                        <a:buNone/>
                      </a:pPr>
                      <a:r>
                        <a:rPr lang="en-US" sz="1000"/>
                        <a:t>3</a:t>
                      </a:r>
                    </a:p>
                  </a:txBody>
                  <a:tcPr/>
                </a:tc>
                <a:tc>
                  <a:txBody>
                    <a:bodyPr/>
                    <a:lstStyle/>
                    <a:p>
                      <a:pPr algn="ctr">
                        <a:buNone/>
                      </a:pPr>
                      <a:r>
                        <a:rPr lang="en-US" sz="1000"/>
                        <a:t>B</a:t>
                      </a:r>
                    </a:p>
                  </a:txBody>
                  <a:tcPr/>
                </a:tc>
                <a:tc>
                  <a:txBody>
                    <a:bodyPr/>
                    <a:lstStyle/>
                    <a:p>
                      <a:pPr algn="ctr">
                        <a:buNone/>
                      </a:pPr>
                      <a:r>
                        <a:rPr lang="en-US" sz="1000">
                          <a:sym typeface="+mn-ea"/>
                        </a:rPr>
                        <a:t>Push children of B</a:t>
                      </a:r>
                      <a:endParaRPr lang="en-US" sz="1000"/>
                    </a:p>
                    <a:p>
                      <a:pPr algn="ctr">
                        <a:buNone/>
                      </a:pPr>
                      <a:endParaRPr lang="en-US" sz="1000"/>
                    </a:p>
                  </a:txBody>
                  <a:tcPr/>
                </a:tc>
                <a:tc>
                  <a:txBody>
                    <a:bodyPr/>
                    <a:lstStyle/>
                    <a:p>
                      <a:pPr algn="ctr">
                        <a:buNone/>
                      </a:pPr>
                      <a:r>
                        <a:rPr lang="en-US" sz="1000"/>
                        <a:t>D,E,C,H</a:t>
                      </a:r>
                    </a:p>
                  </a:txBody>
                  <a:tcPr/>
                </a:tc>
                <a:tc>
                  <a:txBody>
                    <a:bodyPr/>
                    <a:lstStyle/>
                    <a:p>
                      <a:pPr algn="ctr">
                        <a:buNone/>
                      </a:pPr>
                      <a:r>
                        <a:rPr lang="en-US" sz="1000"/>
                        <a:t>S,A,B</a:t>
                      </a:r>
                    </a:p>
                  </a:txBody>
                  <a:tcPr/>
                </a:tc>
                <a:extLst>
                  <a:ext uri="{0D108BD9-81ED-4DB2-BD59-A6C34878D82A}">
                    <a16:rowId xmlns:a16="http://schemas.microsoft.com/office/drawing/2014/main" val="10004"/>
                  </a:ext>
                </a:extLst>
              </a:tr>
              <a:tr h="413627">
                <a:tc>
                  <a:txBody>
                    <a:bodyPr/>
                    <a:lstStyle/>
                    <a:p>
                      <a:pPr algn="ctr">
                        <a:buNone/>
                      </a:pPr>
                      <a:r>
                        <a:rPr lang="en-US" sz="1000"/>
                        <a:t>4</a:t>
                      </a:r>
                    </a:p>
                  </a:txBody>
                  <a:tcPr/>
                </a:tc>
                <a:tc>
                  <a:txBody>
                    <a:bodyPr/>
                    <a:lstStyle/>
                    <a:p>
                      <a:pPr algn="ctr">
                        <a:buNone/>
                      </a:pPr>
                      <a:r>
                        <a:rPr lang="en-US" sz="1000"/>
                        <a:t>D</a:t>
                      </a:r>
                    </a:p>
                  </a:txBody>
                  <a:tcPr/>
                </a:tc>
                <a:tc>
                  <a:txBody>
                    <a:bodyPr/>
                    <a:lstStyle/>
                    <a:p>
                      <a:pPr algn="ctr">
                        <a:buNone/>
                      </a:pPr>
                      <a:r>
                        <a:rPr lang="en-US" sz="1000"/>
                        <a:t>Leaf node, backtrack</a:t>
                      </a:r>
                    </a:p>
                  </a:txBody>
                  <a:tcPr/>
                </a:tc>
                <a:tc>
                  <a:txBody>
                    <a:bodyPr/>
                    <a:lstStyle/>
                    <a:p>
                      <a:pPr algn="ctr">
                        <a:buNone/>
                      </a:pPr>
                      <a:r>
                        <a:rPr lang="en-US" sz="1000"/>
                        <a:t>E,C,H</a:t>
                      </a:r>
                    </a:p>
                  </a:txBody>
                  <a:tcPr/>
                </a:tc>
                <a:tc>
                  <a:txBody>
                    <a:bodyPr/>
                    <a:lstStyle/>
                    <a:p>
                      <a:pPr algn="ctr">
                        <a:buNone/>
                      </a:pPr>
                      <a:r>
                        <a:rPr lang="en-US" sz="1000">
                          <a:sym typeface="+mn-ea"/>
                        </a:rPr>
                        <a:t>S,A,B,D</a:t>
                      </a:r>
                      <a:endParaRPr lang="en-US" sz="1000"/>
                    </a:p>
                    <a:p>
                      <a:pPr algn="ctr">
                        <a:buNone/>
                      </a:pPr>
                      <a:endParaRPr lang="en-US" sz="1000"/>
                    </a:p>
                  </a:txBody>
                  <a:tcPr/>
                </a:tc>
                <a:extLst>
                  <a:ext uri="{0D108BD9-81ED-4DB2-BD59-A6C34878D82A}">
                    <a16:rowId xmlns:a16="http://schemas.microsoft.com/office/drawing/2014/main" val="10005"/>
                  </a:ext>
                </a:extLst>
              </a:tr>
              <a:tr h="470340">
                <a:tc>
                  <a:txBody>
                    <a:bodyPr/>
                    <a:lstStyle/>
                    <a:p>
                      <a:pPr algn="ctr">
                        <a:buNone/>
                      </a:pPr>
                      <a:r>
                        <a:rPr lang="en-US" sz="1000"/>
                        <a:t>5</a:t>
                      </a:r>
                    </a:p>
                  </a:txBody>
                  <a:tcPr/>
                </a:tc>
                <a:tc>
                  <a:txBody>
                    <a:bodyPr/>
                    <a:lstStyle/>
                    <a:p>
                      <a:pPr algn="ctr">
                        <a:buNone/>
                      </a:pPr>
                      <a:r>
                        <a:rPr lang="en-US" sz="1000"/>
                        <a:t>E</a:t>
                      </a:r>
                    </a:p>
                  </a:txBody>
                  <a:tcPr/>
                </a:tc>
                <a:tc>
                  <a:txBody>
                    <a:bodyPr/>
                    <a:lstStyle/>
                    <a:p>
                      <a:pPr algn="ctr">
                        <a:buNone/>
                      </a:pPr>
                      <a:r>
                        <a:rPr lang="en-US" sz="1000">
                          <a:sym typeface="+mn-ea"/>
                        </a:rPr>
                        <a:t>Leaf node, backtrack</a:t>
                      </a:r>
                      <a:endParaRPr lang="en-US" sz="1000"/>
                    </a:p>
                    <a:p>
                      <a:pPr algn="ctr">
                        <a:buNone/>
                      </a:pPr>
                      <a:endParaRPr lang="en-US" sz="1000"/>
                    </a:p>
                  </a:txBody>
                  <a:tcPr/>
                </a:tc>
                <a:tc>
                  <a:txBody>
                    <a:bodyPr/>
                    <a:lstStyle/>
                    <a:p>
                      <a:pPr algn="ctr">
                        <a:buNone/>
                      </a:pPr>
                      <a:r>
                        <a:rPr lang="en-US" sz="1000"/>
                        <a:t>C,H</a:t>
                      </a:r>
                    </a:p>
                  </a:txBody>
                  <a:tcPr/>
                </a:tc>
                <a:tc>
                  <a:txBody>
                    <a:bodyPr/>
                    <a:lstStyle/>
                    <a:p>
                      <a:pPr algn="ctr">
                        <a:buNone/>
                      </a:pPr>
                      <a:r>
                        <a:rPr lang="en-US" sz="1000" dirty="0">
                          <a:sym typeface="+mn-ea"/>
                        </a:rPr>
                        <a:t>S,A,B,D,E</a:t>
                      </a:r>
                      <a:endParaRPr lang="en-US" sz="1000" dirty="0"/>
                    </a:p>
                    <a:p>
                      <a:pPr algn="ctr">
                        <a:buNone/>
                      </a:pPr>
                      <a:endParaRPr lang="en-US" sz="1000" dirty="0"/>
                    </a:p>
                  </a:txBody>
                  <a:tcPr/>
                </a:tc>
                <a:extLst>
                  <a:ext uri="{0D108BD9-81ED-4DB2-BD59-A6C34878D82A}">
                    <a16:rowId xmlns:a16="http://schemas.microsoft.com/office/drawing/2014/main" val="10006"/>
                  </a:ext>
                </a:extLst>
              </a:tr>
              <a:tr h="460371">
                <a:tc>
                  <a:txBody>
                    <a:bodyPr/>
                    <a:lstStyle/>
                    <a:p>
                      <a:pPr algn="ctr">
                        <a:buNone/>
                      </a:pPr>
                      <a:r>
                        <a:rPr lang="en-US" sz="1000"/>
                        <a:t>6</a:t>
                      </a:r>
                    </a:p>
                  </a:txBody>
                  <a:tcPr/>
                </a:tc>
                <a:tc>
                  <a:txBody>
                    <a:bodyPr/>
                    <a:lstStyle/>
                    <a:p>
                      <a:pPr algn="ctr">
                        <a:buNone/>
                      </a:pPr>
                      <a:r>
                        <a:rPr lang="en-US" sz="1000"/>
                        <a:t>C</a:t>
                      </a:r>
                    </a:p>
                  </a:txBody>
                  <a:tcPr/>
                </a:tc>
                <a:tc>
                  <a:txBody>
                    <a:bodyPr/>
                    <a:lstStyle/>
                    <a:p>
                      <a:pPr algn="ctr">
                        <a:buNone/>
                      </a:pPr>
                      <a:r>
                        <a:rPr lang="en-US" sz="1000">
                          <a:sym typeface="+mn-ea"/>
                        </a:rPr>
                        <a:t>Push children of C</a:t>
                      </a:r>
                      <a:endParaRPr lang="en-US" sz="1000"/>
                    </a:p>
                  </a:txBody>
                  <a:tcPr/>
                </a:tc>
                <a:tc>
                  <a:txBody>
                    <a:bodyPr/>
                    <a:lstStyle/>
                    <a:p>
                      <a:pPr algn="ctr">
                        <a:buNone/>
                      </a:pPr>
                      <a:r>
                        <a:rPr lang="en-US" sz="1000" dirty="0"/>
                        <a:t>G,H</a:t>
                      </a:r>
                    </a:p>
                  </a:txBody>
                  <a:tcPr/>
                </a:tc>
                <a:tc>
                  <a:txBody>
                    <a:bodyPr/>
                    <a:lstStyle/>
                    <a:p>
                      <a:pPr algn="ctr">
                        <a:buNone/>
                      </a:pPr>
                      <a:r>
                        <a:rPr lang="en-US" sz="1000">
                          <a:sym typeface="+mn-ea"/>
                        </a:rPr>
                        <a:t>S,A,B,D,E,C</a:t>
                      </a:r>
                      <a:endParaRPr lang="en-US" sz="1000"/>
                    </a:p>
                    <a:p>
                      <a:pPr algn="ctr">
                        <a:buNone/>
                      </a:pPr>
                      <a:endParaRPr lang="en-US" sz="1000"/>
                    </a:p>
                  </a:txBody>
                  <a:tcPr/>
                </a:tc>
                <a:extLst>
                  <a:ext uri="{0D108BD9-81ED-4DB2-BD59-A6C34878D82A}">
                    <a16:rowId xmlns:a16="http://schemas.microsoft.com/office/drawing/2014/main" val="10007"/>
                  </a:ext>
                </a:extLst>
              </a:tr>
              <a:tr h="470340">
                <a:tc>
                  <a:txBody>
                    <a:bodyPr/>
                    <a:lstStyle/>
                    <a:p>
                      <a:pPr algn="ctr">
                        <a:buNone/>
                      </a:pPr>
                      <a:r>
                        <a:rPr lang="en-US" sz="1000"/>
                        <a:t>7</a:t>
                      </a:r>
                    </a:p>
                  </a:txBody>
                  <a:tcPr/>
                </a:tc>
                <a:tc>
                  <a:txBody>
                    <a:bodyPr/>
                    <a:lstStyle/>
                    <a:p>
                      <a:pPr algn="ctr">
                        <a:buNone/>
                      </a:pPr>
                      <a:r>
                        <a:rPr lang="en-US" sz="1000"/>
                        <a:t>G</a:t>
                      </a:r>
                    </a:p>
                  </a:txBody>
                  <a:tcPr/>
                </a:tc>
                <a:tc>
                  <a:txBody>
                    <a:bodyPr/>
                    <a:lstStyle/>
                    <a:p>
                      <a:pPr algn="ctr">
                        <a:buNone/>
                      </a:pPr>
                      <a:r>
                        <a:rPr lang="en-US" sz="1000">
                          <a:sym typeface="+mn-ea"/>
                        </a:rPr>
                        <a:t>Leaf node, backtrack</a:t>
                      </a:r>
                      <a:endParaRPr lang="en-US" sz="1000"/>
                    </a:p>
                    <a:p>
                      <a:pPr algn="ctr">
                        <a:buNone/>
                      </a:pPr>
                      <a:endParaRPr lang="en-US" sz="1000"/>
                    </a:p>
                  </a:txBody>
                  <a:tcPr/>
                </a:tc>
                <a:tc>
                  <a:txBody>
                    <a:bodyPr/>
                    <a:lstStyle/>
                    <a:p>
                      <a:pPr algn="ctr">
                        <a:buNone/>
                      </a:pPr>
                      <a:r>
                        <a:rPr lang="en-US" sz="1000"/>
                        <a:t>H</a:t>
                      </a:r>
                    </a:p>
                  </a:txBody>
                  <a:tcPr/>
                </a:tc>
                <a:tc>
                  <a:txBody>
                    <a:bodyPr/>
                    <a:lstStyle/>
                    <a:p>
                      <a:pPr algn="ctr">
                        <a:buNone/>
                      </a:pPr>
                      <a:r>
                        <a:rPr lang="en-US" sz="1000">
                          <a:sym typeface="+mn-ea"/>
                        </a:rPr>
                        <a:t>S,A,B,D,E,C,G</a:t>
                      </a:r>
                      <a:endParaRPr lang="en-US" sz="1000"/>
                    </a:p>
                    <a:p>
                      <a:pPr algn="ctr">
                        <a:buNone/>
                      </a:pPr>
                      <a:endParaRPr lang="en-US" sz="1000"/>
                    </a:p>
                  </a:txBody>
                  <a:tcPr/>
                </a:tc>
                <a:extLst>
                  <a:ext uri="{0D108BD9-81ED-4DB2-BD59-A6C34878D82A}">
                    <a16:rowId xmlns:a16="http://schemas.microsoft.com/office/drawing/2014/main" val="10008"/>
                  </a:ext>
                </a:extLst>
              </a:tr>
              <a:tr h="465356">
                <a:tc>
                  <a:txBody>
                    <a:bodyPr/>
                    <a:lstStyle/>
                    <a:p>
                      <a:pPr algn="ctr">
                        <a:buNone/>
                      </a:pPr>
                      <a:r>
                        <a:rPr lang="en-US" sz="1000"/>
                        <a:t>8</a:t>
                      </a:r>
                    </a:p>
                  </a:txBody>
                  <a:tcPr/>
                </a:tc>
                <a:tc>
                  <a:txBody>
                    <a:bodyPr/>
                    <a:lstStyle/>
                    <a:p>
                      <a:pPr algn="ctr">
                        <a:buNone/>
                      </a:pPr>
                      <a:r>
                        <a:rPr lang="en-US" sz="1000"/>
                        <a:t>H</a:t>
                      </a:r>
                    </a:p>
                  </a:txBody>
                  <a:tcPr/>
                </a:tc>
                <a:tc>
                  <a:txBody>
                    <a:bodyPr/>
                    <a:lstStyle/>
                    <a:p>
                      <a:pPr algn="ctr">
                        <a:buNone/>
                      </a:pPr>
                      <a:r>
                        <a:rPr lang="en-US" sz="1000">
                          <a:sym typeface="+mn-ea"/>
                        </a:rPr>
                        <a:t>Push children of C</a:t>
                      </a:r>
                      <a:endParaRPr lang="en-US" sz="1000"/>
                    </a:p>
                    <a:p>
                      <a:pPr algn="ctr">
                        <a:buNone/>
                      </a:pPr>
                      <a:endParaRPr lang="en-US" sz="1000"/>
                    </a:p>
                  </a:txBody>
                  <a:tcPr/>
                </a:tc>
                <a:tc>
                  <a:txBody>
                    <a:bodyPr/>
                    <a:lstStyle/>
                    <a:p>
                      <a:pPr algn="ctr">
                        <a:buNone/>
                      </a:pPr>
                      <a:r>
                        <a:rPr lang="en-US" sz="1000"/>
                        <a:t>I,J</a:t>
                      </a:r>
                    </a:p>
                  </a:txBody>
                  <a:tcPr/>
                </a:tc>
                <a:tc>
                  <a:txBody>
                    <a:bodyPr/>
                    <a:lstStyle/>
                    <a:p>
                      <a:pPr algn="ctr">
                        <a:buNone/>
                      </a:pPr>
                      <a:r>
                        <a:rPr lang="en-US" sz="1000">
                          <a:sym typeface="+mn-ea"/>
                        </a:rPr>
                        <a:t>S,A,B,D,E,C,G,H</a:t>
                      </a:r>
                      <a:endParaRPr lang="en-US" sz="1000"/>
                    </a:p>
                    <a:p>
                      <a:pPr algn="ctr">
                        <a:buNone/>
                      </a:pPr>
                      <a:endParaRPr lang="en-US" sz="1000"/>
                    </a:p>
                  </a:txBody>
                  <a:tcPr/>
                </a:tc>
                <a:extLst>
                  <a:ext uri="{0D108BD9-81ED-4DB2-BD59-A6C34878D82A}">
                    <a16:rowId xmlns:a16="http://schemas.microsoft.com/office/drawing/2014/main" val="10009"/>
                  </a:ext>
                </a:extLst>
              </a:tr>
              <a:tr h="572715">
                <a:tc>
                  <a:txBody>
                    <a:bodyPr/>
                    <a:lstStyle/>
                    <a:p>
                      <a:pPr algn="ctr">
                        <a:buNone/>
                      </a:pPr>
                      <a:r>
                        <a:rPr lang="en-US" sz="1000"/>
                        <a:t>9</a:t>
                      </a:r>
                    </a:p>
                  </a:txBody>
                  <a:tcPr/>
                </a:tc>
                <a:tc>
                  <a:txBody>
                    <a:bodyPr/>
                    <a:lstStyle/>
                    <a:p>
                      <a:pPr algn="ctr">
                        <a:buNone/>
                      </a:pPr>
                      <a:r>
                        <a:rPr lang="en-US" sz="1000"/>
                        <a:t>I</a:t>
                      </a:r>
                    </a:p>
                  </a:txBody>
                  <a:tcPr/>
                </a:tc>
                <a:tc>
                  <a:txBody>
                    <a:bodyPr/>
                    <a:lstStyle/>
                    <a:p>
                      <a:pPr algn="ctr">
                        <a:buNone/>
                      </a:pPr>
                      <a:r>
                        <a:rPr lang="en-US" sz="1000">
                          <a:sym typeface="+mn-ea"/>
                        </a:rPr>
                        <a:t>Push children of C</a:t>
                      </a:r>
                      <a:endParaRPr lang="en-US" sz="1000"/>
                    </a:p>
                    <a:p>
                      <a:pPr algn="ctr">
                        <a:buNone/>
                      </a:pPr>
                      <a:endParaRPr lang="en-US" sz="1000"/>
                    </a:p>
                    <a:p>
                      <a:pPr algn="ctr">
                        <a:buNone/>
                      </a:pPr>
                      <a:endParaRPr lang="en-US" sz="1000"/>
                    </a:p>
                  </a:txBody>
                  <a:tcPr/>
                </a:tc>
                <a:tc>
                  <a:txBody>
                    <a:bodyPr/>
                    <a:lstStyle/>
                    <a:p>
                      <a:pPr algn="ctr">
                        <a:buNone/>
                      </a:pPr>
                      <a:r>
                        <a:rPr lang="en-US" sz="1000"/>
                        <a:t>K,J</a:t>
                      </a:r>
                    </a:p>
                  </a:txBody>
                  <a:tcPr/>
                </a:tc>
                <a:tc>
                  <a:txBody>
                    <a:bodyPr/>
                    <a:lstStyle/>
                    <a:p>
                      <a:pPr algn="ctr">
                        <a:buNone/>
                      </a:pPr>
                      <a:r>
                        <a:rPr lang="en-US" sz="1000">
                          <a:sym typeface="+mn-ea"/>
                        </a:rPr>
                        <a:t>S,A,B,D,E,C,G,H,I</a:t>
                      </a:r>
                      <a:endParaRPr lang="en-US" sz="1000"/>
                    </a:p>
                    <a:p>
                      <a:pPr algn="ctr">
                        <a:buNone/>
                      </a:pPr>
                      <a:endParaRPr lang="en-US" sz="1000"/>
                    </a:p>
                    <a:p>
                      <a:pPr algn="ctr">
                        <a:buNone/>
                      </a:pPr>
                      <a:endParaRPr lang="en-US" sz="1000"/>
                    </a:p>
                  </a:txBody>
                  <a:tcPr/>
                </a:tc>
                <a:extLst>
                  <a:ext uri="{0D108BD9-81ED-4DB2-BD59-A6C34878D82A}">
                    <a16:rowId xmlns:a16="http://schemas.microsoft.com/office/drawing/2014/main" val="10010"/>
                  </a:ext>
                </a:extLst>
              </a:tr>
              <a:tr h="535751">
                <a:tc>
                  <a:txBody>
                    <a:bodyPr/>
                    <a:lstStyle/>
                    <a:p>
                      <a:pPr algn="ctr">
                        <a:buNone/>
                      </a:pPr>
                      <a:r>
                        <a:rPr lang="en-US" sz="1000"/>
                        <a:t>10</a:t>
                      </a:r>
                    </a:p>
                  </a:txBody>
                  <a:tcPr/>
                </a:tc>
                <a:tc>
                  <a:txBody>
                    <a:bodyPr/>
                    <a:lstStyle/>
                    <a:p>
                      <a:pPr algn="ctr">
                        <a:buNone/>
                      </a:pPr>
                      <a:r>
                        <a:rPr lang="en-US" sz="1000"/>
                        <a:t>K</a:t>
                      </a:r>
                    </a:p>
                  </a:txBody>
                  <a:tcPr/>
                </a:tc>
                <a:tc>
                  <a:txBody>
                    <a:bodyPr/>
                    <a:lstStyle/>
                    <a:p>
                      <a:pPr algn="ctr">
                        <a:buNone/>
                      </a:pPr>
                      <a:r>
                        <a:rPr lang="en-US" sz="1000">
                          <a:sym typeface="+mn-ea"/>
                        </a:rPr>
                        <a:t>Leaf node, backtrack</a:t>
                      </a:r>
                      <a:endParaRPr lang="en-US" sz="1000"/>
                    </a:p>
                    <a:p>
                      <a:pPr algn="ctr">
                        <a:buNone/>
                      </a:pPr>
                      <a:endParaRPr lang="en-US" sz="1000"/>
                    </a:p>
                  </a:txBody>
                  <a:tcPr/>
                </a:tc>
                <a:tc>
                  <a:txBody>
                    <a:bodyPr/>
                    <a:lstStyle/>
                    <a:p>
                      <a:pPr algn="ctr">
                        <a:buNone/>
                      </a:pPr>
                      <a:r>
                        <a:rPr lang="en-US" sz="1000"/>
                        <a:t>J</a:t>
                      </a:r>
                    </a:p>
                  </a:txBody>
                  <a:tcPr/>
                </a:tc>
                <a:tc>
                  <a:txBody>
                    <a:bodyPr/>
                    <a:lstStyle/>
                    <a:p>
                      <a:pPr algn="ctr">
                        <a:buNone/>
                      </a:pPr>
                      <a:r>
                        <a:rPr lang="en-US" sz="1000">
                          <a:sym typeface="+mn-ea"/>
                        </a:rPr>
                        <a:t>S,A,B,D,E,C,G,H,I,k</a:t>
                      </a:r>
                      <a:endParaRPr lang="en-US" sz="1000"/>
                    </a:p>
                    <a:p>
                      <a:pPr algn="ctr">
                        <a:buNone/>
                      </a:pPr>
                      <a:endParaRPr lang="en-US" sz="1000"/>
                    </a:p>
                  </a:txBody>
                  <a:tcPr/>
                </a:tc>
                <a:extLst>
                  <a:ext uri="{0D108BD9-81ED-4DB2-BD59-A6C34878D82A}">
                    <a16:rowId xmlns:a16="http://schemas.microsoft.com/office/drawing/2014/main" val="10011"/>
                  </a:ext>
                </a:extLst>
              </a:tr>
              <a:tr h="535751">
                <a:tc>
                  <a:txBody>
                    <a:bodyPr/>
                    <a:lstStyle/>
                    <a:p>
                      <a:pPr algn="ctr">
                        <a:buNone/>
                      </a:pPr>
                      <a:r>
                        <a:rPr lang="en-US" sz="1000"/>
                        <a:t>11</a:t>
                      </a:r>
                    </a:p>
                  </a:txBody>
                  <a:tcPr/>
                </a:tc>
                <a:tc>
                  <a:txBody>
                    <a:bodyPr/>
                    <a:lstStyle/>
                    <a:p>
                      <a:pPr algn="ctr">
                        <a:buNone/>
                      </a:pPr>
                      <a:r>
                        <a:rPr lang="en-US" sz="1000"/>
                        <a:t>J</a:t>
                      </a:r>
                    </a:p>
                  </a:txBody>
                  <a:tcPr/>
                </a:tc>
                <a:tc>
                  <a:txBody>
                    <a:bodyPr/>
                    <a:lstStyle/>
                    <a:p>
                      <a:pPr algn="ctr">
                        <a:buNone/>
                      </a:pPr>
                      <a:r>
                        <a:rPr lang="en-US" sz="1000"/>
                        <a:t>Goal Node found</a:t>
                      </a:r>
                    </a:p>
                  </a:txBody>
                  <a:tcPr/>
                </a:tc>
                <a:tc>
                  <a:txBody>
                    <a:bodyPr/>
                    <a:lstStyle/>
                    <a:p>
                      <a:pPr algn="ctr">
                        <a:buNone/>
                      </a:pPr>
                      <a:endParaRPr lang="en-US" sz="1000"/>
                    </a:p>
                  </a:txBody>
                  <a:tcPr/>
                </a:tc>
                <a:tc>
                  <a:txBody>
                    <a:bodyPr/>
                    <a:lstStyle/>
                    <a:p>
                      <a:pPr algn="ctr">
                        <a:buNone/>
                      </a:pPr>
                      <a:r>
                        <a:rPr lang="en-US" sz="1000" dirty="0">
                          <a:sym typeface="+mn-ea"/>
                        </a:rPr>
                        <a:t>S,A,B,D,E,C,G,H,I,K,J</a:t>
                      </a:r>
                      <a:endParaRPr lang="en-US" sz="1000" dirty="0"/>
                    </a:p>
                    <a:p>
                      <a:pPr algn="ctr">
                        <a:buNone/>
                      </a:pPr>
                      <a:endParaRPr lang="en-US" sz="1000" dirty="0"/>
                    </a:p>
                  </a:txBody>
                  <a:tcPr/>
                </a:tc>
                <a:extLst>
                  <a:ext uri="{0D108BD9-81ED-4DB2-BD59-A6C34878D82A}">
                    <a16:rowId xmlns:a16="http://schemas.microsoft.com/office/drawing/2014/main" val="10012"/>
                  </a:ext>
                </a:extLst>
              </a:tr>
            </a:tbl>
          </a:graphicData>
        </a:graphic>
      </p:graphicFrame>
      <p:pic>
        <p:nvPicPr>
          <p:cNvPr id="5" name="Picture 4">
            <a:extLst>
              <a:ext uri="{FF2B5EF4-FFF2-40B4-BE49-F238E27FC236}">
                <a16:creationId xmlns:a16="http://schemas.microsoft.com/office/drawing/2014/main" id="{7F5947C5-1A7D-3455-3E5D-8CB65696BF75}"/>
              </a:ext>
            </a:extLst>
          </p:cNvPr>
          <p:cNvPicPr>
            <a:picLocks noChangeAspect="1"/>
          </p:cNvPicPr>
          <p:nvPr/>
        </p:nvPicPr>
        <p:blipFill>
          <a:blip r:embed="rId3"/>
          <a:stretch>
            <a:fillRect/>
          </a:stretch>
        </p:blipFill>
        <p:spPr>
          <a:xfrm>
            <a:off x="7246375" y="1190150"/>
            <a:ext cx="4021394" cy="3431012"/>
          </a:xfrm>
          <a:prstGeom prst="rect">
            <a:avLst/>
          </a:prstGeom>
        </p:spPr>
      </p:pic>
      <p:sp>
        <p:nvSpPr>
          <p:cNvPr id="6" name="TextBox 5">
            <a:extLst>
              <a:ext uri="{FF2B5EF4-FFF2-40B4-BE49-F238E27FC236}">
                <a16:creationId xmlns:a16="http://schemas.microsoft.com/office/drawing/2014/main" id="{DA0BCFE7-04B6-6ED9-EF6E-A5885972A5DA}"/>
              </a:ext>
            </a:extLst>
          </p:cNvPr>
          <p:cNvSpPr txBox="1"/>
          <p:nvPr/>
        </p:nvSpPr>
        <p:spPr>
          <a:xfrm>
            <a:off x="1424066" y="6211669"/>
            <a:ext cx="8289560" cy="646331"/>
          </a:xfrm>
          <a:prstGeom prst="rect">
            <a:avLst/>
          </a:prstGeom>
          <a:noFill/>
        </p:spPr>
        <p:txBody>
          <a:bodyPr wrap="square" rtlCol="0">
            <a:spAutoFit/>
          </a:bodyPr>
          <a:lstStyle/>
          <a:p>
            <a:r>
              <a:rPr lang="en-US" dirty="0">
                <a:sym typeface="+mn-ea"/>
              </a:rPr>
              <a:t>Traversed path is </a:t>
            </a:r>
            <a:endParaRPr lang="en-US" dirty="0"/>
          </a:p>
          <a:p>
            <a:r>
              <a:rPr lang="en-US" dirty="0">
                <a:sym typeface="+mn-ea"/>
              </a:rPr>
              <a:t>S---&gt;A---&gt;B----&gt;D---&gt;E----&gt;C---&gt;G---&gt;H----&gt;I----&gt;K----&gt;J</a:t>
            </a:r>
            <a:endParaRPr lang="en-US" dirty="0"/>
          </a:p>
        </p:txBody>
      </p:sp>
    </p:spTree>
    <p:extLst>
      <p:ext uri="{BB962C8B-B14F-4D97-AF65-F5344CB8AC3E}">
        <p14:creationId xmlns:p14="http://schemas.microsoft.com/office/powerpoint/2010/main" val="3535453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D0815-8957-00AE-35FF-DCD3A0BC6279}"/>
              </a:ext>
            </a:extLst>
          </p:cNvPr>
          <p:cNvSpPr>
            <a:spLocks noGrp="1"/>
          </p:cNvSpPr>
          <p:nvPr>
            <p:ph type="title"/>
          </p:nvPr>
        </p:nvSpPr>
        <p:spPr>
          <a:xfrm>
            <a:off x="566058" y="836023"/>
            <a:ext cx="2718788" cy="5183777"/>
          </a:xfrm>
        </p:spPr>
        <p:txBody>
          <a:bodyPr vert="horz" lIns="91440" tIns="45720" rIns="91440" bIns="45720" rtlCol="0" anchor="ctr">
            <a:normAutofit/>
          </a:bodyPr>
          <a:lstStyle/>
          <a:p>
            <a:r>
              <a:rPr lang="en-US" sz="3600">
                <a:solidFill>
                  <a:srgbClr val="FFFFFF"/>
                </a:solidFill>
              </a:rPr>
              <a:t>Depth Limited Search (DLS)</a:t>
            </a:r>
          </a:p>
        </p:txBody>
      </p:sp>
      <p:sp>
        <p:nvSpPr>
          <p:cNvPr id="13" name="Rectangle 12">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Text Placeholder 2">
            <a:extLst>
              <a:ext uri="{FF2B5EF4-FFF2-40B4-BE49-F238E27FC236}">
                <a16:creationId xmlns:a16="http://schemas.microsoft.com/office/drawing/2014/main" id="{119A30BC-D3A8-2764-0167-EBCA2043F944}"/>
              </a:ext>
            </a:extLst>
          </p:cNvPr>
          <p:cNvGraphicFramePr/>
          <p:nvPr>
            <p:extLst>
              <p:ext uri="{D42A27DB-BD31-4B8C-83A1-F6EECF244321}">
                <p14:modId xmlns:p14="http://schemas.microsoft.com/office/powerpoint/2010/main" val="1328809773"/>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0201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D14514-4F51-A2AA-B165-9E590FB0319D}"/>
              </a:ext>
            </a:extLst>
          </p:cNvPr>
          <p:cNvSpPr>
            <a:spLocks noGrp="1"/>
          </p:cNvSpPr>
          <p:nvPr>
            <p:ph type="body" idx="1"/>
          </p:nvPr>
        </p:nvSpPr>
        <p:spPr>
          <a:xfrm>
            <a:off x="838200" y="854439"/>
            <a:ext cx="10515600" cy="5322524"/>
          </a:xfrm>
        </p:spPr>
        <p:txBody>
          <a:bodyPr/>
          <a:lstStyle/>
          <a:p>
            <a:r>
              <a:rPr lang="en-US" dirty="0"/>
              <a:t>For example: </a:t>
            </a:r>
          </a:p>
          <a:p>
            <a:r>
              <a:rPr lang="en-US" dirty="0"/>
              <a:t>Limit= 2</a:t>
            </a:r>
          </a:p>
          <a:p>
            <a:r>
              <a:rPr lang="en-US" dirty="0"/>
              <a:t>Traversed Path: </a:t>
            </a:r>
            <a:r>
              <a:rPr lang="en-US" dirty="0">
                <a:sym typeface="+mn-ea"/>
              </a:rPr>
              <a:t>S---&gt;A---&gt;C----&gt;D---&gt;B----&gt;I----&gt;J</a:t>
            </a:r>
            <a:endParaRPr lang="en-US" dirty="0"/>
          </a:p>
        </p:txBody>
      </p:sp>
      <p:pic>
        <p:nvPicPr>
          <p:cNvPr id="7" name="Picture 6">
            <a:extLst>
              <a:ext uri="{FF2B5EF4-FFF2-40B4-BE49-F238E27FC236}">
                <a16:creationId xmlns:a16="http://schemas.microsoft.com/office/drawing/2014/main" id="{61B8E02A-9A05-DEB6-3098-53F48755A489}"/>
              </a:ext>
            </a:extLst>
          </p:cNvPr>
          <p:cNvPicPr>
            <a:picLocks noChangeAspect="1"/>
          </p:cNvPicPr>
          <p:nvPr/>
        </p:nvPicPr>
        <p:blipFill>
          <a:blip r:embed="rId2"/>
          <a:stretch>
            <a:fillRect/>
          </a:stretch>
        </p:blipFill>
        <p:spPr>
          <a:xfrm>
            <a:off x="2576427" y="2353455"/>
            <a:ext cx="5997948" cy="4347146"/>
          </a:xfrm>
          <a:prstGeom prst="rect">
            <a:avLst/>
          </a:prstGeom>
        </p:spPr>
      </p:pic>
    </p:spTree>
    <p:extLst>
      <p:ext uri="{BB962C8B-B14F-4D97-AF65-F5344CB8AC3E}">
        <p14:creationId xmlns:p14="http://schemas.microsoft.com/office/powerpoint/2010/main" val="68945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35D3AD-09D4-0A3E-58A5-5D7A04215A4A}"/>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Iterative Deepening DFS (IDDFS)</a:t>
            </a:r>
          </a:p>
        </p:txBody>
      </p:sp>
      <p:graphicFrame>
        <p:nvGraphicFramePr>
          <p:cNvPr id="19" name="Text Placeholder 2">
            <a:extLst>
              <a:ext uri="{FF2B5EF4-FFF2-40B4-BE49-F238E27FC236}">
                <a16:creationId xmlns:a16="http://schemas.microsoft.com/office/drawing/2014/main" id="{4764B350-6E94-117F-D389-85686A68A601}"/>
              </a:ext>
            </a:extLst>
          </p:cNvPr>
          <p:cNvGraphicFramePr/>
          <p:nvPr>
            <p:extLst>
              <p:ext uri="{D42A27DB-BD31-4B8C-83A1-F6EECF244321}">
                <p14:modId xmlns:p14="http://schemas.microsoft.com/office/powerpoint/2010/main" val="1349050592"/>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348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D5120-196F-F3E9-EEF2-D88CBFAF52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31A32C4-C614-1AD6-AE13-D9AB2522B885}"/>
              </a:ext>
            </a:extLst>
          </p:cNvPr>
          <p:cNvSpPr>
            <a:spLocks noGrp="1"/>
          </p:cNvSpPr>
          <p:nvPr>
            <p:ph type="body" idx="1"/>
          </p:nvPr>
        </p:nvSpPr>
        <p:spPr/>
        <p:txBody>
          <a:bodyPr>
            <a:normAutofit/>
          </a:bodyPr>
          <a:lstStyle/>
          <a:p>
            <a:pPr>
              <a:lnSpc>
                <a:spcPct val="150000"/>
              </a:lnSpc>
            </a:pPr>
            <a:r>
              <a:rPr lang="en-US" sz="2000" dirty="0">
                <a:solidFill>
                  <a:srgbClr val="0D0D0D"/>
                </a:solidFill>
                <a:latin typeface="Times New Roman" panose="02020603050405020304"/>
                <a:ea typeface="Times New Roman" panose="02020603050405020304"/>
              </a:rPr>
              <a:t>1'st Iteration-----&gt; A </a:t>
            </a:r>
          </a:p>
          <a:p>
            <a:pPr>
              <a:lnSpc>
                <a:spcPct val="150000"/>
              </a:lnSpc>
            </a:pPr>
            <a:r>
              <a:rPr lang="en-US" sz="2000" dirty="0">
                <a:solidFill>
                  <a:srgbClr val="0D0D0D"/>
                </a:solidFill>
                <a:latin typeface="Times New Roman" panose="02020603050405020304"/>
                <a:ea typeface="Times New Roman" panose="02020603050405020304"/>
              </a:rPr>
              <a:t>2'nd Iteration----&gt; A, B, C </a:t>
            </a:r>
          </a:p>
          <a:p>
            <a:pPr>
              <a:lnSpc>
                <a:spcPct val="150000"/>
              </a:lnSpc>
            </a:pPr>
            <a:r>
              <a:rPr lang="en-US" sz="2000" dirty="0">
                <a:solidFill>
                  <a:srgbClr val="0D0D0D"/>
                </a:solidFill>
                <a:latin typeface="Times New Roman" panose="02020603050405020304"/>
                <a:ea typeface="Times New Roman" panose="02020603050405020304"/>
              </a:rPr>
              <a:t>3'rd Iteration------&gt;A, B, D, E, C, F, G </a:t>
            </a:r>
          </a:p>
          <a:p>
            <a:pPr marL="0" indent="0">
              <a:lnSpc>
                <a:spcPct val="150000"/>
              </a:lnSpc>
              <a:buNone/>
            </a:pPr>
            <a:r>
              <a:rPr lang="en-US" sz="2000" dirty="0">
                <a:solidFill>
                  <a:srgbClr val="0D0D0D"/>
                </a:solidFill>
                <a:latin typeface="Times New Roman" panose="02020603050405020304"/>
                <a:ea typeface="Times New Roman" panose="02020603050405020304"/>
              </a:rPr>
              <a:t>   In the third iteration, the algorithm will find the goal</a:t>
            </a:r>
          </a:p>
          <a:p>
            <a:pPr marL="0" indent="0">
              <a:lnSpc>
                <a:spcPct val="150000"/>
              </a:lnSpc>
              <a:buNone/>
            </a:pPr>
            <a:r>
              <a:rPr lang="en-US" sz="2000" dirty="0">
                <a:solidFill>
                  <a:srgbClr val="0D0D0D"/>
                </a:solidFill>
                <a:latin typeface="Times New Roman" panose="02020603050405020304"/>
                <a:ea typeface="Times New Roman" panose="02020603050405020304"/>
              </a:rPr>
              <a:t> node.</a:t>
            </a:r>
          </a:p>
          <a:p>
            <a:endParaRPr lang="en-US" sz="2000" dirty="0"/>
          </a:p>
        </p:txBody>
      </p:sp>
      <p:pic>
        <p:nvPicPr>
          <p:cNvPr id="4" name="Picture 3">
            <a:extLst>
              <a:ext uri="{FF2B5EF4-FFF2-40B4-BE49-F238E27FC236}">
                <a16:creationId xmlns:a16="http://schemas.microsoft.com/office/drawing/2014/main" id="{8DC1A1E9-0D84-1AF7-A909-EDC9D5B0B026}"/>
              </a:ext>
            </a:extLst>
          </p:cNvPr>
          <p:cNvPicPr>
            <a:picLocks noChangeAspect="1"/>
          </p:cNvPicPr>
          <p:nvPr/>
        </p:nvPicPr>
        <p:blipFill>
          <a:blip r:embed="rId2"/>
          <a:stretch>
            <a:fillRect/>
          </a:stretch>
        </p:blipFill>
        <p:spPr>
          <a:xfrm>
            <a:off x="7175616" y="1651078"/>
            <a:ext cx="4082320" cy="3156896"/>
          </a:xfrm>
          <a:prstGeom prst="rect">
            <a:avLst/>
          </a:prstGeom>
        </p:spPr>
      </p:pic>
    </p:spTree>
    <p:extLst>
      <p:ext uri="{BB962C8B-B14F-4D97-AF65-F5344CB8AC3E}">
        <p14:creationId xmlns:p14="http://schemas.microsoft.com/office/powerpoint/2010/main" val="362644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390DA2-09E0-B20B-2629-32C2F097D28B}"/>
              </a:ext>
            </a:extLst>
          </p:cNvPr>
          <p:cNvSpPr>
            <a:spLocks noGrp="1"/>
          </p:cNvSpPr>
          <p:nvPr>
            <p:ph type="title"/>
          </p:nvPr>
        </p:nvSpPr>
        <p:spPr>
          <a:xfrm>
            <a:off x="566058" y="836023"/>
            <a:ext cx="2718788" cy="5183777"/>
          </a:xfrm>
        </p:spPr>
        <p:txBody>
          <a:bodyPr vert="horz" lIns="91440" tIns="45720" rIns="91440" bIns="45720" rtlCol="0" anchor="ctr">
            <a:normAutofit/>
          </a:bodyPr>
          <a:lstStyle/>
          <a:p>
            <a:r>
              <a:rPr lang="en-US" sz="3600">
                <a:solidFill>
                  <a:srgbClr val="FFFFFF"/>
                </a:solidFill>
              </a:rPr>
              <a:t>Uniform Cost Search (UCS)</a:t>
            </a:r>
          </a:p>
        </p:txBody>
      </p:sp>
      <p:sp>
        <p:nvSpPr>
          <p:cNvPr id="17" name="Rectangle 16">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8" name="Text Placeholder 2">
            <a:extLst>
              <a:ext uri="{FF2B5EF4-FFF2-40B4-BE49-F238E27FC236}">
                <a16:creationId xmlns:a16="http://schemas.microsoft.com/office/drawing/2014/main" id="{138290FE-7614-27DC-4826-BB9AB71D9809}"/>
              </a:ext>
            </a:extLst>
          </p:cNvPr>
          <p:cNvGraphicFramePr/>
          <p:nvPr>
            <p:extLst>
              <p:ext uri="{D42A27DB-BD31-4B8C-83A1-F6EECF244321}">
                <p14:modId xmlns:p14="http://schemas.microsoft.com/office/powerpoint/2010/main" val="43625560"/>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3362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E270-EF24-0BB1-646D-03D64DBB655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54E41CB-EA03-55D2-3623-584064ACAA7C}"/>
              </a:ext>
            </a:extLst>
          </p:cNvPr>
          <p:cNvSpPr>
            <a:spLocks noGrp="1"/>
          </p:cNvSpPr>
          <p:nvPr>
            <p:ph type="body" idx="1"/>
          </p:nvPr>
        </p:nvSpPr>
        <p:spPr/>
        <p:txBody>
          <a:bodyPr/>
          <a:lstStyle/>
          <a:p>
            <a:endParaRPr lang="en-US"/>
          </a:p>
        </p:txBody>
      </p:sp>
      <p:graphicFrame>
        <p:nvGraphicFramePr>
          <p:cNvPr id="4" name="Table 3">
            <a:extLst>
              <a:ext uri="{FF2B5EF4-FFF2-40B4-BE49-F238E27FC236}">
                <a16:creationId xmlns:a16="http://schemas.microsoft.com/office/drawing/2014/main" id="{FC6DC07A-A8C1-DD65-3838-E75781414E32}"/>
              </a:ext>
            </a:extLst>
          </p:cNvPr>
          <p:cNvGraphicFramePr/>
          <p:nvPr>
            <p:custDataLst>
              <p:tags r:id="rId1"/>
            </p:custDataLst>
          </p:nvPr>
        </p:nvGraphicFramePr>
        <p:xfrm>
          <a:off x="838200" y="1690688"/>
          <a:ext cx="5365115" cy="4404360"/>
        </p:xfrm>
        <a:graphic>
          <a:graphicData uri="http://schemas.openxmlformats.org/drawingml/2006/table">
            <a:tbl>
              <a:tblPr firstRow="1" bandRow="1">
                <a:tableStyleId>{5C22544A-7EE6-4342-B048-85BDC9FD1C3A}</a:tableStyleId>
              </a:tblPr>
              <a:tblGrid>
                <a:gridCol w="923290">
                  <a:extLst>
                    <a:ext uri="{9D8B030D-6E8A-4147-A177-3AD203B41FA5}">
                      <a16:colId xmlns:a16="http://schemas.microsoft.com/office/drawing/2014/main" val="20000"/>
                    </a:ext>
                  </a:extLst>
                </a:gridCol>
                <a:gridCol w="2320925">
                  <a:extLst>
                    <a:ext uri="{9D8B030D-6E8A-4147-A177-3AD203B41FA5}">
                      <a16:colId xmlns:a16="http://schemas.microsoft.com/office/drawing/2014/main" val="20001"/>
                    </a:ext>
                  </a:extLst>
                </a:gridCol>
                <a:gridCol w="2120900">
                  <a:extLst>
                    <a:ext uri="{9D8B030D-6E8A-4147-A177-3AD203B41FA5}">
                      <a16:colId xmlns:a16="http://schemas.microsoft.com/office/drawing/2014/main" val="20002"/>
                    </a:ext>
                  </a:extLst>
                </a:gridCol>
              </a:tblGrid>
              <a:tr h="483870">
                <a:tc>
                  <a:txBody>
                    <a:bodyPr/>
                    <a:lstStyle/>
                    <a:p>
                      <a:pPr>
                        <a:buNone/>
                      </a:pPr>
                      <a:r>
                        <a:rPr lang="en-US" sz="1600"/>
                        <a:t>Step</a:t>
                      </a:r>
                    </a:p>
                  </a:txBody>
                  <a:tcPr/>
                </a:tc>
                <a:tc>
                  <a:txBody>
                    <a:bodyPr/>
                    <a:lstStyle/>
                    <a:p>
                      <a:pPr>
                        <a:buNone/>
                      </a:pPr>
                      <a:r>
                        <a:rPr lang="en-US" sz="1600"/>
                        <a:t>Priority Queue</a:t>
                      </a:r>
                    </a:p>
                  </a:txBody>
                  <a:tcPr/>
                </a:tc>
                <a:tc>
                  <a:txBody>
                    <a:bodyPr/>
                    <a:lstStyle/>
                    <a:p>
                      <a:pPr>
                        <a:buNone/>
                      </a:pPr>
                      <a:r>
                        <a:rPr lang="en-US" sz="1600"/>
                        <a:t>Explored</a:t>
                      </a:r>
                    </a:p>
                  </a:txBody>
                  <a:tcPr/>
                </a:tc>
                <a:extLst>
                  <a:ext uri="{0D108BD9-81ED-4DB2-BD59-A6C34878D82A}">
                    <a16:rowId xmlns:a16="http://schemas.microsoft.com/office/drawing/2014/main" val="10000"/>
                  </a:ext>
                </a:extLst>
              </a:tr>
              <a:tr h="483870">
                <a:tc>
                  <a:txBody>
                    <a:bodyPr/>
                    <a:lstStyle/>
                    <a:p>
                      <a:pPr>
                        <a:buNone/>
                      </a:pPr>
                      <a:r>
                        <a:rPr lang="en-US" sz="1600"/>
                        <a:t>0</a:t>
                      </a:r>
                    </a:p>
                  </a:txBody>
                  <a:tcPr/>
                </a:tc>
                <a:tc>
                  <a:txBody>
                    <a:bodyPr/>
                    <a:lstStyle/>
                    <a:p>
                      <a:pPr>
                        <a:buNone/>
                      </a:pPr>
                      <a:r>
                        <a:rPr lang="en-US" sz="1600"/>
                        <a:t>(A,cost=0)</a:t>
                      </a:r>
                    </a:p>
                  </a:txBody>
                  <a:tcPr/>
                </a:tc>
                <a:tc>
                  <a:txBody>
                    <a:bodyPr/>
                    <a:lstStyle/>
                    <a:p>
                      <a:pPr>
                        <a:buNone/>
                      </a:pPr>
                      <a:r>
                        <a:rPr lang="en-US" sz="1600"/>
                        <a:t>{}</a:t>
                      </a:r>
                    </a:p>
                  </a:txBody>
                  <a:tcPr/>
                </a:tc>
                <a:extLst>
                  <a:ext uri="{0D108BD9-81ED-4DB2-BD59-A6C34878D82A}">
                    <a16:rowId xmlns:a16="http://schemas.microsoft.com/office/drawing/2014/main" val="10001"/>
                  </a:ext>
                </a:extLst>
              </a:tr>
              <a:tr h="483870">
                <a:tc>
                  <a:txBody>
                    <a:bodyPr/>
                    <a:lstStyle/>
                    <a:p>
                      <a:pPr>
                        <a:buNone/>
                      </a:pPr>
                      <a:r>
                        <a:rPr lang="en-US" sz="1600"/>
                        <a:t>1</a:t>
                      </a:r>
                    </a:p>
                  </a:txBody>
                  <a:tcPr/>
                </a:tc>
                <a:tc>
                  <a:txBody>
                    <a:bodyPr/>
                    <a:lstStyle/>
                    <a:p>
                      <a:pPr>
                        <a:buNone/>
                      </a:pPr>
                      <a:r>
                        <a:rPr lang="en-US" sz="1600"/>
                        <a:t>(C,3),(B,7)</a:t>
                      </a:r>
                    </a:p>
                  </a:txBody>
                  <a:tcPr/>
                </a:tc>
                <a:tc>
                  <a:txBody>
                    <a:bodyPr/>
                    <a:lstStyle/>
                    <a:p>
                      <a:pPr>
                        <a:buNone/>
                      </a:pPr>
                      <a:r>
                        <a:rPr lang="en-US" sz="1600"/>
                        <a:t>{A}</a:t>
                      </a:r>
                    </a:p>
                  </a:txBody>
                  <a:tcPr/>
                </a:tc>
                <a:extLst>
                  <a:ext uri="{0D108BD9-81ED-4DB2-BD59-A6C34878D82A}">
                    <a16:rowId xmlns:a16="http://schemas.microsoft.com/office/drawing/2014/main" val="10002"/>
                  </a:ext>
                </a:extLst>
              </a:tr>
              <a:tr h="483870">
                <a:tc>
                  <a:txBody>
                    <a:bodyPr/>
                    <a:lstStyle/>
                    <a:p>
                      <a:pPr>
                        <a:buNone/>
                      </a:pPr>
                      <a:r>
                        <a:rPr lang="en-US" sz="1600"/>
                        <a:t>2</a:t>
                      </a:r>
                    </a:p>
                  </a:txBody>
                  <a:tcPr/>
                </a:tc>
                <a:tc>
                  <a:txBody>
                    <a:bodyPr/>
                    <a:lstStyle/>
                    <a:p>
                      <a:pPr>
                        <a:buNone/>
                      </a:pPr>
                      <a:r>
                        <a:rPr lang="en-US" sz="1600"/>
                        <a:t>(B,5),(D,12)</a:t>
                      </a:r>
                    </a:p>
                  </a:txBody>
                  <a:tcPr/>
                </a:tc>
                <a:tc>
                  <a:txBody>
                    <a:bodyPr/>
                    <a:lstStyle/>
                    <a:p>
                      <a:pPr>
                        <a:buNone/>
                      </a:pPr>
                      <a:r>
                        <a:rPr lang="en-US" sz="1600"/>
                        <a:t>{A,C}</a:t>
                      </a:r>
                    </a:p>
                  </a:txBody>
                  <a:tcPr/>
                </a:tc>
                <a:extLst>
                  <a:ext uri="{0D108BD9-81ED-4DB2-BD59-A6C34878D82A}">
                    <a16:rowId xmlns:a16="http://schemas.microsoft.com/office/drawing/2014/main" val="10003"/>
                  </a:ext>
                </a:extLst>
              </a:tr>
              <a:tr h="483870">
                <a:tc>
                  <a:txBody>
                    <a:bodyPr/>
                    <a:lstStyle/>
                    <a:p>
                      <a:pPr>
                        <a:buNone/>
                      </a:pPr>
                      <a:r>
                        <a:rPr lang="en-US" sz="1600"/>
                        <a:t>3</a:t>
                      </a:r>
                    </a:p>
                  </a:txBody>
                  <a:tcPr/>
                </a:tc>
                <a:tc>
                  <a:txBody>
                    <a:bodyPr/>
                    <a:lstStyle/>
                    <a:p>
                      <a:pPr>
                        <a:buNone/>
                      </a:pPr>
                      <a:r>
                        <a:rPr lang="en-US" sz="1600"/>
                        <a:t>(E,11),(D,12)</a:t>
                      </a:r>
                    </a:p>
                  </a:txBody>
                  <a:tcPr/>
                </a:tc>
                <a:tc>
                  <a:txBody>
                    <a:bodyPr/>
                    <a:lstStyle/>
                    <a:p>
                      <a:pPr>
                        <a:buNone/>
                      </a:pPr>
                      <a:r>
                        <a:rPr lang="en-US" sz="1600"/>
                        <a:t>{A,C,B}</a:t>
                      </a:r>
                    </a:p>
                  </a:txBody>
                  <a:tcPr/>
                </a:tc>
                <a:extLst>
                  <a:ext uri="{0D108BD9-81ED-4DB2-BD59-A6C34878D82A}">
                    <a16:rowId xmlns:a16="http://schemas.microsoft.com/office/drawing/2014/main" val="10004"/>
                  </a:ext>
                </a:extLst>
              </a:tr>
              <a:tr h="661670">
                <a:tc>
                  <a:txBody>
                    <a:bodyPr/>
                    <a:lstStyle/>
                    <a:p>
                      <a:pPr>
                        <a:buNone/>
                      </a:pPr>
                      <a:r>
                        <a:rPr lang="en-US" sz="1600"/>
                        <a:t>4</a:t>
                      </a:r>
                    </a:p>
                  </a:txBody>
                  <a:tcPr/>
                </a:tc>
                <a:tc>
                  <a:txBody>
                    <a:bodyPr/>
                    <a:lstStyle/>
                    <a:p>
                      <a:pPr>
                        <a:buNone/>
                      </a:pPr>
                      <a:r>
                        <a:rPr lang="en-US" sz="1600"/>
                        <a:t>(D,12),(G,12),(F,13)</a:t>
                      </a:r>
                    </a:p>
                  </a:txBody>
                  <a:tcPr/>
                </a:tc>
                <a:tc>
                  <a:txBody>
                    <a:bodyPr/>
                    <a:lstStyle/>
                    <a:p>
                      <a:pPr>
                        <a:buNone/>
                      </a:pPr>
                      <a:r>
                        <a:rPr lang="en-US" sz="1600"/>
                        <a:t>{A,C,B,E}</a:t>
                      </a:r>
                    </a:p>
                  </a:txBody>
                  <a:tcPr/>
                </a:tc>
                <a:extLst>
                  <a:ext uri="{0D108BD9-81ED-4DB2-BD59-A6C34878D82A}">
                    <a16:rowId xmlns:a16="http://schemas.microsoft.com/office/drawing/2014/main" val="10005"/>
                  </a:ext>
                </a:extLst>
              </a:tr>
              <a:tr h="661670">
                <a:tc>
                  <a:txBody>
                    <a:bodyPr/>
                    <a:lstStyle/>
                    <a:p>
                      <a:pPr>
                        <a:buNone/>
                      </a:pPr>
                      <a:r>
                        <a:rPr lang="en-US" sz="1600"/>
                        <a:t>5</a:t>
                      </a:r>
                    </a:p>
                  </a:txBody>
                  <a:tcPr/>
                </a:tc>
                <a:tc>
                  <a:txBody>
                    <a:bodyPr/>
                    <a:lstStyle/>
                    <a:p>
                      <a:pPr>
                        <a:buNone/>
                      </a:pPr>
                      <a:r>
                        <a:rPr lang="en-US" sz="1600"/>
                        <a:t>(G,12),(F,13),(H,25)</a:t>
                      </a:r>
                    </a:p>
                  </a:txBody>
                  <a:tcPr/>
                </a:tc>
                <a:tc>
                  <a:txBody>
                    <a:bodyPr/>
                    <a:lstStyle/>
                    <a:p>
                      <a:pPr>
                        <a:buNone/>
                      </a:pPr>
                      <a:r>
                        <a:rPr lang="en-US" sz="1600"/>
                        <a:t>{A,C,B,E,D}</a:t>
                      </a:r>
                    </a:p>
                  </a:txBody>
                  <a:tcPr/>
                </a:tc>
                <a:extLst>
                  <a:ext uri="{0D108BD9-81ED-4DB2-BD59-A6C34878D82A}">
                    <a16:rowId xmlns:a16="http://schemas.microsoft.com/office/drawing/2014/main" val="10006"/>
                  </a:ext>
                </a:extLst>
              </a:tr>
              <a:tr h="661670">
                <a:tc>
                  <a:txBody>
                    <a:bodyPr/>
                    <a:lstStyle/>
                    <a:p>
                      <a:pPr>
                        <a:buNone/>
                      </a:pPr>
                      <a:r>
                        <a:rPr lang="en-US" sz="1600"/>
                        <a:t>6</a:t>
                      </a:r>
                    </a:p>
                  </a:txBody>
                  <a:tcPr/>
                </a:tc>
                <a:tc>
                  <a:txBody>
                    <a:bodyPr/>
                    <a:lstStyle/>
                    <a:p>
                      <a:pPr>
                        <a:buNone/>
                      </a:pPr>
                      <a:r>
                        <a:rPr lang="en-US" sz="1600"/>
                        <a:t>Goal Node Reached</a:t>
                      </a:r>
                    </a:p>
                  </a:txBody>
                  <a:tcPr/>
                </a:tc>
                <a:tc>
                  <a:txBody>
                    <a:bodyPr/>
                    <a:lstStyle/>
                    <a:p>
                      <a:pPr>
                        <a:buNone/>
                      </a:pPr>
                      <a:r>
                        <a:rPr lang="en-US" sz="1600" dirty="0"/>
                        <a:t>{A-&gt;C-&gt;B-&gt;E-&gt;G}</a:t>
                      </a:r>
                    </a:p>
                  </a:txBody>
                  <a:tcPr/>
                </a:tc>
                <a:extLst>
                  <a:ext uri="{0D108BD9-81ED-4DB2-BD59-A6C34878D82A}">
                    <a16:rowId xmlns:a16="http://schemas.microsoft.com/office/drawing/2014/main" val="10007"/>
                  </a:ext>
                </a:extLst>
              </a:tr>
            </a:tbl>
          </a:graphicData>
        </a:graphic>
      </p:graphicFrame>
      <p:pic>
        <p:nvPicPr>
          <p:cNvPr id="5" name="Picture 4">
            <a:extLst>
              <a:ext uri="{FF2B5EF4-FFF2-40B4-BE49-F238E27FC236}">
                <a16:creationId xmlns:a16="http://schemas.microsoft.com/office/drawing/2014/main" id="{4E11105C-EEC4-FF29-4C16-96E2F3C878C8}"/>
              </a:ext>
            </a:extLst>
          </p:cNvPr>
          <p:cNvPicPr>
            <a:picLocks noChangeAspect="1"/>
          </p:cNvPicPr>
          <p:nvPr/>
        </p:nvPicPr>
        <p:blipFill>
          <a:blip r:embed="rId3"/>
          <a:stretch>
            <a:fillRect/>
          </a:stretch>
        </p:blipFill>
        <p:spPr>
          <a:xfrm>
            <a:off x="6629067" y="1690688"/>
            <a:ext cx="4073911" cy="4351338"/>
          </a:xfrm>
          <a:prstGeom prst="rect">
            <a:avLst/>
          </a:prstGeom>
        </p:spPr>
      </p:pic>
    </p:spTree>
    <p:extLst>
      <p:ext uri="{BB962C8B-B14F-4D97-AF65-F5344CB8AC3E}">
        <p14:creationId xmlns:p14="http://schemas.microsoft.com/office/powerpoint/2010/main" val="226982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37457A-BF0A-C951-07FE-E840358ADBBD}"/>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300">
                <a:solidFill>
                  <a:srgbClr val="FFFFFF"/>
                </a:solidFill>
              </a:rPr>
              <a:t>Bidirectional Search</a:t>
            </a:r>
          </a:p>
        </p:txBody>
      </p:sp>
      <p:graphicFrame>
        <p:nvGraphicFramePr>
          <p:cNvPr id="5" name="Text Placeholder 2">
            <a:extLst>
              <a:ext uri="{FF2B5EF4-FFF2-40B4-BE49-F238E27FC236}">
                <a16:creationId xmlns:a16="http://schemas.microsoft.com/office/drawing/2014/main" id="{51103729-14D9-5B2D-AE6A-9ED64A98793C}"/>
              </a:ext>
            </a:extLst>
          </p:cNvPr>
          <p:cNvGraphicFramePr/>
          <p:nvPr>
            <p:extLst>
              <p:ext uri="{D42A27DB-BD31-4B8C-83A1-F6EECF244321}">
                <p14:modId xmlns:p14="http://schemas.microsoft.com/office/powerpoint/2010/main" val="3317649188"/>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7606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DF6FD-9A4E-49B0-E53E-48105606F1A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150F0AB-A560-6EF6-5E60-AC0311EF14F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60796AE-4CBA-5992-9F56-C1920C476966}"/>
              </a:ext>
            </a:extLst>
          </p:cNvPr>
          <p:cNvPicPr>
            <a:picLocks noChangeAspect="1"/>
          </p:cNvPicPr>
          <p:nvPr/>
        </p:nvPicPr>
        <p:blipFill>
          <a:blip r:embed="rId2"/>
          <a:stretch>
            <a:fillRect/>
          </a:stretch>
        </p:blipFill>
        <p:spPr>
          <a:xfrm>
            <a:off x="1588958" y="1933730"/>
            <a:ext cx="8784236" cy="2788172"/>
          </a:xfrm>
          <a:prstGeom prst="rect">
            <a:avLst/>
          </a:prstGeom>
        </p:spPr>
      </p:pic>
    </p:spTree>
    <p:extLst>
      <p:ext uri="{BB962C8B-B14F-4D97-AF65-F5344CB8AC3E}">
        <p14:creationId xmlns:p14="http://schemas.microsoft.com/office/powerpoint/2010/main" val="1830494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AE80D91-18AA-438F-BFF4-E6BABFDFB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EF05C5AB-8A34-4DF3-AB54-AD74AA432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4698" y="0"/>
            <a:ext cx="5188141" cy="68654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9E2A72D-D2DC-44FC-88DD-09C4C84371EF}"/>
              </a:ext>
            </a:extLst>
          </p:cNvPr>
          <p:cNvSpPr>
            <a:spLocks noGrp="1"/>
          </p:cNvSpPr>
          <p:nvPr>
            <p:ph type="title"/>
          </p:nvPr>
        </p:nvSpPr>
        <p:spPr>
          <a:xfrm>
            <a:off x="6902937" y="643466"/>
            <a:ext cx="3962658" cy="5376334"/>
          </a:xfrm>
        </p:spPr>
        <p:txBody>
          <a:bodyPr anchor="ctr">
            <a:normAutofit/>
          </a:bodyPr>
          <a:lstStyle/>
          <a:p>
            <a:r>
              <a:rPr lang="en-US" sz="3600">
                <a:solidFill>
                  <a:srgbClr val="FFFFFF"/>
                </a:solidFill>
                <a:latin typeface="Arial" panose="020B0604020202020204" pitchFamily="34" charset="0"/>
                <a:cs typeface="Arial" panose="020B0604020202020204" pitchFamily="34" charset="0"/>
              </a:rPr>
              <a:t>Concepts of Informed Search</a:t>
            </a:r>
          </a:p>
        </p:txBody>
      </p:sp>
      <p:sp>
        <p:nvSpPr>
          <p:cNvPr id="3" name="Content Placeholder 2">
            <a:extLst>
              <a:ext uri="{FF2B5EF4-FFF2-40B4-BE49-F238E27FC236}">
                <a16:creationId xmlns:a16="http://schemas.microsoft.com/office/drawing/2014/main" id="{FDA19374-FBDD-49A7-A81F-B62FCC74112C}"/>
              </a:ext>
            </a:extLst>
          </p:cNvPr>
          <p:cNvSpPr>
            <a:spLocks noGrp="1"/>
          </p:cNvSpPr>
          <p:nvPr>
            <p:ph idx="1"/>
          </p:nvPr>
        </p:nvSpPr>
        <p:spPr>
          <a:xfrm>
            <a:off x="643467" y="643467"/>
            <a:ext cx="4817766" cy="5578528"/>
          </a:xfrm>
        </p:spPr>
        <p:txBody>
          <a:bodyPr anchor="ctr">
            <a:normAutofit/>
          </a:bodyPr>
          <a:lstStyle/>
          <a:p>
            <a:r>
              <a:rPr lang="en-US" sz="1700">
                <a:latin typeface="Arial" panose="020B0604020202020204" pitchFamily="34" charset="0"/>
                <a:cs typeface="Arial" panose="020B0604020202020204" pitchFamily="34" charset="0"/>
              </a:rPr>
              <a:t>Informed Search (also known as </a:t>
            </a:r>
            <a:r>
              <a:rPr lang="en-US" sz="1700" b="1">
                <a:latin typeface="Arial" panose="020B0604020202020204" pitchFamily="34" charset="0"/>
                <a:cs typeface="Arial" panose="020B0604020202020204" pitchFamily="34" charset="0"/>
              </a:rPr>
              <a:t>Heuristic Search</a:t>
            </a:r>
            <a:r>
              <a:rPr lang="en-US" sz="1700">
                <a:latin typeface="Arial" panose="020B0604020202020204" pitchFamily="34" charset="0"/>
                <a:cs typeface="Arial" panose="020B0604020202020204" pitchFamily="34" charset="0"/>
              </a:rPr>
              <a:t>) is a strategy that uses domain-specific knowledge to find solutions more efficiently than "blind" search methods like BFS or DFS.</a:t>
            </a:r>
          </a:p>
          <a:p>
            <a:endParaRPr lang="en-US" sz="1700">
              <a:latin typeface="Arial" panose="020B0604020202020204" pitchFamily="34" charset="0"/>
              <a:cs typeface="Arial" panose="020B0604020202020204" pitchFamily="34" charset="0"/>
            </a:endParaRPr>
          </a:p>
          <a:p>
            <a:r>
              <a:rPr kumimoji="0" lang="en-US" altLang="en-US" sz="1700" b="0" i="0" u="none" strike="noStrike" cap="none" normalizeH="0" baseline="0">
                <a:ln>
                  <a:noFill/>
                </a:ln>
                <a:effectLst/>
                <a:latin typeface="Arial" panose="020B0604020202020204" pitchFamily="34" charset="0"/>
                <a:cs typeface="Arial" panose="020B0604020202020204" pitchFamily="34" charset="0"/>
              </a:rPr>
              <a:t>The "Information" in informed search comes from a </a:t>
            </a:r>
            <a:r>
              <a:rPr kumimoji="0" lang="en-US" altLang="en-US" sz="1700" b="1" i="0" u="none" strike="noStrike" cap="none" normalizeH="0" baseline="0">
                <a:ln>
                  <a:noFill/>
                </a:ln>
                <a:effectLst/>
                <a:latin typeface="Arial" panose="020B0604020202020204" pitchFamily="34" charset="0"/>
                <a:cs typeface="Arial" panose="020B0604020202020204" pitchFamily="34" charset="0"/>
              </a:rPr>
              <a:t>Heuristic Function</a:t>
            </a:r>
            <a:r>
              <a:rPr kumimoji="0" lang="en-US" altLang="en-US" sz="1700" b="0" i="0" u="none" strike="noStrike" cap="none" normalizeH="0" baseline="0">
                <a:ln>
                  <a:noFill/>
                </a:ln>
                <a:effectLst/>
                <a:latin typeface="Arial" panose="020B0604020202020204" pitchFamily="34" charset="0"/>
                <a:cs typeface="Arial" panose="020B0604020202020204" pitchFamily="34" charset="0"/>
              </a:rPr>
              <a:t>, denoted as h(n).</a:t>
            </a:r>
          </a:p>
          <a:p>
            <a:endParaRPr lang="en-US" sz="1700">
              <a:latin typeface="Arial" panose="020B0604020202020204" pitchFamily="34" charset="0"/>
              <a:cs typeface="Arial" panose="020B0604020202020204" pitchFamily="34" charset="0"/>
            </a:endParaRPr>
          </a:p>
          <a:p>
            <a:r>
              <a:rPr lang="pt-BR" sz="1700">
                <a:latin typeface="Arial" panose="020B0604020202020204" pitchFamily="34" charset="0"/>
                <a:cs typeface="Arial" panose="020B0604020202020204" pitchFamily="34" charset="0"/>
              </a:rPr>
              <a:t>Informed search uses a function:</a:t>
            </a:r>
            <a:br>
              <a:rPr lang="pt-BR" sz="1700">
                <a:latin typeface="Arial" panose="020B0604020202020204" pitchFamily="34" charset="0"/>
                <a:cs typeface="Arial" panose="020B0604020202020204" pitchFamily="34" charset="0"/>
              </a:rPr>
            </a:br>
            <a:endParaRPr lang="pt-BR" sz="1700">
              <a:latin typeface="Arial" panose="020B0604020202020204" pitchFamily="34" charset="0"/>
              <a:cs typeface="Arial" panose="020B0604020202020204" pitchFamily="34" charset="0"/>
            </a:endParaRPr>
          </a:p>
          <a:p>
            <a:pPr marL="0" indent="0">
              <a:buNone/>
            </a:pPr>
            <a:r>
              <a:rPr lang="pt-BR" sz="1700">
                <a:latin typeface="Arial" panose="020B0604020202020204" pitchFamily="34" charset="0"/>
                <a:cs typeface="Arial" panose="020B0604020202020204" pitchFamily="34" charset="0"/>
              </a:rPr>
              <a:t>                                                     f(n)=g(n)+h(n)</a:t>
            </a:r>
            <a:br>
              <a:rPr lang="pt-BR" sz="1700">
                <a:latin typeface="Arial" panose="020B0604020202020204" pitchFamily="34" charset="0"/>
                <a:cs typeface="Arial" panose="020B0604020202020204" pitchFamily="34" charset="0"/>
              </a:rPr>
            </a:br>
            <a:endParaRPr lang="pt-BR" sz="1700">
              <a:latin typeface="Arial" panose="020B0604020202020204" pitchFamily="34" charset="0"/>
              <a:cs typeface="Arial" panose="020B0604020202020204" pitchFamily="34" charset="0"/>
            </a:endParaRPr>
          </a:p>
          <a:p>
            <a:r>
              <a:rPr lang="en-US" sz="1700" b="1">
                <a:latin typeface="Arial" panose="020B0604020202020204" pitchFamily="34" charset="0"/>
                <a:cs typeface="Arial" panose="020B0604020202020204" pitchFamily="34" charset="0"/>
              </a:rPr>
              <a:t>g(n)</a:t>
            </a:r>
            <a:r>
              <a:rPr lang="en-US" sz="1700">
                <a:latin typeface="Arial" panose="020B0604020202020204" pitchFamily="34" charset="0"/>
                <a:cs typeface="Arial" panose="020B0604020202020204" pitchFamily="34" charset="0"/>
              </a:rPr>
              <a:t> → actual cost from start → current node</a:t>
            </a:r>
          </a:p>
          <a:p>
            <a:r>
              <a:rPr lang="en-US" sz="1700" b="1">
                <a:latin typeface="Arial" panose="020B0604020202020204" pitchFamily="34" charset="0"/>
                <a:cs typeface="Arial" panose="020B0604020202020204" pitchFamily="34" charset="0"/>
              </a:rPr>
              <a:t>h(n)</a:t>
            </a:r>
            <a:r>
              <a:rPr lang="en-US" sz="1700">
                <a:latin typeface="Arial" panose="020B0604020202020204" pitchFamily="34" charset="0"/>
                <a:cs typeface="Arial" panose="020B0604020202020204" pitchFamily="34" charset="0"/>
              </a:rPr>
              <a:t> → estimated cost from current node → goal (heuristic)</a:t>
            </a:r>
            <a:endParaRPr lang="pt-BR" sz="170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A3B856C-9196-4702-BED7-5733C7EAA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2">
            <a:extLst>
              <a:ext uri="{FF2B5EF4-FFF2-40B4-BE49-F238E27FC236}">
                <a16:creationId xmlns:a16="http://schemas.microsoft.com/office/drawing/2014/main" id="{3FC532CC-41FD-47C6-A8F2-5B4D5312F20C}"/>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794ED330-07CB-470B-9337-BA47B57DF206}"/>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242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801627-6861-4EA9-BE98-E0CE33A89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3466" cy="6858000"/>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3C1483F-490E-4C8A-8765-1F8AF0C67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0"/>
            <a:ext cx="3736189" cy="6858000"/>
          </a:xfrm>
          <a:prstGeom prst="rect">
            <a:avLst/>
          </a:prstGeom>
          <a:solidFill>
            <a:srgbClr val="29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DA69DB-6B0C-4CA9-8F5C-135EE90646C0}"/>
              </a:ext>
            </a:extLst>
          </p:cNvPr>
          <p:cNvSpPr>
            <a:spLocks noGrp="1"/>
          </p:cNvSpPr>
          <p:nvPr>
            <p:ph type="title"/>
          </p:nvPr>
        </p:nvSpPr>
        <p:spPr>
          <a:xfrm>
            <a:off x="965198" y="643466"/>
            <a:ext cx="3092718" cy="5528734"/>
          </a:xfrm>
          <a:noFill/>
        </p:spPr>
        <p:txBody>
          <a:bodyPr anchor="t">
            <a:normAutofit/>
          </a:bodyPr>
          <a:lstStyle/>
          <a:p>
            <a:r>
              <a:rPr lang="en-US" sz="2800">
                <a:solidFill>
                  <a:srgbClr val="FFFFFF"/>
                </a:solidFill>
                <a:latin typeface="Arial" panose="020B0604020202020204" pitchFamily="34" charset="0"/>
                <a:cs typeface="Arial" panose="020B0604020202020204" pitchFamily="34" charset="0"/>
              </a:rPr>
              <a:t>How Decision Are Made : Evaluation Function(f)</a:t>
            </a:r>
          </a:p>
        </p:txBody>
      </p:sp>
      <p:sp useBgFill="1">
        <p:nvSpPr>
          <p:cNvPr id="12" name="Rectangle 11">
            <a:extLst>
              <a:ext uri="{FF2B5EF4-FFF2-40B4-BE49-F238E27FC236}">
                <a16:creationId xmlns:a16="http://schemas.microsoft.com/office/drawing/2014/main" id="{0249BF42-D05C-4553-9417-7B8695759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9654" y="0"/>
            <a:ext cx="691318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83F4A385-F383-4E55-B40F-AB178667CFF1}"/>
              </a:ext>
            </a:extLst>
          </p:cNvPr>
          <p:cNvSpPr>
            <a:spLocks noGrp="1"/>
          </p:cNvSpPr>
          <p:nvPr>
            <p:ph idx="1"/>
          </p:nvPr>
        </p:nvSpPr>
        <p:spPr>
          <a:xfrm>
            <a:off x="4821898" y="643466"/>
            <a:ext cx="5827472" cy="5571067"/>
          </a:xfrm>
        </p:spPr>
        <p:txBody>
          <a:bodyPr>
            <a:normAutofit/>
          </a:bodyPr>
          <a:lstStyle/>
          <a:p>
            <a:pPr marL="0" indent="0">
              <a:buNone/>
            </a:pPr>
            <a:endParaRPr kumimoji="0" lang="en-US" altLang="en-US" sz="1600" b="0" i="0" u="none" strike="noStrike" cap="none" normalizeH="0" baseline="0" dirty="0">
              <a:ln>
                <a:noFill/>
              </a:ln>
              <a:effectLst/>
            </a:endParaRPr>
          </a:p>
          <a:p>
            <a:endParaRPr lang="en-US" altLang="en-US" sz="1600" dirty="0">
              <a:latin typeface="Arial" panose="020B0604020202020204" pitchFamily="34" charset="0"/>
            </a:endParaRPr>
          </a:p>
          <a:p>
            <a:r>
              <a:rPr lang="en-US" altLang="en-US" sz="1600" dirty="0">
                <a:latin typeface="Arial" panose="020B0604020202020204" pitchFamily="34" charset="0"/>
                <a:cs typeface="Arial" panose="020B0604020202020204" pitchFamily="34" charset="0"/>
              </a:rPr>
              <a:t>Informed Search Algorithm use an Evaluation Function f(n) to decide which node is visit </a:t>
            </a:r>
            <a:r>
              <a:rPr lang="en-US" altLang="en-US" sz="1600" dirty="0" err="1">
                <a:latin typeface="Arial" panose="020B0604020202020204" pitchFamily="34" charset="0"/>
                <a:cs typeface="Arial" panose="020B0604020202020204" pitchFamily="34" charset="0"/>
              </a:rPr>
              <a:t>next.They</a:t>
            </a:r>
            <a:r>
              <a:rPr lang="en-US" altLang="en-US" sz="1600" dirty="0">
                <a:latin typeface="Arial" panose="020B0604020202020204" pitchFamily="34" charset="0"/>
                <a:cs typeface="Arial" panose="020B0604020202020204" pitchFamily="34" charset="0"/>
              </a:rPr>
              <a:t> always pick lowest value</a:t>
            </a:r>
          </a:p>
          <a:p>
            <a:pPr marL="0" indent="0">
              <a:buNone/>
            </a:pPr>
            <a:r>
              <a:rPr lang="en-US" altLang="en-US" sz="1600" dirty="0">
                <a:latin typeface="Arial" panose="020B0604020202020204" pitchFamily="34" charset="0"/>
                <a:cs typeface="Arial" panose="020B0604020202020204" pitchFamily="34" charset="0"/>
              </a:rPr>
              <a:t>    </a:t>
            </a:r>
          </a:p>
          <a:p>
            <a:pPr eaLnBrk="0" fontAlgn="base" hangingPunct="0">
              <a:spcBef>
                <a:spcPct val="0"/>
              </a:spcBef>
              <a:spcAft>
                <a:spcPct val="0"/>
              </a:spcAft>
              <a:buSzPct val="115000"/>
            </a:pPr>
            <a:r>
              <a:rPr kumimoji="0" lang="en-US" altLang="en-US" sz="1600" b="1" i="0" u="none" strike="noStrike" cap="none" normalizeH="0" baseline="0" dirty="0">
                <a:ln>
                  <a:noFill/>
                </a:ln>
                <a:effectLst/>
                <a:latin typeface="Arial" panose="020B0604020202020204" pitchFamily="34" charset="0"/>
                <a:cs typeface="Arial" panose="020B0604020202020204" pitchFamily="34" charset="0"/>
              </a:rPr>
              <a:t>Greedy Best-First Search:</a:t>
            </a:r>
            <a: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t> $f(n) = h(n)</a:t>
            </a: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endParaRPr kumimoji="0" lang="en-US" altLang="en-US" sz="16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t>                     Only looks at the estimated distance to the goal.</a:t>
            </a: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endParaRPr kumimoji="0" lang="en-US" altLang="en-US" sz="1600" b="0" i="0" u="none" strike="noStrike" cap="none" normalizeH="0" baseline="0" dirty="0">
              <a:ln>
                <a:noFill/>
              </a:ln>
              <a:effectLst/>
              <a:latin typeface="Arial" panose="020B0604020202020204" pitchFamily="34" charset="0"/>
              <a:cs typeface="Arial" panose="020B0604020202020204" pitchFamily="34" charset="0"/>
            </a:endParaRPr>
          </a:p>
          <a:p>
            <a:pPr eaLnBrk="0" fontAlgn="base" hangingPunct="0">
              <a:spcBef>
                <a:spcPct val="0"/>
              </a:spcBef>
              <a:spcAft>
                <a:spcPct val="0"/>
              </a:spcAft>
              <a:buSzPct val="116000"/>
            </a:pPr>
            <a:r>
              <a:rPr lang="en-US" altLang="en-US" sz="1600" dirty="0">
                <a:latin typeface="Arial" panose="020B0604020202020204" pitchFamily="34" charset="0"/>
                <a:cs typeface="Arial" panose="020B0604020202020204" pitchFamily="34" charset="0"/>
              </a:rPr>
              <a:t> </a:t>
            </a:r>
            <a:r>
              <a:rPr kumimoji="0" lang="en-US" altLang="en-US" sz="1600" b="1" i="1" u="none" strike="noStrike" cap="none" normalizeH="0" baseline="0" dirty="0">
                <a:ln>
                  <a:noFill/>
                </a:ln>
                <a:effectLst/>
                <a:latin typeface="Arial" panose="020B0604020202020204" pitchFamily="34" charset="0"/>
                <a:cs typeface="Arial" panose="020B0604020202020204" pitchFamily="34" charset="0"/>
              </a:rPr>
              <a:t>A Search</a:t>
            </a:r>
            <a:r>
              <a:rPr kumimoji="0" lang="en-US" altLang="en-US" sz="1600" b="0" i="1" u="none" strike="noStrike" cap="none" normalizeH="0" baseline="0" dirty="0">
                <a:ln>
                  <a:noFill/>
                </a:ln>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t>* f(n) = g(n) + h(n)</a:t>
            </a: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b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br>
            <a:r>
              <a:rPr kumimoji="0" lang="en-US" altLang="en-US" sz="1600" b="0" i="0" u="none" strike="noStrike" cap="none" normalizeH="0" baseline="0" dirty="0">
                <a:ln>
                  <a:noFill/>
                </a:ln>
                <a:effectLst/>
                <a:latin typeface="Arial" panose="020B0604020202020204" pitchFamily="34" charset="0"/>
                <a:cs typeface="Arial" panose="020B0604020202020204" pitchFamily="34" charset="0"/>
              </a:rPr>
              <a:t>                    Look at the cost already spent(g) plus the estimate distance of the goal(h)</a:t>
            </a:r>
          </a:p>
          <a:p>
            <a:pPr marL="0" indent="0" eaLnBrk="0" fontAlgn="base" hangingPunct="0">
              <a:spcBef>
                <a:spcPct val="0"/>
              </a:spcBef>
              <a:spcAft>
                <a:spcPct val="0"/>
              </a:spcAft>
              <a:buFontTx/>
              <a:buChar char="•"/>
            </a:pPr>
            <a:endParaRPr kumimoji="0" lang="en-US" altLang="en-US" sz="1600" b="0" i="0" u="none" strike="noStrike" cap="none" normalizeH="0" baseline="0" dirty="0">
              <a:ln>
                <a:noFill/>
              </a:ln>
              <a:effectLst/>
              <a:latin typeface="Arial" panose="020B0604020202020204" pitchFamily="34" charset="0"/>
              <a:cs typeface="Arial" panose="020B0604020202020204" pitchFamily="34" charset="0"/>
            </a:endParaRPr>
          </a:p>
          <a:p>
            <a:pPr marL="0" indent="0" eaLnBrk="0" fontAlgn="base" hangingPunct="0">
              <a:spcBef>
                <a:spcPct val="0"/>
              </a:spcBef>
              <a:spcAft>
                <a:spcPct val="0"/>
              </a:spcAft>
              <a:buNone/>
            </a:pPr>
            <a:endParaRPr kumimoji="0" lang="en-US" altLang="en-US" sz="1600" b="0" i="0" u="none" strike="noStrike" cap="none" normalizeH="0" baseline="0" dirty="0">
              <a:ln>
                <a:noFill/>
              </a:ln>
              <a:effectLst/>
              <a:latin typeface="Arial" panose="020B0604020202020204" pitchFamily="34" charset="0"/>
              <a:cs typeface="Arial" panose="020B0604020202020204" pitchFamily="34" charset="0"/>
            </a:endParaRPr>
          </a:p>
          <a:p>
            <a:endParaRPr lang="en-US" sz="1600" dirty="0"/>
          </a:p>
        </p:txBody>
      </p:sp>
    </p:spTree>
    <p:extLst>
      <p:ext uri="{BB962C8B-B14F-4D97-AF65-F5344CB8AC3E}">
        <p14:creationId xmlns:p14="http://schemas.microsoft.com/office/powerpoint/2010/main" val="3093241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1CD3B8-C8A4-4483-8972-B73D47EC66D6}"/>
              </a:ext>
            </a:extLst>
          </p:cNvPr>
          <p:cNvSpPr>
            <a:spLocks noGrp="1"/>
          </p:cNvSpPr>
          <p:nvPr>
            <p:ph type="title"/>
          </p:nvPr>
        </p:nvSpPr>
        <p:spPr>
          <a:xfrm>
            <a:off x="1261871" y="365760"/>
            <a:ext cx="9858383" cy="1325562"/>
          </a:xfrm>
        </p:spPr>
        <p:txBody>
          <a:bodyPr>
            <a:normAutofit/>
          </a:bodyPr>
          <a:lstStyle/>
          <a:p>
            <a:r>
              <a:rPr lang="en-US">
                <a:latin typeface="Arial" panose="020B0604020202020204" pitchFamily="34" charset="0"/>
                <a:cs typeface="Arial" panose="020B0604020202020204" pitchFamily="34" charset="0"/>
              </a:rPr>
              <a:t>Strategies of Informed Search</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944C6BC-3A89-D307-AF1B-C91E9F42CFDC}"/>
              </a:ext>
            </a:extLst>
          </p:cNvPr>
          <p:cNvGraphicFramePr>
            <a:graphicFrameLocks noGrp="1"/>
          </p:cNvGraphicFramePr>
          <p:nvPr>
            <p:ph idx="1"/>
            <p:extLst>
              <p:ext uri="{D42A27DB-BD31-4B8C-83A1-F6EECF244321}">
                <p14:modId xmlns:p14="http://schemas.microsoft.com/office/powerpoint/2010/main" val="748946168"/>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6940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46AE5-22C9-4EC8-A4E6-425465A01542}"/>
              </a:ext>
            </a:extLst>
          </p:cNvPr>
          <p:cNvSpPr>
            <a:spLocks noGrp="1"/>
          </p:cNvSpPr>
          <p:nvPr>
            <p:ph type="title"/>
          </p:nvPr>
        </p:nvSpPr>
        <p:spPr>
          <a:xfrm>
            <a:off x="566058" y="836023"/>
            <a:ext cx="2718788" cy="5183777"/>
          </a:xfrm>
        </p:spPr>
        <p:txBody>
          <a:bodyPr anchor="ctr">
            <a:normAutofit/>
          </a:bodyPr>
          <a:lstStyle/>
          <a:p>
            <a:r>
              <a:rPr lang="en-US" sz="3600" dirty="0">
                <a:solidFill>
                  <a:srgbClr val="FFFFFF"/>
                </a:solidFill>
                <a:latin typeface="Arial" panose="020B0604020202020204" pitchFamily="34" charset="0"/>
                <a:cs typeface="Arial" panose="020B0604020202020204" pitchFamily="34" charset="0"/>
              </a:rPr>
              <a:t>Greedy Best-First Search (GBFS)</a:t>
            </a:r>
            <a:br>
              <a:rPr lang="en-US" sz="3600" dirty="0">
                <a:solidFill>
                  <a:srgbClr val="FFFFFF"/>
                </a:solidFill>
                <a:latin typeface="Arial" panose="020B0604020202020204" pitchFamily="34" charset="0"/>
                <a:cs typeface="Arial" panose="020B0604020202020204" pitchFamily="34" charset="0"/>
              </a:rPr>
            </a:br>
            <a:endParaRPr lang="en-US" sz="3600" dirty="0">
              <a:solidFill>
                <a:srgbClr val="FFFFFF"/>
              </a:solidFill>
            </a:endParaRPr>
          </a:p>
        </p:txBody>
      </p:sp>
      <p:sp>
        <p:nvSpPr>
          <p:cNvPr id="12" name="Rectangle 11">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31D6C98-1A0D-A0B7-FFEF-8C0C75870168}"/>
              </a:ext>
            </a:extLst>
          </p:cNvPr>
          <p:cNvGraphicFramePr>
            <a:graphicFrameLocks noGrp="1"/>
          </p:cNvGraphicFramePr>
          <p:nvPr>
            <p:ph idx="1"/>
            <p:extLst>
              <p:ext uri="{D42A27DB-BD31-4B8C-83A1-F6EECF244321}">
                <p14:modId xmlns:p14="http://schemas.microsoft.com/office/powerpoint/2010/main" val="4180479573"/>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3949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2FB86-4762-4386-A4A9-0A40B10F6871}"/>
              </a:ext>
            </a:extLst>
          </p:cNvPr>
          <p:cNvSpPr>
            <a:spLocks noGrp="1"/>
          </p:cNvSpPr>
          <p:nvPr>
            <p:ph type="title"/>
          </p:nvPr>
        </p:nvSpPr>
        <p:spPr>
          <a:xfrm>
            <a:off x="889232" y="407070"/>
            <a:ext cx="10464567" cy="1325563"/>
          </a:xfrm>
        </p:spPr>
        <p:txBody>
          <a:bodyPr>
            <a:normAutofit/>
          </a:bodyPr>
          <a:lstStyle/>
          <a:p>
            <a:r>
              <a:rPr lang="en-US" sz="3200" dirty="0">
                <a:latin typeface="Arial" panose="020B0604020202020204" pitchFamily="34" charset="0"/>
                <a:cs typeface="Arial" panose="020B0604020202020204" pitchFamily="34" charset="0"/>
              </a:rPr>
              <a:t>Step-by-Step Process</a:t>
            </a:r>
          </a:p>
        </p:txBody>
      </p:sp>
      <p:graphicFrame>
        <p:nvGraphicFramePr>
          <p:cNvPr id="5" name="Content Placeholder 2">
            <a:extLst>
              <a:ext uri="{FF2B5EF4-FFF2-40B4-BE49-F238E27FC236}">
                <a16:creationId xmlns:a16="http://schemas.microsoft.com/office/drawing/2014/main" id="{E4744E90-7E77-EC4C-0F7F-45849CAA8405}"/>
              </a:ext>
            </a:extLst>
          </p:cNvPr>
          <p:cNvGraphicFramePr>
            <a:graphicFrameLocks noGrp="1"/>
          </p:cNvGraphicFramePr>
          <p:nvPr>
            <p:ph idx="1"/>
            <p:extLst>
              <p:ext uri="{D42A27DB-BD31-4B8C-83A1-F6EECF244321}">
                <p14:modId xmlns:p14="http://schemas.microsoft.com/office/powerpoint/2010/main" val="292038424"/>
              </p:ext>
            </p:extLst>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3008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567608B-23B7-4A21-A1C2-958BEE54995F}"/>
              </a:ext>
            </a:extLst>
          </p:cNvPr>
          <p:cNvPicPr>
            <a:picLocks noChangeAspect="1"/>
          </p:cNvPicPr>
          <p:nvPr/>
        </p:nvPicPr>
        <p:blipFill>
          <a:blip r:embed="rId2"/>
          <a:stretch>
            <a:fillRect/>
          </a:stretch>
        </p:blipFill>
        <p:spPr>
          <a:xfrm>
            <a:off x="254610" y="1440288"/>
            <a:ext cx="4600050" cy="3603660"/>
          </a:xfrm>
          <a:prstGeom prst="rect">
            <a:avLst/>
          </a:prstGeom>
        </p:spPr>
      </p:pic>
      <p:pic>
        <p:nvPicPr>
          <p:cNvPr id="13" name="Picture 12">
            <a:extLst>
              <a:ext uri="{FF2B5EF4-FFF2-40B4-BE49-F238E27FC236}">
                <a16:creationId xmlns:a16="http://schemas.microsoft.com/office/drawing/2014/main" id="{FA991F0D-D63B-4C79-AE59-2729FBB4B04B}"/>
              </a:ext>
            </a:extLst>
          </p:cNvPr>
          <p:cNvPicPr>
            <a:picLocks noChangeAspect="1"/>
          </p:cNvPicPr>
          <p:nvPr/>
        </p:nvPicPr>
        <p:blipFill>
          <a:blip r:embed="rId3"/>
          <a:stretch>
            <a:fillRect/>
          </a:stretch>
        </p:blipFill>
        <p:spPr>
          <a:xfrm>
            <a:off x="4854660" y="1125656"/>
            <a:ext cx="6070636" cy="4009936"/>
          </a:xfrm>
          <a:prstGeom prst="rect">
            <a:avLst/>
          </a:prstGeom>
        </p:spPr>
      </p:pic>
    </p:spTree>
    <p:extLst>
      <p:ext uri="{BB962C8B-B14F-4D97-AF65-F5344CB8AC3E}">
        <p14:creationId xmlns:p14="http://schemas.microsoft.com/office/powerpoint/2010/main" val="359013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FE765-35DD-4AEC-A532-D24C64E58A8A}"/>
              </a:ext>
            </a:extLst>
          </p:cNvPr>
          <p:cNvSpPr>
            <a:spLocks noGrp="1"/>
          </p:cNvSpPr>
          <p:nvPr>
            <p:ph type="title"/>
          </p:nvPr>
        </p:nvSpPr>
        <p:spPr>
          <a:xfrm>
            <a:off x="8147621" y="804672"/>
            <a:ext cx="2824640" cy="5215128"/>
          </a:xfrm>
        </p:spPr>
        <p:txBody>
          <a:bodyPr anchor="ctr">
            <a:normAutofit/>
          </a:bodyPr>
          <a:lstStyle/>
          <a:p>
            <a:r>
              <a:rPr lang="en-US" sz="3600">
                <a:solidFill>
                  <a:srgbClr val="FFFFFF"/>
                </a:solidFill>
                <a:latin typeface="Arial" panose="020B0604020202020204" pitchFamily="34" charset="0"/>
                <a:cs typeface="Arial" panose="020B0604020202020204" pitchFamily="34" charset="0"/>
              </a:rPr>
              <a:t>Advantages of GBFS</a:t>
            </a:r>
          </a:p>
        </p:txBody>
      </p:sp>
      <p:graphicFrame>
        <p:nvGraphicFramePr>
          <p:cNvPr id="5" name="Content Placeholder 2">
            <a:extLst>
              <a:ext uri="{FF2B5EF4-FFF2-40B4-BE49-F238E27FC236}">
                <a16:creationId xmlns:a16="http://schemas.microsoft.com/office/drawing/2014/main" id="{20C79BD5-316C-8E61-32F5-F95065BC2155}"/>
              </a:ext>
            </a:extLst>
          </p:cNvPr>
          <p:cNvGraphicFramePr>
            <a:graphicFrameLocks noGrp="1"/>
          </p:cNvGraphicFramePr>
          <p:nvPr>
            <p:ph idx="1"/>
            <p:extLst>
              <p:ext uri="{D42A27DB-BD31-4B8C-83A1-F6EECF244321}">
                <p14:modId xmlns:p14="http://schemas.microsoft.com/office/powerpoint/2010/main" val="3423322987"/>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2638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E6B9CA-71C5-444F-BC98-2D35EBBDB62D}"/>
              </a:ext>
            </a:extLst>
          </p:cNvPr>
          <p:cNvSpPr>
            <a:spLocks noGrp="1"/>
          </p:cNvSpPr>
          <p:nvPr>
            <p:ph type="title"/>
          </p:nvPr>
        </p:nvSpPr>
        <p:spPr>
          <a:xfrm>
            <a:off x="566058" y="836023"/>
            <a:ext cx="2718788" cy="5183777"/>
          </a:xfrm>
        </p:spPr>
        <p:txBody>
          <a:bodyPr anchor="ctr">
            <a:normAutofit/>
          </a:bodyPr>
          <a:lstStyle/>
          <a:p>
            <a:r>
              <a:rPr lang="en-US" sz="3100">
                <a:solidFill>
                  <a:srgbClr val="FFFFFF"/>
                </a:solidFill>
                <a:latin typeface="Arial" panose="020B0604020202020204" pitchFamily="34" charset="0"/>
                <a:cs typeface="Arial" panose="020B0604020202020204" pitchFamily="34" charset="0"/>
              </a:rPr>
              <a:t>Disadvantages of GBFS</a:t>
            </a:r>
            <a:endParaRPr lang="en-US" sz="3100">
              <a:solidFill>
                <a:srgbClr val="FFFFFF"/>
              </a:solidFill>
            </a:endParaRPr>
          </a:p>
        </p:txBody>
      </p:sp>
      <p:sp>
        <p:nvSpPr>
          <p:cNvPr id="18" name="Rectangle 17">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2" name="Content Placeholder 2">
            <a:extLst>
              <a:ext uri="{FF2B5EF4-FFF2-40B4-BE49-F238E27FC236}">
                <a16:creationId xmlns:a16="http://schemas.microsoft.com/office/drawing/2014/main" id="{65B21B89-3B2A-4CA6-F32E-BE5855BE4695}"/>
              </a:ext>
            </a:extLst>
          </p:cNvPr>
          <p:cNvGraphicFramePr>
            <a:graphicFrameLocks noGrp="1"/>
          </p:cNvGraphicFramePr>
          <p:nvPr>
            <p:ph idx="1"/>
            <p:extLst>
              <p:ext uri="{D42A27DB-BD31-4B8C-83A1-F6EECF244321}">
                <p14:modId xmlns:p14="http://schemas.microsoft.com/office/powerpoint/2010/main" val="1455469541"/>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9840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306A-46CF-4A2D-B515-24A10094F671}"/>
              </a:ext>
            </a:extLst>
          </p:cNvPr>
          <p:cNvSpPr>
            <a:spLocks noGrp="1"/>
          </p:cNvSpPr>
          <p:nvPr>
            <p:ph type="title"/>
          </p:nvPr>
        </p:nvSpPr>
        <p:spPr>
          <a:xfrm>
            <a:off x="718873" y="677863"/>
            <a:ext cx="4534047" cy="666994"/>
          </a:xfrm>
        </p:spPr>
        <p:txBody>
          <a:bodyPr>
            <a:normAutofit fontScale="90000"/>
          </a:bodyPr>
          <a:lstStyle/>
          <a:p>
            <a:r>
              <a:rPr lang="en-US" dirty="0">
                <a:latin typeface="Arial" panose="020B0604020202020204" pitchFamily="34" charset="0"/>
                <a:cs typeface="Arial" panose="020B0604020202020204" pitchFamily="34" charset="0"/>
              </a:rPr>
              <a:t>A*Search</a:t>
            </a:r>
          </a:p>
        </p:txBody>
      </p:sp>
      <p:sp>
        <p:nvSpPr>
          <p:cNvPr id="3" name="Content Placeholder 2">
            <a:extLst>
              <a:ext uri="{FF2B5EF4-FFF2-40B4-BE49-F238E27FC236}">
                <a16:creationId xmlns:a16="http://schemas.microsoft.com/office/drawing/2014/main" id="{59FB2B89-AB0D-4472-9AE0-1AAE81A18936}"/>
              </a:ext>
            </a:extLst>
          </p:cNvPr>
          <p:cNvSpPr>
            <a:spLocks noGrp="1"/>
          </p:cNvSpPr>
          <p:nvPr>
            <p:ph idx="1"/>
          </p:nvPr>
        </p:nvSpPr>
        <p:spPr>
          <a:xfrm>
            <a:off x="718873" y="1889090"/>
            <a:ext cx="5209989" cy="4291047"/>
          </a:xfrm>
        </p:spPr>
        <p:txBody>
          <a:bodyPr>
            <a:normAutofit fontScale="92500" lnSpcReduction="10000"/>
          </a:bodyPr>
          <a:lstStyle/>
          <a:p>
            <a:r>
              <a:rPr lang="en-US" sz="1400" dirty="0">
                <a:latin typeface="Arial" panose="020B0604020202020204" pitchFamily="34" charset="0"/>
                <a:cs typeface="Arial" panose="020B0604020202020204" pitchFamily="34" charset="0"/>
              </a:rPr>
              <a:t>A* Search is the "gold standard" of pathfinding algorithms. It is an informed search algorithm that combines the best parts of Uniform Cost Search (which is safe but slow) and Greedy Best-First Search (which is fast but risky).</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 is a smart pathfinding algorithm that doesn’t blindly explore like BFS or DFS.</a:t>
            </a:r>
          </a:p>
          <a:p>
            <a:endParaRPr lang="en-US" sz="1400" dirty="0">
              <a:latin typeface="Arial" panose="020B0604020202020204" pitchFamily="34" charset="0"/>
              <a:cs typeface="Arial" panose="020B0604020202020204" pitchFamily="34" charset="0"/>
            </a:endParaRPr>
          </a:p>
          <a:p>
            <a:r>
              <a:rPr lang="pt-BR" sz="1400" dirty="0">
                <a:latin typeface="Arial" panose="020B0604020202020204" pitchFamily="34" charset="0"/>
                <a:cs typeface="Arial" panose="020B0604020202020204" pitchFamily="34" charset="0"/>
              </a:rPr>
              <a:t>It uses this formula:</a:t>
            </a:r>
          </a:p>
          <a:p>
            <a:pPr marL="0" indent="0">
              <a:buNone/>
            </a:pPr>
            <a:r>
              <a:rPr lang="pt-BR" sz="1400" dirty="0">
                <a:latin typeface="Arial" panose="020B0604020202020204" pitchFamily="34" charset="0"/>
                <a:cs typeface="Arial" panose="020B0604020202020204" pitchFamily="34" charset="0"/>
              </a:rPr>
              <a:t>                         f(n)=g(n)+h(n)</a:t>
            </a:r>
            <a:br>
              <a:rPr lang="pt-BR" sz="1400" dirty="0">
                <a:latin typeface="Arial" panose="020B0604020202020204" pitchFamily="34" charset="0"/>
                <a:cs typeface="Arial" panose="020B0604020202020204" pitchFamily="34" charset="0"/>
              </a:rPr>
            </a:br>
            <a:br>
              <a:rPr lang="pt-BR" sz="1400" dirty="0">
                <a:latin typeface="Arial" panose="020B0604020202020204" pitchFamily="34" charset="0"/>
                <a:cs typeface="Arial" panose="020B0604020202020204" pitchFamily="34" charset="0"/>
              </a:rPr>
            </a:br>
            <a:endParaRPr lang="pt-BR"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g(n)</a:t>
            </a:r>
            <a:r>
              <a:rPr lang="en-US" sz="1400" dirty="0">
                <a:latin typeface="Arial" panose="020B0604020202020204" pitchFamily="34" charset="0"/>
                <a:cs typeface="Arial" panose="020B0604020202020204" pitchFamily="34" charset="0"/>
              </a:rPr>
              <a:t> = actual cost from start → current node</a:t>
            </a:r>
          </a:p>
          <a:p>
            <a:r>
              <a:rPr lang="en-US" sz="1400" b="1" dirty="0">
                <a:latin typeface="Arial" panose="020B0604020202020204" pitchFamily="34" charset="0"/>
                <a:cs typeface="Arial" panose="020B0604020202020204" pitchFamily="34" charset="0"/>
              </a:rPr>
              <a:t>h(n)</a:t>
            </a:r>
            <a:r>
              <a:rPr lang="en-US" sz="1400" dirty="0">
                <a:latin typeface="Arial" panose="020B0604020202020204" pitchFamily="34" charset="0"/>
                <a:cs typeface="Arial" panose="020B0604020202020204" pitchFamily="34" charset="0"/>
              </a:rPr>
              <a:t> = estimated cost from current node → goal</a:t>
            </a:r>
          </a:p>
          <a:p>
            <a:r>
              <a:rPr lang="en-US" sz="1400" b="1" dirty="0">
                <a:latin typeface="Arial" panose="020B0604020202020204" pitchFamily="34" charset="0"/>
                <a:cs typeface="Arial" panose="020B0604020202020204" pitchFamily="34" charset="0"/>
              </a:rPr>
              <a:t>f(n)</a:t>
            </a:r>
            <a:r>
              <a:rPr lang="en-US" sz="1400" dirty="0">
                <a:latin typeface="Arial" panose="020B0604020202020204" pitchFamily="34" charset="0"/>
                <a:cs typeface="Arial" panose="020B0604020202020204" pitchFamily="34" charset="0"/>
              </a:rPr>
              <a:t> = total estimated cost of the path through that node</a:t>
            </a:r>
          </a:p>
          <a:p>
            <a:pPr marL="0" indent="0">
              <a:buNone/>
            </a:pPr>
            <a:endParaRPr lang="pt-BR" sz="1400" dirty="0">
              <a:latin typeface="Arial" panose="020B0604020202020204" pitchFamily="34" charset="0"/>
              <a:cs typeface="Arial" panose="020B0604020202020204" pitchFamily="34" charset="0"/>
            </a:endParaRPr>
          </a:p>
        </p:txBody>
      </p:sp>
      <p:pic>
        <p:nvPicPr>
          <p:cNvPr id="7" name="Graphic 6" descr="Magnifying glass">
            <a:extLst>
              <a:ext uri="{FF2B5EF4-FFF2-40B4-BE49-F238E27FC236}">
                <a16:creationId xmlns:a16="http://schemas.microsoft.com/office/drawing/2014/main" id="{405315AF-A4E0-EB57-B6F2-7F9D5B035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45583" y="1336431"/>
            <a:ext cx="4697563" cy="4697563"/>
          </a:xfrm>
          <a:prstGeom prst="rect">
            <a:avLst/>
          </a:prstGeom>
        </p:spPr>
      </p:pic>
    </p:spTree>
    <p:extLst>
      <p:ext uri="{BB962C8B-B14F-4D97-AF65-F5344CB8AC3E}">
        <p14:creationId xmlns:p14="http://schemas.microsoft.com/office/powerpoint/2010/main" val="1401215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7E96C-C81B-41B4-8C8F-45AA6E814FD5}"/>
              </a:ext>
            </a:extLst>
          </p:cNvPr>
          <p:cNvSpPr>
            <a:spLocks noGrp="1"/>
          </p:cNvSpPr>
          <p:nvPr>
            <p:ph type="title"/>
          </p:nvPr>
        </p:nvSpPr>
        <p:spPr>
          <a:xfrm>
            <a:off x="838200" y="558071"/>
            <a:ext cx="10515600" cy="884835"/>
          </a:xfrm>
        </p:spPr>
        <p:txBody>
          <a:bodyPr/>
          <a:lstStyle/>
          <a:p>
            <a:r>
              <a:rPr lang="en-US" sz="4400" dirty="0">
                <a:latin typeface="Arial" panose="020B0604020202020204" pitchFamily="34" charset="0"/>
                <a:cs typeface="Arial" panose="020B0604020202020204" pitchFamily="34" charset="0"/>
              </a:rPr>
              <a:t>Step-by-Step Process</a:t>
            </a:r>
            <a:endParaRPr lang="en-US" dirty="0"/>
          </a:p>
        </p:txBody>
      </p:sp>
      <p:sp>
        <p:nvSpPr>
          <p:cNvPr id="3" name="Content Placeholder 2">
            <a:extLst>
              <a:ext uri="{FF2B5EF4-FFF2-40B4-BE49-F238E27FC236}">
                <a16:creationId xmlns:a16="http://schemas.microsoft.com/office/drawing/2014/main" id="{77AD5196-9507-48AC-AD5F-E511F2B078CE}"/>
              </a:ext>
            </a:extLst>
          </p:cNvPr>
          <p:cNvSpPr>
            <a:spLocks noGrp="1"/>
          </p:cNvSpPr>
          <p:nvPr>
            <p:ph idx="1"/>
          </p:nvPr>
        </p:nvSpPr>
        <p:spPr>
          <a:xfrm>
            <a:off x="838200" y="1690688"/>
            <a:ext cx="10515600" cy="5167312"/>
          </a:xfrm>
        </p:spPr>
        <p:txBody>
          <a:bodyPr>
            <a:normAutofit fontScale="77500" lnSpcReduction="20000"/>
          </a:bodyPr>
          <a:lstStyle/>
          <a:p>
            <a:r>
              <a:rPr lang="en-US" sz="1600" b="1" dirty="0">
                <a:latin typeface="Arial" panose="020B0604020202020204" pitchFamily="34" charset="0"/>
                <a:cs typeface="Arial" panose="020B0604020202020204" pitchFamily="34" charset="0"/>
              </a:rPr>
              <a:t>Step 1: Initialize</a:t>
            </a:r>
          </a:p>
          <a:p>
            <a:pPr marL="0" indent="0">
              <a:buNone/>
            </a:pPr>
            <a:r>
              <a:rPr lang="en-US" sz="1600" dirty="0">
                <a:latin typeface="Arial" panose="020B0604020202020204" pitchFamily="34" charset="0"/>
                <a:cs typeface="Arial" panose="020B0604020202020204" pitchFamily="34" charset="0"/>
              </a:rPr>
              <a:t>                 Put start node in OPEN list                                                     </a:t>
            </a:r>
          </a:p>
          <a:p>
            <a:pPr marL="0" indent="0">
              <a:buNone/>
            </a:pPr>
            <a:r>
              <a:rPr lang="en-US" sz="1600" dirty="0">
                <a:latin typeface="Arial" panose="020B0604020202020204" pitchFamily="34" charset="0"/>
                <a:cs typeface="Arial" panose="020B0604020202020204" pitchFamily="34" charset="0"/>
              </a:rPr>
              <a:t>                 f(A) = g(A) + h(A)</a:t>
            </a:r>
          </a:p>
          <a:p>
            <a:r>
              <a:rPr lang="en-US" sz="1600" b="1" dirty="0">
                <a:latin typeface="Arial" panose="020B0604020202020204" pitchFamily="34" charset="0"/>
                <a:cs typeface="Arial" panose="020B0604020202020204" pitchFamily="34" charset="0"/>
              </a:rPr>
              <a:t>Step 2: Loop</a:t>
            </a:r>
          </a:p>
          <a:p>
            <a:pPr marL="0" indent="0">
              <a:buNone/>
            </a:pPr>
            <a:r>
              <a:rPr lang="en-US" sz="1600" dirty="0">
                <a:latin typeface="Arial" panose="020B0604020202020204" pitchFamily="34" charset="0"/>
                <a:cs typeface="Arial" panose="020B0604020202020204" pitchFamily="34" charset="0"/>
              </a:rPr>
              <a:t>              Repeat:</a:t>
            </a:r>
          </a:p>
          <a:p>
            <a:pPr marL="0" indent="0">
              <a:buNone/>
            </a:pPr>
            <a:r>
              <a:rPr lang="en-US" sz="1600" dirty="0">
                <a:latin typeface="Arial" panose="020B0604020202020204" pitchFamily="34" charset="0"/>
                <a:cs typeface="Arial" panose="020B0604020202020204" pitchFamily="34" charset="0"/>
              </a:rPr>
              <a:t>                   Pick node with </a:t>
            </a:r>
            <a:r>
              <a:rPr lang="en-US" sz="1600" b="1" dirty="0">
                <a:latin typeface="Arial" panose="020B0604020202020204" pitchFamily="34" charset="0"/>
                <a:cs typeface="Arial" panose="020B0604020202020204" pitchFamily="34" charset="0"/>
              </a:rPr>
              <a:t>lowest f(n)</a:t>
            </a:r>
            <a:r>
              <a:rPr lang="en-US" sz="1600" dirty="0">
                <a:latin typeface="Arial" panose="020B0604020202020204" pitchFamily="34" charset="0"/>
                <a:cs typeface="Arial" panose="020B0604020202020204" pitchFamily="34" charset="0"/>
              </a:rPr>
              <a:t> </a:t>
            </a:r>
          </a:p>
          <a:p>
            <a:pPr marL="0" indent="0">
              <a:buNone/>
            </a:pPr>
            <a:r>
              <a:rPr lang="en-US" sz="1600" dirty="0">
                <a:latin typeface="Arial" panose="020B0604020202020204" pitchFamily="34" charset="0"/>
                <a:cs typeface="Arial" panose="020B0604020202020204" pitchFamily="34" charset="0"/>
              </a:rPr>
              <a:t>                   Move it to CLOSED list (visited) </a:t>
            </a:r>
          </a:p>
          <a:p>
            <a:pPr marL="0" indent="0">
              <a:buNone/>
            </a:pPr>
            <a:r>
              <a:rPr lang="en-US" sz="1600" dirty="0">
                <a:latin typeface="Arial" panose="020B0604020202020204" pitchFamily="34" charset="0"/>
                <a:cs typeface="Arial" panose="020B0604020202020204" pitchFamily="34" charset="0"/>
              </a:rPr>
              <a:t>                    Expand neighbors </a:t>
            </a:r>
          </a:p>
          <a:p>
            <a:pPr marL="0" indent="0">
              <a:buNone/>
            </a:pPr>
            <a:r>
              <a:rPr lang="en-US" sz="1600" dirty="0">
                <a:latin typeface="Arial" panose="020B0604020202020204" pitchFamily="34" charset="0"/>
                <a:cs typeface="Arial" panose="020B0604020202020204" pitchFamily="34" charset="0"/>
              </a:rPr>
              <a:t>                    For each neighbor: </a:t>
            </a:r>
          </a:p>
          <a:p>
            <a:pPr marL="457200" lvl="1" indent="0">
              <a:buNone/>
            </a:pPr>
            <a:r>
              <a:rPr lang="en-US" sz="1600" dirty="0">
                <a:latin typeface="Arial" panose="020B0604020202020204" pitchFamily="34" charset="0"/>
                <a:cs typeface="Arial" panose="020B0604020202020204" pitchFamily="34" charset="0"/>
              </a:rPr>
              <a:t>                          Calculate: </a:t>
            </a:r>
          </a:p>
          <a:p>
            <a:pPr marL="914400" lvl="2" indent="0">
              <a:buNone/>
            </a:pPr>
            <a:r>
              <a:rPr lang="en-US" sz="1600" dirty="0">
                <a:latin typeface="Arial" panose="020B0604020202020204" pitchFamily="34" charset="0"/>
                <a:cs typeface="Arial" panose="020B0604020202020204" pitchFamily="34" charset="0"/>
              </a:rPr>
              <a:t>                            g(n) </a:t>
            </a:r>
          </a:p>
          <a:p>
            <a:pPr marL="914400" lvl="2" indent="0">
              <a:buNone/>
            </a:pPr>
            <a:r>
              <a:rPr lang="en-US" sz="1600" dirty="0">
                <a:latin typeface="Arial" panose="020B0604020202020204" pitchFamily="34" charset="0"/>
                <a:cs typeface="Arial" panose="020B0604020202020204" pitchFamily="34" charset="0"/>
              </a:rPr>
              <a:t>                            h(n) </a:t>
            </a:r>
          </a:p>
          <a:p>
            <a:pPr marL="914400" lvl="2" indent="0">
              <a:buNone/>
            </a:pPr>
            <a:r>
              <a:rPr lang="en-US" sz="1600" dirty="0">
                <a:latin typeface="Arial" panose="020B0604020202020204" pitchFamily="34" charset="0"/>
                <a:cs typeface="Arial" panose="020B0604020202020204" pitchFamily="34" charset="0"/>
              </a:rPr>
              <a:t>                            f(n) </a:t>
            </a:r>
          </a:p>
          <a:p>
            <a:pPr marL="457200" lvl="1" indent="0">
              <a:buNone/>
            </a:pPr>
            <a:r>
              <a:rPr lang="en-US" sz="1600" dirty="0">
                <a:latin typeface="Arial" panose="020B0604020202020204" pitchFamily="34" charset="0"/>
                <a:cs typeface="Arial" panose="020B0604020202020204" pitchFamily="34" charset="0"/>
              </a:rPr>
              <a:t>             If better path found → update it</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Step 3: Stop</a:t>
            </a:r>
          </a:p>
          <a:p>
            <a:pPr marL="0" indent="0">
              <a:buNone/>
            </a:pPr>
            <a:r>
              <a:rPr lang="en-US" sz="1600" dirty="0">
                <a:latin typeface="Arial" panose="020B0604020202020204" pitchFamily="34" charset="0"/>
                <a:cs typeface="Arial" panose="020B0604020202020204" pitchFamily="34" charset="0"/>
              </a:rPr>
              <a:t>                           When goal node is selected → DONE </a:t>
            </a:r>
          </a:p>
          <a:p>
            <a:pPr marL="0" indent="0">
              <a:buNone/>
            </a:pPr>
            <a:r>
              <a:rPr lang="en-US" sz="1600" dirty="0">
                <a:latin typeface="Arial" panose="020B0604020202020204" pitchFamily="34" charset="0"/>
                <a:cs typeface="Arial" panose="020B0604020202020204" pitchFamily="34" charset="0"/>
              </a:rPr>
              <a:t>                              Backtrack to get path</a:t>
            </a:r>
          </a:p>
          <a:p>
            <a:endParaRPr lang="en-US" sz="1600" dirty="0"/>
          </a:p>
        </p:txBody>
      </p:sp>
    </p:spTree>
    <p:extLst>
      <p:ext uri="{BB962C8B-B14F-4D97-AF65-F5344CB8AC3E}">
        <p14:creationId xmlns:p14="http://schemas.microsoft.com/office/powerpoint/2010/main" val="1453253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36872-F74C-4C0C-B5DF-D938D23407EF}"/>
              </a:ext>
            </a:extLst>
          </p:cNvPr>
          <p:cNvPicPr>
            <a:picLocks noChangeAspect="1"/>
          </p:cNvPicPr>
          <p:nvPr/>
        </p:nvPicPr>
        <p:blipFill>
          <a:blip r:embed="rId2"/>
          <a:stretch>
            <a:fillRect/>
          </a:stretch>
        </p:blipFill>
        <p:spPr>
          <a:xfrm>
            <a:off x="174617" y="570451"/>
            <a:ext cx="5804481" cy="4890782"/>
          </a:xfrm>
          <a:prstGeom prst="rect">
            <a:avLst/>
          </a:prstGeom>
        </p:spPr>
      </p:pic>
      <p:pic>
        <p:nvPicPr>
          <p:cNvPr id="7" name="Picture 6">
            <a:extLst>
              <a:ext uri="{FF2B5EF4-FFF2-40B4-BE49-F238E27FC236}">
                <a16:creationId xmlns:a16="http://schemas.microsoft.com/office/drawing/2014/main" id="{AE3FE4D4-A65F-431E-8426-A77E838F06E7}"/>
              </a:ext>
            </a:extLst>
          </p:cNvPr>
          <p:cNvPicPr>
            <a:picLocks noChangeAspect="1"/>
          </p:cNvPicPr>
          <p:nvPr/>
        </p:nvPicPr>
        <p:blipFill>
          <a:blip r:embed="rId3"/>
          <a:stretch>
            <a:fillRect/>
          </a:stretch>
        </p:blipFill>
        <p:spPr>
          <a:xfrm>
            <a:off x="5647363" y="570451"/>
            <a:ext cx="6544637" cy="4706224"/>
          </a:xfrm>
          <a:prstGeom prst="rect">
            <a:avLst/>
          </a:prstGeom>
        </p:spPr>
      </p:pic>
    </p:spTree>
    <p:extLst>
      <p:ext uri="{BB962C8B-B14F-4D97-AF65-F5344CB8AC3E}">
        <p14:creationId xmlns:p14="http://schemas.microsoft.com/office/powerpoint/2010/main" val="272873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9F336D-FFB9-4B46-9D68-0058D4B1B19A}"/>
              </a:ext>
            </a:extLst>
          </p:cNvPr>
          <p:cNvSpPr>
            <a:spLocks noGrp="1"/>
          </p:cNvSpPr>
          <p:nvPr>
            <p:ph type="title"/>
          </p:nvPr>
        </p:nvSpPr>
        <p:spPr>
          <a:xfrm>
            <a:off x="1261871" y="365760"/>
            <a:ext cx="9858383" cy="1325562"/>
          </a:xfrm>
        </p:spPr>
        <p:txBody>
          <a:bodyPr>
            <a:normAutofit/>
          </a:bodyPr>
          <a:lstStyle/>
          <a:p>
            <a:r>
              <a:rPr lang="en-US">
                <a:latin typeface="Arial" panose="020B0604020202020204" pitchFamily="34" charset="0"/>
                <a:cs typeface="Arial" panose="020B0604020202020204" pitchFamily="34" charset="0"/>
              </a:rPr>
              <a:t>Advantages of A* Search</a:t>
            </a:r>
            <a:endParaRPr lang="en-US"/>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E37697AE-E1E8-4B29-B888-51B37E9A83A6}"/>
              </a:ext>
            </a:extLst>
          </p:cNvPr>
          <p:cNvGraphicFramePr>
            <a:graphicFrameLocks noGrp="1"/>
          </p:cNvGraphicFramePr>
          <p:nvPr>
            <p:ph idx="1"/>
            <p:extLst>
              <p:ext uri="{D42A27DB-BD31-4B8C-83A1-F6EECF244321}">
                <p14:modId xmlns:p14="http://schemas.microsoft.com/office/powerpoint/2010/main" val="2244173542"/>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940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E7F470-DBA4-4497-B326-EF207CB6E427}"/>
              </a:ext>
            </a:extLst>
          </p:cNvPr>
          <p:cNvSpPr>
            <a:spLocks noGrp="1"/>
          </p:cNvSpPr>
          <p:nvPr>
            <p:ph type="title"/>
          </p:nvPr>
        </p:nvSpPr>
        <p:spPr>
          <a:xfrm>
            <a:off x="566058" y="836023"/>
            <a:ext cx="2718788" cy="5183777"/>
          </a:xfrm>
        </p:spPr>
        <p:txBody>
          <a:bodyPr anchor="ctr">
            <a:normAutofit/>
          </a:bodyPr>
          <a:lstStyle/>
          <a:p>
            <a:r>
              <a:rPr lang="en-US" sz="3100">
                <a:solidFill>
                  <a:srgbClr val="FFFFFF"/>
                </a:solidFill>
                <a:latin typeface="Arial" panose="020B0604020202020204" pitchFamily="34" charset="0"/>
                <a:cs typeface="Arial" panose="020B0604020202020204" pitchFamily="34" charset="0"/>
              </a:rPr>
              <a:t>Disadvantages of A* Search</a:t>
            </a:r>
            <a:endParaRPr lang="en-US" sz="3100">
              <a:solidFill>
                <a:srgbClr val="FFFFFF"/>
              </a:solidFill>
            </a:endParaRP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24806630-69FB-D41F-F3EA-2610F645169F}"/>
              </a:ext>
            </a:extLst>
          </p:cNvPr>
          <p:cNvGraphicFramePr>
            <a:graphicFrameLocks noGrp="1"/>
          </p:cNvGraphicFramePr>
          <p:nvPr>
            <p:ph idx="1"/>
            <p:extLst>
              <p:ext uri="{D42A27DB-BD31-4B8C-83A1-F6EECF244321}">
                <p14:modId xmlns:p14="http://schemas.microsoft.com/office/powerpoint/2010/main" val="2054200172"/>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2883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43BC2F-EB72-4EF2-AC91-590F5A9C55EF}"/>
              </a:ext>
            </a:extLst>
          </p:cNvPr>
          <p:cNvSpPr>
            <a:spLocks noGrp="1"/>
          </p:cNvSpPr>
          <p:nvPr>
            <p:ph type="title"/>
          </p:nvPr>
        </p:nvSpPr>
        <p:spPr>
          <a:xfrm>
            <a:off x="566058" y="836023"/>
            <a:ext cx="2718788" cy="5183777"/>
          </a:xfrm>
        </p:spPr>
        <p:txBody>
          <a:bodyPr anchor="ctr">
            <a:normAutofit/>
          </a:bodyPr>
          <a:lstStyle/>
          <a:p>
            <a:r>
              <a:rPr lang="en-US" sz="3600">
                <a:solidFill>
                  <a:srgbClr val="FFFFFF"/>
                </a:solidFill>
                <a:latin typeface="Arial" panose="020B0604020202020204" pitchFamily="34" charset="0"/>
                <a:cs typeface="Arial" panose="020B0604020202020204" pitchFamily="34" charset="0"/>
              </a:rPr>
              <a:t>Conclusion</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E793AD3-9F62-4C4A-5DEB-BEEEE963B3F5}"/>
              </a:ext>
            </a:extLst>
          </p:cNvPr>
          <p:cNvGraphicFramePr>
            <a:graphicFrameLocks noGrp="1"/>
          </p:cNvGraphicFramePr>
          <p:nvPr>
            <p:ph idx="1"/>
            <p:extLst>
              <p:ext uri="{D42A27DB-BD31-4B8C-83A1-F6EECF244321}">
                <p14:modId xmlns:p14="http://schemas.microsoft.com/office/powerpoint/2010/main" val="510058078"/>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2004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Local Search &amp; Optimization</a:t>
            </a:r>
          </a:p>
        </p:txBody>
      </p:sp>
      <p:pic>
        <p:nvPicPr>
          <p:cNvPr id="4" name="Image 4"/>
          <p:cNvPicPr>
            <a:picLocks noGrp="1" noChangeAspect="1"/>
          </p:cNvPicPr>
          <p:nvPr/>
        </p:nvPicPr>
        <p:blipFill>
          <a:blip r:embed="rId2"/>
          <a:stretch>
            <a:fillRect/>
          </a:stretch>
        </p:blipFill>
        <p:spPr>
          <a:xfrm>
            <a:off x="6705600" y="1143000"/>
            <a:ext cx="4463980" cy="4463980"/>
          </a:xfrm>
          <a:prstGeom prst="rect">
            <a:avLst/>
          </a:prstGeom>
        </p:spPr>
      </p:pic>
      <p:graphicFrame>
        <p:nvGraphicFramePr>
          <p:cNvPr id="6" name="Text Box 3">
            <a:extLst>
              <a:ext uri="{FF2B5EF4-FFF2-40B4-BE49-F238E27FC236}">
                <a16:creationId xmlns:a16="http://schemas.microsoft.com/office/drawing/2014/main" id="{A832735C-2600-56B7-1A5C-52105DC7D44D}"/>
              </a:ext>
            </a:extLst>
          </p:cNvPr>
          <p:cNvGraphicFramePr/>
          <p:nvPr/>
        </p:nvGraphicFramePr>
        <p:xfrm>
          <a:off x="457200" y="1143000"/>
          <a:ext cx="6096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6058" y="836023"/>
            <a:ext cx="2718788" cy="5183777"/>
          </a:xfrm>
        </p:spPr>
        <p:txBody>
          <a:bodyPr anchor="ctr">
            <a:normAutofit/>
          </a:bodyPr>
          <a:lstStyle/>
          <a:p>
            <a:r>
              <a:rPr lang="en-US" sz="3600">
                <a:solidFill>
                  <a:srgbClr val="FFFFFF"/>
                </a:solidFill>
              </a:rPr>
              <a:t>Hill Climbing Search</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1FF3932-E1E1-A936-ADDF-96B472FC7ED4}"/>
              </a:ext>
            </a:extLst>
          </p:cNvPr>
          <p:cNvGraphicFramePr>
            <a:graphicFrameLocks noGrp="1"/>
          </p:cNvGraphicFramePr>
          <p:nvPr>
            <p:ph idx="1"/>
            <p:extLst>
              <p:ext uri="{D42A27DB-BD31-4B8C-83A1-F6EECF244321}">
                <p14:modId xmlns:p14="http://schemas.microsoft.com/office/powerpoint/2010/main" val="1459863186"/>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8874" y="677863"/>
            <a:ext cx="4534047" cy="1325562"/>
          </a:xfrm>
        </p:spPr>
        <p:txBody>
          <a:bodyPr vert="horz" lIns="91440" tIns="45720" rIns="91440" bIns="45720" rtlCol="0" anchor="b">
            <a:normAutofit/>
          </a:bodyPr>
          <a:lstStyle/>
          <a:p>
            <a:r>
              <a:rPr lang="en-US" sz="3400"/>
              <a:t>Hill Climbing: Global Heuristic function</a:t>
            </a:r>
          </a:p>
        </p:txBody>
      </p:sp>
      <p:sp>
        <p:nvSpPr>
          <p:cNvPr id="3" name="Text Box 3"/>
          <p:cNvSpPr txBox="1">
            <a:spLocks noGrp="1"/>
          </p:cNvSpPr>
          <p:nvPr/>
        </p:nvSpPr>
        <p:spPr>
          <a:xfrm>
            <a:off x="718874" y="2325158"/>
            <a:ext cx="4534048" cy="3854979"/>
          </a:xfrm>
          <a:prstGeom prst="rect">
            <a:avLst/>
          </a:prstGeom>
        </p:spPr>
        <p:txBody>
          <a:bodyPr vert="horz" lIns="91440" tIns="45720" rIns="91440" bIns="45720" rtlCol="0">
            <a:normAutofit/>
          </a:bodyPr>
          <a:lstStyle/>
          <a:p>
            <a:pPr indent="-182880" defTabSz="914400">
              <a:spcAft>
                <a:spcPts val="600"/>
              </a:spcAft>
              <a:buClr>
                <a:schemeClr val="accent1"/>
              </a:buClr>
              <a:buChar char="•"/>
            </a:pPr>
            <a:r>
              <a:rPr lang="en-US"/>
              <a:t>Global heuristic: For each block that has the correct support structure: +1 to every block in the support structure. For each block that has a wrong support structure: -1 to every block in the support structure</a:t>
            </a:r>
          </a:p>
        </p:txBody>
      </p:sp>
      <p:pic>
        <p:nvPicPr>
          <p:cNvPr id="7" name="Picture 6">
            <a:extLst>
              <a:ext uri="{FF2B5EF4-FFF2-40B4-BE49-F238E27FC236}">
                <a16:creationId xmlns:a16="http://schemas.microsoft.com/office/drawing/2014/main" id="{24B541A9-5A73-C34D-8285-08BB266DA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3157" y="2217677"/>
            <a:ext cx="5209989" cy="242264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D314-8792-4A20-5465-96FBE8DBC09E}"/>
              </a:ext>
            </a:extLst>
          </p:cNvPr>
          <p:cNvSpPr>
            <a:spLocks noGrp="1"/>
          </p:cNvSpPr>
          <p:nvPr>
            <p:ph type="title"/>
          </p:nvPr>
        </p:nvSpPr>
        <p:spPr/>
        <p:txBody>
          <a:bodyPr/>
          <a:lstStyle/>
          <a:p>
            <a:r>
              <a:rPr lang="en-GB"/>
              <a:t>Hill Climbing: Global Heuristic function</a:t>
            </a:r>
            <a:endParaRPr lang="en-US" dirty="0"/>
          </a:p>
        </p:txBody>
      </p:sp>
      <p:pic>
        <p:nvPicPr>
          <p:cNvPr id="7" name="Content Placeholder 6">
            <a:extLst>
              <a:ext uri="{FF2B5EF4-FFF2-40B4-BE49-F238E27FC236}">
                <a16:creationId xmlns:a16="http://schemas.microsoft.com/office/drawing/2014/main" id="{4DD5880C-84E5-8B1E-9D65-5828479595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2063" y="2051675"/>
            <a:ext cx="8594725" cy="3905588"/>
          </a:xfrm>
          <a:prstGeom prst="rect">
            <a:avLst/>
          </a:prstGeom>
        </p:spPr>
      </p:pic>
    </p:spTree>
    <p:extLst>
      <p:ext uri="{BB962C8B-B14F-4D97-AF65-F5344CB8AC3E}">
        <p14:creationId xmlns:p14="http://schemas.microsoft.com/office/powerpoint/2010/main" val="1981240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9692640" cy="1325562"/>
          </a:xfrm>
        </p:spPr>
        <p:txBody>
          <a:bodyPr vert="horz" lIns="91440" tIns="45720" rIns="91440" bIns="45720" rtlCol="0" anchor="b">
            <a:normAutofit/>
          </a:bodyPr>
          <a:lstStyle/>
          <a:p>
            <a:r>
              <a:rPr lang="en-US"/>
              <a:t>Drawbacks of Hill Climbing — Local Maxima</a:t>
            </a:r>
          </a:p>
        </p:txBody>
      </p:sp>
      <p:pic>
        <p:nvPicPr>
          <p:cNvPr id="4" name="Image 4"/>
          <p:cNvPicPr>
            <a:picLocks noGrp="1" noChangeAspect="1"/>
          </p:cNvPicPr>
          <p:nvPr/>
        </p:nvPicPr>
        <p:blipFill>
          <a:blip r:embed="rId2"/>
          <a:stretch>
            <a:fillRect/>
          </a:stretch>
        </p:blipFill>
        <p:spPr>
          <a:xfrm>
            <a:off x="1303137" y="3088456"/>
            <a:ext cx="3304622" cy="1330110"/>
          </a:xfrm>
          <a:prstGeom prst="rect">
            <a:avLst/>
          </a:prstGeom>
        </p:spPr>
      </p:pic>
      <p:sp>
        <p:nvSpPr>
          <p:cNvPr id="3" name="Text Box 3"/>
          <p:cNvSpPr txBox="1">
            <a:spLocks noGrp="1"/>
          </p:cNvSpPr>
          <p:nvPr/>
        </p:nvSpPr>
        <p:spPr>
          <a:xfrm>
            <a:off x="5078834" y="1933575"/>
            <a:ext cx="5875678" cy="4246562"/>
          </a:xfrm>
          <a:prstGeom prst="rect">
            <a:avLst/>
          </a:prstGeom>
        </p:spPr>
        <p:txBody>
          <a:bodyPr vert="horz" lIns="91440" tIns="45720" rIns="91440" bIns="45720" rtlCol="0">
            <a:normAutofit/>
          </a:bodyPr>
          <a:lstStyle/>
          <a:p>
            <a:pPr indent="-182880" defTabSz="914400">
              <a:spcAft>
                <a:spcPts val="600"/>
              </a:spcAft>
              <a:buClr>
                <a:schemeClr val="accent1"/>
              </a:buClr>
              <a:buChar char="•"/>
            </a:pPr>
            <a:r>
              <a:rPr lang="en-US" dirty="0"/>
              <a:t>A peak higher than all immediate neighbors, but below the global maximum.</a:t>
            </a:r>
          </a:p>
          <a:p>
            <a:pPr indent="-182880" defTabSz="914400">
              <a:spcAft>
                <a:spcPts val="600"/>
              </a:spcAft>
              <a:buClr>
                <a:schemeClr val="accent1"/>
              </a:buClr>
              <a:buChar char="•"/>
            </a:pPr>
            <a:r>
              <a:rPr lang="en-US" dirty="0"/>
              <a:t>The algorithm sees no upward move and stops.</a:t>
            </a:r>
          </a:p>
          <a:p>
            <a:pPr indent="-182880" defTabSz="914400">
              <a:spcAft>
                <a:spcPts val="600"/>
              </a:spcAft>
              <a:buClr>
                <a:schemeClr val="accent1"/>
              </a:buClr>
              <a:buChar char="•"/>
            </a:pPr>
            <a:r>
              <a:rPr lang="en-US" dirty="0"/>
              <a:t>A better solution exists elsewhere but is unreachable from here.</a:t>
            </a:r>
          </a:p>
          <a:p>
            <a:pPr indent="-182880" defTabSz="914400">
              <a:spcAft>
                <a:spcPts val="600"/>
              </a:spcAft>
              <a:buClr>
                <a:schemeClr val="accent1"/>
              </a:buClr>
              <a:buChar char="•"/>
            </a:pPr>
            <a:r>
              <a:rPr lang="en-US" dirty="0"/>
              <a:t>Most common failure mode of hill climbing.</a:t>
            </a:r>
          </a:p>
          <a:p>
            <a:pPr indent="-182880" defTabSz="914400">
              <a:spcAft>
                <a:spcPts val="600"/>
              </a:spcAft>
              <a:buClr>
                <a:schemeClr val="accent1"/>
              </a:buClr>
              <a:buChar char="•"/>
            </a:pPr>
            <a:r>
              <a:rPr lang="en-US" dirty="0"/>
              <a:t>SOLUTION: Random-Restart Hill Climbing.</a:t>
            </a:r>
          </a:p>
          <a:p>
            <a:pPr indent="-182880" defTabSz="914400">
              <a:spcAft>
                <a:spcPts val="600"/>
              </a:spcAft>
              <a:buClr>
                <a:schemeClr val="accent1"/>
              </a:buClr>
              <a:buChar char="•"/>
            </a:pPr>
            <a:r>
              <a:rPr lang="en-US" dirty="0"/>
              <a:t>Run the algorithm multiple times from random starting states.</a:t>
            </a:r>
          </a:p>
          <a:p>
            <a:pPr indent="-182880" defTabSz="914400">
              <a:spcAft>
                <a:spcPts val="600"/>
              </a:spcAft>
              <a:buClr>
                <a:schemeClr val="accent1"/>
              </a:buClr>
              <a:buChar char="•"/>
            </a:pPr>
            <a:r>
              <a:rPr lang="en-US" dirty="0"/>
              <a:t>Highly effective: finds global optimum in under 5 restarts on average (8-queens).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9692640" cy="1325562"/>
          </a:xfrm>
        </p:spPr>
        <p:txBody>
          <a:bodyPr vert="horz" lIns="91440" tIns="45720" rIns="91440" bIns="45720" rtlCol="0" anchor="b">
            <a:normAutofit/>
          </a:bodyPr>
          <a:lstStyle/>
          <a:p>
            <a:r>
              <a:rPr lang="en-US"/>
              <a:t>Drawbacks of Hill Climbing — Plateaus</a:t>
            </a:r>
          </a:p>
        </p:txBody>
      </p:sp>
      <p:sp>
        <p:nvSpPr>
          <p:cNvPr id="3" name="Text Box 3"/>
          <p:cNvSpPr txBox="1">
            <a:spLocks noGrp="1"/>
          </p:cNvSpPr>
          <p:nvPr/>
        </p:nvSpPr>
        <p:spPr>
          <a:xfrm>
            <a:off x="1261872" y="1933575"/>
            <a:ext cx="4401509" cy="4246562"/>
          </a:xfrm>
          <a:prstGeom prst="rect">
            <a:avLst/>
          </a:prstGeom>
        </p:spPr>
        <p:txBody>
          <a:bodyPr vert="horz" lIns="91440" tIns="45720" rIns="91440" bIns="45720" rtlCol="0">
            <a:normAutofit/>
          </a:bodyPr>
          <a:lstStyle/>
          <a:p>
            <a:pPr indent="-182880" defTabSz="914400">
              <a:lnSpc>
                <a:spcPct val="90000"/>
              </a:lnSpc>
              <a:spcAft>
                <a:spcPts val="600"/>
              </a:spcAft>
              <a:buClr>
                <a:schemeClr val="accent1"/>
              </a:buClr>
              <a:buChar char="•"/>
            </a:pPr>
            <a:r>
              <a:rPr lang="en-US" dirty="0"/>
              <a:t>A flat region where all neighbors have the same value.</a:t>
            </a:r>
            <a:endParaRPr lang="en-US"/>
          </a:p>
          <a:p>
            <a:pPr indent="-182880" defTabSz="914400">
              <a:lnSpc>
                <a:spcPct val="90000"/>
              </a:lnSpc>
              <a:spcAft>
                <a:spcPts val="600"/>
              </a:spcAft>
              <a:buClr>
                <a:schemeClr val="accent1"/>
              </a:buClr>
              <a:buChar char="•"/>
            </a:pPr>
            <a:r>
              <a:rPr lang="en-US" dirty="0"/>
              <a:t>Algorithm cannot determine which direction leads upward.</a:t>
            </a:r>
            <a:endParaRPr lang="en-US"/>
          </a:p>
          <a:p>
            <a:pPr indent="-182880" defTabSz="914400">
              <a:lnSpc>
                <a:spcPct val="90000"/>
              </a:lnSpc>
              <a:spcAft>
                <a:spcPts val="600"/>
              </a:spcAft>
              <a:buClr>
                <a:schemeClr val="accent1"/>
              </a:buClr>
              <a:buChar char="•"/>
            </a:pPr>
            <a:r>
              <a:rPr lang="en-US" dirty="0"/>
              <a:t>Flat local maximum: truly stuck (a genuine plateau peak).</a:t>
            </a:r>
            <a:endParaRPr lang="en-US"/>
          </a:p>
          <a:p>
            <a:pPr indent="-182880" defTabSz="914400">
              <a:lnSpc>
                <a:spcPct val="90000"/>
              </a:lnSpc>
              <a:spcAft>
                <a:spcPts val="600"/>
              </a:spcAft>
              <a:buClr>
                <a:schemeClr val="accent1"/>
              </a:buClr>
              <a:buChar char="•"/>
            </a:pPr>
            <a:r>
              <a:rPr lang="en-US" dirty="0"/>
              <a:t>Shoulder: escape is possible if the algorithm keeps going.</a:t>
            </a:r>
            <a:endParaRPr lang="en-US"/>
          </a:p>
          <a:p>
            <a:pPr indent="-182880" defTabSz="914400">
              <a:lnSpc>
                <a:spcPct val="90000"/>
              </a:lnSpc>
              <a:spcAft>
                <a:spcPts val="600"/>
              </a:spcAft>
              <a:buClr>
                <a:schemeClr val="accent1"/>
              </a:buClr>
              <a:buChar char="•"/>
            </a:pPr>
            <a:r>
              <a:rPr lang="en-US" dirty="0"/>
              <a:t>Algorithm cannot distinguish the two without extra information.</a:t>
            </a:r>
            <a:endParaRPr lang="en-US"/>
          </a:p>
          <a:p>
            <a:pPr indent="-182880" defTabSz="914400">
              <a:lnSpc>
                <a:spcPct val="90000"/>
              </a:lnSpc>
              <a:spcAft>
                <a:spcPts val="600"/>
              </a:spcAft>
              <a:buClr>
                <a:schemeClr val="accent1"/>
              </a:buClr>
              <a:buChar char="•"/>
            </a:pPr>
            <a:r>
              <a:rPr lang="en-US" dirty="0"/>
              <a:t>SOLUTION: Allow sideways moves with a step limit.</a:t>
            </a:r>
            <a:endParaRPr lang="en-US"/>
          </a:p>
          <a:p>
            <a:pPr indent="-182880" defTabSz="914400">
              <a:lnSpc>
                <a:spcPct val="90000"/>
              </a:lnSpc>
              <a:spcAft>
                <a:spcPts val="600"/>
              </a:spcAft>
              <a:buClr>
                <a:schemeClr val="accent1"/>
              </a:buClr>
              <a:buChar char="•"/>
            </a:pPr>
            <a:r>
              <a:rPr lang="en-US" dirty="0"/>
              <a:t>Limit sideways steps (e.g., max 100) to avoid infinite loops.</a:t>
            </a:r>
            <a:endParaRPr lang="en-US"/>
          </a:p>
        </p:txBody>
      </p:sp>
      <p:pic>
        <p:nvPicPr>
          <p:cNvPr id="4" name="Image 4"/>
          <p:cNvPicPr>
            <a:picLocks noGrp="1" noChangeAspect="1"/>
          </p:cNvPicPr>
          <p:nvPr/>
        </p:nvPicPr>
        <p:blipFill>
          <a:blip r:embed="rId2"/>
          <a:stretch>
            <a:fillRect/>
          </a:stretch>
        </p:blipFill>
        <p:spPr>
          <a:xfrm>
            <a:off x="6095999" y="2882190"/>
            <a:ext cx="4807287" cy="174264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82637" y="640080"/>
            <a:ext cx="4171874" cy="1325562"/>
          </a:xfrm>
        </p:spPr>
        <p:txBody>
          <a:bodyPr vert="horz" lIns="91440" tIns="45720" rIns="91440" bIns="45720" rtlCol="0" anchor="b">
            <a:normAutofit/>
          </a:bodyPr>
          <a:lstStyle/>
          <a:p>
            <a:r>
              <a:rPr lang="en-US" sz="2700" dirty="0"/>
              <a:t>Drawbacks of Hill Climbing — Ridges</a:t>
            </a:r>
          </a:p>
        </p:txBody>
      </p:sp>
      <p:pic>
        <p:nvPicPr>
          <p:cNvPr id="4" name="Image 4"/>
          <p:cNvPicPr>
            <a:picLocks noGrp="1" noChangeAspect="1"/>
          </p:cNvPicPr>
          <p:nvPr/>
        </p:nvPicPr>
        <p:blipFill>
          <a:blip r:embed="rId2"/>
          <a:srcRect l="6236" r="32094"/>
          <a:stretch>
            <a:fillRect/>
          </a:stretch>
        </p:blipFill>
        <p:spPr>
          <a:xfrm>
            <a:off x="714386" y="1705206"/>
            <a:ext cx="4500710" cy="3630778"/>
          </a:xfrm>
          <a:prstGeom prst="rect">
            <a:avLst/>
          </a:prstGeom>
        </p:spPr>
      </p:pic>
      <p:sp>
        <p:nvSpPr>
          <p:cNvPr id="3" name="Text Box 3"/>
          <p:cNvSpPr txBox="1">
            <a:spLocks noGrp="1"/>
          </p:cNvSpPr>
          <p:nvPr/>
        </p:nvSpPr>
        <p:spPr>
          <a:xfrm>
            <a:off x="6782637" y="2287375"/>
            <a:ext cx="4171874" cy="3892762"/>
          </a:xfrm>
          <a:prstGeom prst="rect">
            <a:avLst/>
          </a:prstGeom>
        </p:spPr>
        <p:txBody>
          <a:bodyPr vert="horz" lIns="91440" tIns="45720" rIns="91440" bIns="45720" rtlCol="0">
            <a:normAutofit/>
          </a:bodyPr>
          <a:lstStyle/>
          <a:p>
            <a:pPr indent="-182880" defTabSz="914400">
              <a:lnSpc>
                <a:spcPct val="90000"/>
              </a:lnSpc>
              <a:spcAft>
                <a:spcPts val="600"/>
              </a:spcAft>
              <a:buClr>
                <a:schemeClr val="accent1"/>
              </a:buClr>
              <a:buChar char="•"/>
            </a:pPr>
            <a:r>
              <a:rPr lang="en-US" sz="1500" dirty="0"/>
              <a:t>A raised region sloped so it cannot be stepped onto directly.</a:t>
            </a:r>
          </a:p>
          <a:p>
            <a:pPr indent="-182880" defTabSz="914400">
              <a:lnSpc>
                <a:spcPct val="90000"/>
              </a:lnSpc>
              <a:spcAft>
                <a:spcPts val="600"/>
              </a:spcAft>
              <a:buClr>
                <a:schemeClr val="accent1"/>
              </a:buClr>
              <a:buChar char="•"/>
            </a:pPr>
            <a:r>
              <a:rPr lang="en-US" sz="1500" dirty="0"/>
              <a:t>Each attempt lands on a local maximum on the ridge’s side.</a:t>
            </a:r>
          </a:p>
          <a:p>
            <a:pPr indent="-182880" defTabSz="914400">
              <a:lnSpc>
                <a:spcPct val="90000"/>
              </a:lnSpc>
              <a:spcAft>
                <a:spcPts val="600"/>
              </a:spcAft>
              <a:buClr>
                <a:schemeClr val="accent1"/>
              </a:buClr>
              <a:buChar char="•"/>
            </a:pPr>
            <a:r>
              <a:rPr lang="en-US" sz="1500" dirty="0"/>
              <a:t>Creates a sequence of local maxima along the ridge.</a:t>
            </a:r>
          </a:p>
          <a:p>
            <a:pPr indent="-182880" defTabSz="914400">
              <a:lnSpc>
                <a:spcPct val="90000"/>
              </a:lnSpc>
              <a:spcAft>
                <a:spcPts val="600"/>
              </a:spcAft>
              <a:buClr>
                <a:schemeClr val="accent1"/>
              </a:buClr>
              <a:buChar char="•"/>
            </a:pPr>
            <a:r>
              <a:rPr lang="en-US" sz="1500" dirty="0"/>
              <a:t>Hill climbing can only move along axes, not diagonally.</a:t>
            </a:r>
          </a:p>
          <a:p>
            <a:pPr indent="-182880" defTabSz="914400">
              <a:lnSpc>
                <a:spcPct val="90000"/>
              </a:lnSpc>
              <a:spcAft>
                <a:spcPts val="600"/>
              </a:spcAft>
              <a:buClr>
                <a:schemeClr val="accent1"/>
              </a:buClr>
              <a:buChar char="•"/>
            </a:pPr>
            <a:r>
              <a:rPr lang="en-US" sz="1500" dirty="0"/>
              <a:t>Bidirectional search: approach from both ends simultaneously.</a:t>
            </a:r>
          </a:p>
          <a:p>
            <a:pPr indent="-182880" defTabSz="914400">
              <a:lnSpc>
                <a:spcPct val="90000"/>
              </a:lnSpc>
              <a:spcAft>
                <a:spcPts val="600"/>
              </a:spcAft>
              <a:buClr>
                <a:schemeClr val="accent1"/>
              </a:buClr>
              <a:buChar char="•"/>
            </a:pPr>
            <a:r>
              <a:rPr lang="en-US" sz="1500" dirty="0"/>
              <a:t>Generate diagonal successors: allow multi-dimension moves.</a:t>
            </a:r>
          </a:p>
          <a:p>
            <a:pPr indent="-182880" defTabSz="914400">
              <a:lnSpc>
                <a:spcPct val="90000"/>
              </a:lnSpc>
              <a:spcAft>
                <a:spcPts val="600"/>
              </a:spcAft>
              <a:buClr>
                <a:schemeClr val="accent1"/>
              </a:buClr>
              <a:buChar char="•"/>
            </a:pPr>
            <a:r>
              <a:rPr lang="en-US" sz="1500" dirty="0"/>
              <a:t>Simulated Annealing: probabilistic jumps naturally handle ridges.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8873" y="371788"/>
            <a:ext cx="6646568" cy="857913"/>
          </a:xfrm>
        </p:spPr>
        <p:txBody>
          <a:bodyPr>
            <a:normAutofit/>
          </a:bodyPr>
          <a:lstStyle/>
          <a:p>
            <a:r>
              <a:rPr lang="en-US" dirty="0"/>
              <a:t>Simulated Annealing</a:t>
            </a:r>
          </a:p>
        </p:txBody>
      </p:sp>
      <p:sp>
        <p:nvSpPr>
          <p:cNvPr id="3" name="Content Placeholder 2"/>
          <p:cNvSpPr>
            <a:spLocks noGrp="1"/>
          </p:cNvSpPr>
          <p:nvPr>
            <p:ph idx="1"/>
          </p:nvPr>
        </p:nvSpPr>
        <p:spPr>
          <a:xfrm>
            <a:off x="718873" y="1899138"/>
            <a:ext cx="4747429" cy="4280999"/>
          </a:xfrm>
        </p:spPr>
        <p:txBody>
          <a:bodyPr>
            <a:normAutofit fontScale="85000" lnSpcReduction="10000"/>
          </a:bodyPr>
          <a:lstStyle/>
          <a:p>
            <a:pPr>
              <a:buChar char="•"/>
            </a:pPr>
            <a:r>
              <a:rPr lang="en-US" dirty="0"/>
              <a:t>Solves the main problem with hill climbing: getting stuck in local maxima.</a:t>
            </a:r>
          </a:p>
          <a:p>
            <a:pPr>
              <a:buChar char="•"/>
            </a:pPr>
            <a:r>
              <a:rPr lang="en-US" dirty="0"/>
              <a:t>Picks a random move (not the best move).</a:t>
            </a:r>
          </a:p>
          <a:p>
            <a:pPr>
              <a:buChar char="•"/>
            </a:pPr>
            <a:r>
              <a:rPr lang="en-US" dirty="0"/>
              <a:t>Always accepts improvements (delta E &gt; 0).</a:t>
            </a:r>
          </a:p>
          <a:p>
            <a:pPr>
              <a:buChar char="•"/>
            </a:pPr>
            <a:r>
              <a:rPr lang="en-US" dirty="0"/>
              <a:t>Accepts bad moves with probability e^(ΔE/T).</a:t>
            </a:r>
          </a:p>
          <a:p>
            <a:pPr>
              <a:buChar char="•"/>
            </a:pPr>
            <a:r>
              <a:rPr lang="en-US" dirty="0"/>
              <a:t>Temperature T controls exploration vs. exploitation.</a:t>
            </a:r>
          </a:p>
          <a:p>
            <a:pPr>
              <a:buChar char="•"/>
            </a:pPr>
            <a:r>
              <a:rPr lang="en-US" dirty="0"/>
              <a:t>High T → explore freely; Low T → settle into best path.</a:t>
            </a:r>
          </a:p>
          <a:p>
            <a:pPr>
              <a:buChar char="•"/>
            </a:pPr>
            <a:r>
              <a:rPr lang="en-US" dirty="0"/>
              <a:t>Temperature decreases over time via an annealing schedule.</a:t>
            </a:r>
          </a:p>
          <a:p>
            <a:pPr>
              <a:buChar char="•"/>
            </a:pPr>
            <a:r>
              <a:rPr lang="en-US" dirty="0"/>
              <a:t>Applications: VLSI Layout, Factory Scheduling, Travelling Salesman Problem.</a:t>
            </a:r>
          </a:p>
        </p:txBody>
      </p:sp>
      <p:pic>
        <p:nvPicPr>
          <p:cNvPr id="7" name="Picture 6">
            <a:extLst>
              <a:ext uri="{FF2B5EF4-FFF2-40B4-BE49-F238E27FC236}">
                <a16:creationId xmlns:a16="http://schemas.microsoft.com/office/drawing/2014/main" id="{248274D3-DF6D-B172-46B9-B62191CBD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3157" y="1351133"/>
            <a:ext cx="5209989" cy="415573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1871" y="365760"/>
            <a:ext cx="9858383" cy="1325562"/>
          </a:xfrm>
        </p:spPr>
        <p:txBody>
          <a:bodyPr>
            <a:normAutofit/>
          </a:bodyPr>
          <a:lstStyle/>
          <a:p>
            <a:r>
              <a:rPr lang="en-US"/>
              <a:t>Simulated Annealing — Algorithm</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9075514-6722-20B5-4EA7-36D1B1D7C2FA}"/>
              </a:ext>
            </a:extLst>
          </p:cNvPr>
          <p:cNvGraphicFramePr>
            <a:graphicFrameLocks noGrp="1"/>
          </p:cNvGraphicFramePr>
          <p:nvPr>
            <p:ph idx="1"/>
            <p:extLst>
              <p:ext uri="{D42A27DB-BD31-4B8C-83A1-F6EECF244321}">
                <p14:modId xmlns:p14="http://schemas.microsoft.com/office/powerpoint/2010/main" val="2010847391"/>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82880"/>
            <a:ext cx="11216640" cy="853440"/>
          </a:xfrm>
          <a:prstGeom prst="rect">
            <a:avLst/>
          </a:prstGeom>
          <a:noFill/>
          <a:ln/>
        </p:spPr>
        <p:txBody>
          <a:bodyPr wrap="square" rtlCol="0" anchor="ctr"/>
          <a:lstStyle/>
          <a:p>
            <a:r>
              <a:rPr lang="en-US" sz="3467" b="1" dirty="0">
                <a:latin typeface="Georgia" pitchFamily="34" charset="0"/>
                <a:ea typeface="Georgia" pitchFamily="34" charset="-122"/>
                <a:cs typeface="Georgia" pitchFamily="34" charset="-120"/>
              </a:rPr>
              <a:t>WHAT IS ADVERSARIAL SEARCH?</a:t>
            </a:r>
            <a:endParaRPr lang="en-US" sz="3467" dirty="0"/>
          </a:p>
        </p:txBody>
      </p:sp>
      <p:sp>
        <p:nvSpPr>
          <p:cNvPr id="5" name="Text 3"/>
          <p:cNvSpPr/>
          <p:nvPr/>
        </p:nvSpPr>
        <p:spPr>
          <a:xfrm>
            <a:off x="0" y="1463040"/>
            <a:ext cx="11297265" cy="1219200"/>
          </a:xfrm>
          <a:prstGeom prst="rect">
            <a:avLst/>
          </a:prstGeom>
          <a:noFill/>
          <a:ln/>
        </p:spPr>
        <p:txBody>
          <a:bodyPr wrap="square" rtlCol="0" anchor="ctr"/>
          <a:lstStyle/>
          <a:p>
            <a:pPr algn="ctr"/>
            <a:r>
              <a:rPr lang="en-US" sz="2133" i="1" dirty="0">
                <a:latin typeface="Georgia" pitchFamily="34" charset="0"/>
                <a:ea typeface="Georgia" pitchFamily="34" charset="-122"/>
                <a:cs typeface="Georgia" pitchFamily="34" charset="-120"/>
              </a:rPr>
              <a:t>"Two players compete. Each tries to WIN while assuming the opponent plays PERFECTLY."</a:t>
            </a:r>
            <a:endParaRPr lang="en-US" sz="2133" dirty="0"/>
          </a:p>
        </p:txBody>
      </p:sp>
      <p:grpSp>
        <p:nvGrpSpPr>
          <p:cNvPr id="2" name="Group 1">
            <a:extLst>
              <a:ext uri="{FF2B5EF4-FFF2-40B4-BE49-F238E27FC236}">
                <a16:creationId xmlns:a16="http://schemas.microsoft.com/office/drawing/2014/main" id="{DFA09B6B-E93F-4FE0-2FEC-608E515ADFA1}"/>
              </a:ext>
            </a:extLst>
          </p:cNvPr>
          <p:cNvGrpSpPr/>
          <p:nvPr/>
        </p:nvGrpSpPr>
        <p:grpSpPr>
          <a:xfrm>
            <a:off x="609600" y="3023616"/>
            <a:ext cx="10274710" cy="2865907"/>
            <a:chOff x="609600" y="3023616"/>
            <a:chExt cx="11338560" cy="3072384"/>
          </a:xfrm>
          <a:solidFill>
            <a:schemeClr val="tx2">
              <a:lumMod val="60000"/>
              <a:lumOff val="40000"/>
            </a:schemeClr>
          </a:solidFill>
        </p:grpSpPr>
        <p:sp>
          <p:nvSpPr>
            <p:cNvPr id="8" name="Text 6"/>
            <p:cNvSpPr/>
            <p:nvPr/>
          </p:nvSpPr>
          <p:spPr>
            <a:xfrm>
              <a:off x="609600" y="3023616"/>
              <a:ext cx="3291840" cy="609600"/>
            </a:xfrm>
            <a:prstGeom prst="rect">
              <a:avLst/>
            </a:prstGeom>
            <a:ln/>
          </p:spPr>
          <p:style>
            <a:lnRef idx="1">
              <a:schemeClr val="dk1"/>
            </a:lnRef>
            <a:fillRef idx="2">
              <a:schemeClr val="dk1"/>
            </a:fillRef>
            <a:effectRef idx="1">
              <a:schemeClr val="dk1"/>
            </a:effectRef>
            <a:fontRef idx="minor">
              <a:schemeClr val="dk1"/>
            </a:fontRef>
          </p:style>
          <p:txBody>
            <a:bodyPr wrap="square" lIns="0" tIns="0" rIns="0" bIns="0" rtlCol="0" anchor="ctr"/>
            <a:lstStyle/>
            <a:p>
              <a:r>
                <a:rPr lang="en-US" sz="1867" b="1" dirty="0">
                  <a:latin typeface="Calibri" pitchFamily="34" charset="0"/>
                  <a:ea typeface="Calibri" pitchFamily="34" charset="-122"/>
                  <a:cs typeface="Calibri" pitchFamily="34" charset="-120"/>
                </a:rPr>
                <a:t>🎯 Two Players</a:t>
              </a:r>
              <a:endParaRPr lang="en-US" sz="1867" dirty="0"/>
            </a:p>
          </p:txBody>
        </p:sp>
        <p:sp>
          <p:nvSpPr>
            <p:cNvPr id="9" name="Text 7"/>
            <p:cNvSpPr/>
            <p:nvPr/>
          </p:nvSpPr>
          <p:spPr>
            <a:xfrm>
              <a:off x="670560" y="3779520"/>
              <a:ext cx="3169920" cy="2316480"/>
            </a:xfrm>
            <a:prstGeom prst="rect">
              <a:avLst/>
            </a:prstGeom>
            <a:ln/>
          </p:spPr>
          <p:style>
            <a:lnRef idx="1">
              <a:schemeClr val="dk1"/>
            </a:lnRef>
            <a:fillRef idx="2">
              <a:schemeClr val="dk1"/>
            </a:fillRef>
            <a:effectRef idx="1">
              <a:schemeClr val="dk1"/>
            </a:effectRef>
            <a:fontRef idx="minor">
              <a:schemeClr val="dk1"/>
            </a:fontRef>
          </p:style>
          <p:txBody>
            <a:bodyPr wrap="square" rtlCol="0" anchor="ctr"/>
            <a:lstStyle/>
            <a:p>
              <a:r>
                <a:rPr lang="en-US" sz="1733" dirty="0">
                  <a:latin typeface="Calibri" pitchFamily="34" charset="0"/>
                  <a:ea typeface="Calibri" pitchFamily="34" charset="-122"/>
                  <a:cs typeface="Calibri" pitchFamily="34" charset="-120"/>
                </a:rPr>
                <a:t>One tries to MAXIMIZE score. The other tries to MINIMIZE it. Both act rationally.</a:t>
              </a:r>
              <a:endParaRPr lang="en-US" sz="1733" dirty="0"/>
            </a:p>
          </p:txBody>
        </p:sp>
        <p:sp>
          <p:nvSpPr>
            <p:cNvPr id="12" name="Text 10"/>
            <p:cNvSpPr/>
            <p:nvPr/>
          </p:nvSpPr>
          <p:spPr>
            <a:xfrm>
              <a:off x="4632960" y="3023616"/>
              <a:ext cx="3291840" cy="609600"/>
            </a:xfrm>
            <a:prstGeom prst="rect">
              <a:avLst/>
            </a:prstGeom>
            <a:ln/>
          </p:spPr>
          <p:style>
            <a:lnRef idx="1">
              <a:schemeClr val="dk1"/>
            </a:lnRef>
            <a:fillRef idx="2">
              <a:schemeClr val="dk1"/>
            </a:fillRef>
            <a:effectRef idx="1">
              <a:schemeClr val="dk1"/>
            </a:effectRef>
            <a:fontRef idx="minor">
              <a:schemeClr val="dk1"/>
            </a:fontRef>
          </p:style>
          <p:txBody>
            <a:bodyPr wrap="square" lIns="0" tIns="0" rIns="0" bIns="0" rtlCol="0" anchor="ctr"/>
            <a:lstStyle/>
            <a:p>
              <a:r>
                <a:rPr lang="en-US" sz="1867" b="1" dirty="0">
                  <a:latin typeface="Calibri" pitchFamily="34" charset="0"/>
                  <a:ea typeface="Calibri" pitchFamily="34" charset="-122"/>
                  <a:cs typeface="Calibri" pitchFamily="34" charset="-120"/>
                </a:rPr>
                <a:t>⚔️ Competitive</a:t>
              </a:r>
              <a:endParaRPr lang="en-US" sz="1867" dirty="0"/>
            </a:p>
          </p:txBody>
        </p:sp>
        <p:sp>
          <p:nvSpPr>
            <p:cNvPr id="13" name="Text 11"/>
            <p:cNvSpPr/>
            <p:nvPr/>
          </p:nvSpPr>
          <p:spPr>
            <a:xfrm>
              <a:off x="4693920" y="3779520"/>
              <a:ext cx="3169920" cy="2316480"/>
            </a:xfrm>
            <a:prstGeom prst="rect">
              <a:avLst/>
            </a:prstGeom>
            <a:ln/>
          </p:spPr>
          <p:style>
            <a:lnRef idx="1">
              <a:schemeClr val="dk1"/>
            </a:lnRef>
            <a:fillRef idx="2">
              <a:schemeClr val="dk1"/>
            </a:fillRef>
            <a:effectRef idx="1">
              <a:schemeClr val="dk1"/>
            </a:effectRef>
            <a:fontRef idx="minor">
              <a:schemeClr val="dk1"/>
            </a:fontRef>
          </p:style>
          <p:txBody>
            <a:bodyPr wrap="square" rtlCol="0" anchor="ctr"/>
            <a:lstStyle/>
            <a:p>
              <a:r>
                <a:rPr lang="en-US" sz="1733" dirty="0">
                  <a:latin typeface="Calibri" pitchFamily="34" charset="0"/>
                  <a:ea typeface="Calibri" pitchFamily="34" charset="-122"/>
                  <a:cs typeface="Calibri" pitchFamily="34" charset="-120"/>
                </a:rPr>
                <a:t>What is good for one player is bad for the other — a zero-sum game.</a:t>
              </a:r>
              <a:endParaRPr lang="en-US" sz="1733" dirty="0"/>
            </a:p>
          </p:txBody>
        </p:sp>
        <p:sp>
          <p:nvSpPr>
            <p:cNvPr id="16" name="Text 14"/>
            <p:cNvSpPr/>
            <p:nvPr/>
          </p:nvSpPr>
          <p:spPr>
            <a:xfrm>
              <a:off x="8656320" y="3023616"/>
              <a:ext cx="3291840" cy="609600"/>
            </a:xfrm>
            <a:prstGeom prst="rect">
              <a:avLst/>
            </a:prstGeom>
            <a:ln/>
          </p:spPr>
          <p:style>
            <a:lnRef idx="1">
              <a:schemeClr val="dk1"/>
            </a:lnRef>
            <a:fillRef idx="2">
              <a:schemeClr val="dk1"/>
            </a:fillRef>
            <a:effectRef idx="1">
              <a:schemeClr val="dk1"/>
            </a:effectRef>
            <a:fontRef idx="minor">
              <a:schemeClr val="dk1"/>
            </a:fontRef>
          </p:style>
          <p:txBody>
            <a:bodyPr wrap="square" lIns="0" tIns="0" rIns="0" bIns="0" rtlCol="0" anchor="ctr"/>
            <a:lstStyle/>
            <a:p>
              <a:r>
                <a:rPr lang="en-US" sz="1867" b="1" dirty="0">
                  <a:latin typeface="Calibri" pitchFamily="34" charset="0"/>
                  <a:ea typeface="Calibri" pitchFamily="34" charset="-122"/>
                  <a:cs typeface="Calibri" pitchFamily="34" charset="-120"/>
                </a:rPr>
                <a:t>🧠  Perfect Info</a:t>
              </a:r>
              <a:endParaRPr lang="en-US" sz="1867" dirty="0"/>
            </a:p>
          </p:txBody>
        </p:sp>
        <p:sp>
          <p:nvSpPr>
            <p:cNvPr id="17" name="Text 15"/>
            <p:cNvSpPr/>
            <p:nvPr/>
          </p:nvSpPr>
          <p:spPr>
            <a:xfrm>
              <a:off x="8717280" y="3779520"/>
              <a:ext cx="3169920" cy="2316480"/>
            </a:xfrm>
            <a:prstGeom prst="rect">
              <a:avLst/>
            </a:prstGeom>
            <a:ln/>
          </p:spPr>
          <p:style>
            <a:lnRef idx="1">
              <a:schemeClr val="dk1"/>
            </a:lnRef>
            <a:fillRef idx="2">
              <a:schemeClr val="dk1"/>
            </a:fillRef>
            <a:effectRef idx="1">
              <a:schemeClr val="dk1"/>
            </a:effectRef>
            <a:fontRef idx="minor">
              <a:schemeClr val="dk1"/>
            </a:fontRef>
          </p:style>
          <p:txBody>
            <a:bodyPr wrap="square" rtlCol="0" anchor="ctr"/>
            <a:lstStyle/>
            <a:p>
              <a:r>
                <a:rPr lang="en-US" sz="1733" dirty="0">
                  <a:latin typeface="Calibri" pitchFamily="34" charset="0"/>
                  <a:ea typeface="Calibri" pitchFamily="34" charset="-122"/>
                  <a:cs typeface="Calibri" pitchFamily="34" charset="-120"/>
                </a:rPr>
                <a:t>Both players see the full game state — like Chess or Tic-Tac-Toe.</a:t>
              </a:r>
              <a:endParaRPr lang="en-US" sz="1733" dirty="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82880"/>
            <a:ext cx="11216640" cy="853440"/>
          </a:xfrm>
          <a:prstGeom prst="rect">
            <a:avLst/>
          </a:prstGeom>
          <a:noFill/>
          <a:ln/>
        </p:spPr>
        <p:txBody>
          <a:bodyPr wrap="square" rtlCol="0" anchor="ctr"/>
          <a:lstStyle/>
          <a:p>
            <a:r>
              <a:rPr lang="en-US" sz="3467" b="1" dirty="0">
                <a:latin typeface="Georgia" pitchFamily="34" charset="0"/>
                <a:ea typeface="Georgia" pitchFamily="34" charset="-122"/>
                <a:cs typeface="Georgia" pitchFamily="34" charset="-120"/>
              </a:rPr>
              <a:t>THE GAME TREE</a:t>
            </a:r>
            <a:endParaRPr lang="en-US" sz="3467" dirty="0"/>
          </a:p>
        </p:txBody>
      </p:sp>
      <p:sp>
        <p:nvSpPr>
          <p:cNvPr id="4" name="Text 2"/>
          <p:cNvSpPr/>
          <p:nvPr/>
        </p:nvSpPr>
        <p:spPr>
          <a:xfrm>
            <a:off x="487680" y="1402080"/>
            <a:ext cx="4044991" cy="487680"/>
          </a:xfrm>
          <a:prstGeom prst="rect">
            <a:avLst/>
          </a:prstGeom>
          <a:solidFill>
            <a:schemeClr val="tx1">
              <a:lumMod val="95000"/>
              <a:lumOff val="5000"/>
            </a:schemeClr>
          </a:solidFill>
          <a:ln/>
        </p:spPr>
        <p:txBody>
          <a:bodyPr wrap="square" rtlCol="0" anchor="ctr"/>
          <a:lstStyle/>
          <a:p>
            <a:r>
              <a:rPr lang="en-US" sz="1867" b="1" dirty="0">
                <a:solidFill>
                  <a:schemeClr val="bg1"/>
                </a:solidFill>
                <a:latin typeface="Calibri" pitchFamily="34" charset="0"/>
                <a:ea typeface="Calibri" pitchFamily="34" charset="-122"/>
                <a:cs typeface="Calibri" pitchFamily="34" charset="-120"/>
              </a:rPr>
              <a:t>Every possible game state forms a tree:</a:t>
            </a:r>
            <a:endParaRPr lang="en-US" sz="1867" dirty="0">
              <a:solidFill>
                <a:schemeClr val="bg1"/>
              </a:solidFill>
            </a:endParaRPr>
          </a:p>
        </p:txBody>
      </p:sp>
      <p:sp>
        <p:nvSpPr>
          <p:cNvPr id="5" name="Text 3"/>
          <p:cNvSpPr/>
          <p:nvPr/>
        </p:nvSpPr>
        <p:spPr>
          <a:xfrm>
            <a:off x="487680" y="2011680"/>
            <a:ext cx="4044991" cy="2078539"/>
          </a:xfrm>
          <a:prstGeom prst="rect">
            <a:avLst/>
          </a:prstGeom>
          <a:solidFill>
            <a:schemeClr val="accent1"/>
          </a:solidFill>
          <a:ln/>
        </p:spPr>
        <p:txBody>
          <a:bodyPr wrap="square" rtlCol="0" anchor="ctr"/>
          <a:lstStyle/>
          <a:p>
            <a:pPr marL="457189" indent="-457189">
              <a:buSzPct val="100000"/>
              <a:buChar char="•"/>
            </a:pPr>
            <a:r>
              <a:rPr lang="en-US" sz="1733" dirty="0">
                <a:solidFill>
                  <a:schemeClr val="bg1"/>
                </a:solidFill>
                <a:latin typeface="Calibri" pitchFamily="34" charset="0"/>
                <a:ea typeface="Calibri" pitchFamily="34" charset="-122"/>
                <a:cs typeface="Calibri" pitchFamily="34" charset="-120"/>
              </a:rPr>
              <a:t>🌱 Root = current game state</a:t>
            </a:r>
            <a:endParaRPr lang="en-US" sz="1733" dirty="0">
              <a:solidFill>
                <a:schemeClr val="bg1"/>
              </a:solidFill>
            </a:endParaRPr>
          </a:p>
          <a:p>
            <a:pPr marL="457189" indent="-457189">
              <a:buSzPct val="100000"/>
              <a:buChar char="•"/>
            </a:pPr>
            <a:r>
              <a:rPr lang="en-US" sz="1733" dirty="0">
                <a:solidFill>
                  <a:schemeClr val="bg1"/>
                </a:solidFill>
                <a:latin typeface="Calibri" pitchFamily="34" charset="0"/>
                <a:ea typeface="Calibri" pitchFamily="34" charset="-122"/>
                <a:cs typeface="Calibri" pitchFamily="34" charset="-120"/>
              </a:rPr>
              <a:t>🔀 Each branch = one possible move</a:t>
            </a:r>
            <a:endParaRPr lang="en-US" sz="1733" dirty="0">
              <a:solidFill>
                <a:schemeClr val="bg1"/>
              </a:solidFill>
            </a:endParaRPr>
          </a:p>
          <a:p>
            <a:pPr marL="457189" indent="-457189">
              <a:buSzPct val="100000"/>
              <a:buChar char="•"/>
            </a:pPr>
            <a:r>
              <a:rPr lang="en-US" sz="1733" dirty="0">
                <a:solidFill>
                  <a:schemeClr val="bg1"/>
                </a:solidFill>
                <a:latin typeface="Calibri" pitchFamily="34" charset="0"/>
                <a:ea typeface="Calibri" pitchFamily="34" charset="-122"/>
                <a:cs typeface="Calibri" pitchFamily="34" charset="-120"/>
              </a:rPr>
              <a:t>📄 Leaf = game over (win/lose/draw)</a:t>
            </a:r>
            <a:endParaRPr lang="en-US" sz="1733" dirty="0">
              <a:solidFill>
                <a:schemeClr val="bg1"/>
              </a:solidFill>
            </a:endParaRPr>
          </a:p>
          <a:p>
            <a:pPr marL="457189" indent="-457189">
              <a:buSzPct val="100000"/>
              <a:buChar char="•"/>
            </a:pPr>
            <a:r>
              <a:rPr lang="en-US" sz="1733" dirty="0">
                <a:solidFill>
                  <a:schemeClr val="bg1"/>
                </a:solidFill>
                <a:latin typeface="Calibri" pitchFamily="34" charset="0"/>
                <a:ea typeface="Calibri" pitchFamily="34" charset="-122"/>
                <a:cs typeface="Calibri" pitchFamily="34" charset="-120"/>
              </a:rPr>
              <a:t>↕️ Alternate between MAX and MIN players</a:t>
            </a:r>
            <a:endParaRPr lang="en-US" sz="1733" dirty="0">
              <a:solidFill>
                <a:schemeClr val="bg1"/>
              </a:solidFill>
            </a:endParaRPr>
          </a:p>
        </p:txBody>
      </p:sp>
      <p:sp>
        <p:nvSpPr>
          <p:cNvPr id="7" name="Text 5"/>
          <p:cNvSpPr/>
          <p:nvPr/>
        </p:nvSpPr>
        <p:spPr>
          <a:xfrm>
            <a:off x="7437120" y="1341120"/>
            <a:ext cx="1097280" cy="731520"/>
          </a:xfrm>
          <a:prstGeom prst="rect">
            <a:avLst/>
          </a:prstGeom>
          <a:noFill/>
          <a:ln/>
        </p:spPr>
        <p:txBody>
          <a:bodyPr wrap="square" rtlCol="0" anchor="ctr"/>
          <a:lstStyle/>
          <a:p>
            <a:pPr algn="ctr"/>
            <a:r>
              <a:rPr lang="en-US" sz="1467" b="1" dirty="0">
                <a:latin typeface="Calibri" pitchFamily="34" charset="0"/>
                <a:ea typeface="Calibri" pitchFamily="34" charset="-122"/>
                <a:cs typeface="Calibri" pitchFamily="34" charset="-120"/>
              </a:rPr>
              <a:t>MAX</a:t>
            </a:r>
            <a:endParaRPr lang="en-US" sz="1467" dirty="0"/>
          </a:p>
        </p:txBody>
      </p:sp>
      <p:sp>
        <p:nvSpPr>
          <p:cNvPr id="9" name="Text 7"/>
          <p:cNvSpPr/>
          <p:nvPr/>
        </p:nvSpPr>
        <p:spPr>
          <a:xfrm>
            <a:off x="6339840" y="2438400"/>
            <a:ext cx="1097280" cy="731520"/>
          </a:xfrm>
          <a:prstGeom prst="rect">
            <a:avLst/>
          </a:prstGeom>
          <a:noFill/>
          <a:ln/>
        </p:spPr>
        <p:txBody>
          <a:bodyPr wrap="square" rtlCol="0" anchor="ctr"/>
          <a:lstStyle/>
          <a:p>
            <a:pPr algn="ctr"/>
            <a:r>
              <a:rPr lang="en-US" sz="1467" b="1" dirty="0">
                <a:latin typeface="Calibri" pitchFamily="34" charset="0"/>
                <a:ea typeface="Calibri" pitchFamily="34" charset="-122"/>
                <a:cs typeface="Calibri" pitchFamily="34" charset="-120"/>
              </a:rPr>
              <a:t>MIN</a:t>
            </a:r>
            <a:endParaRPr lang="en-US" sz="1467" dirty="0"/>
          </a:p>
        </p:txBody>
      </p:sp>
      <p:sp>
        <p:nvSpPr>
          <p:cNvPr id="11" name="Text 9"/>
          <p:cNvSpPr/>
          <p:nvPr/>
        </p:nvSpPr>
        <p:spPr>
          <a:xfrm>
            <a:off x="8656320" y="2438400"/>
            <a:ext cx="1097280" cy="731520"/>
          </a:xfrm>
          <a:prstGeom prst="rect">
            <a:avLst/>
          </a:prstGeom>
          <a:noFill/>
          <a:ln/>
        </p:spPr>
        <p:txBody>
          <a:bodyPr wrap="square" rtlCol="0" anchor="ctr"/>
          <a:lstStyle/>
          <a:p>
            <a:pPr algn="ctr"/>
            <a:r>
              <a:rPr lang="en-US" sz="1467" b="1" dirty="0">
                <a:latin typeface="Calibri" pitchFamily="34" charset="0"/>
                <a:ea typeface="Calibri" pitchFamily="34" charset="-122"/>
                <a:cs typeface="Calibri" pitchFamily="34" charset="-120"/>
              </a:rPr>
              <a:t>MIN</a:t>
            </a:r>
            <a:endParaRPr lang="en-US" sz="1467" dirty="0"/>
          </a:p>
        </p:txBody>
      </p:sp>
      <p:sp>
        <p:nvSpPr>
          <p:cNvPr id="15" name="Text 13"/>
          <p:cNvSpPr/>
          <p:nvPr/>
        </p:nvSpPr>
        <p:spPr>
          <a:xfrm>
            <a:off x="6096000" y="3779520"/>
            <a:ext cx="914400" cy="670560"/>
          </a:xfrm>
          <a:prstGeom prst="rect">
            <a:avLst/>
          </a:prstGeom>
          <a:noFill/>
          <a:ln/>
        </p:spPr>
        <p:txBody>
          <a:bodyPr wrap="square" rtlCol="0" anchor="ctr"/>
          <a:lstStyle/>
          <a:p>
            <a:pPr algn="ctr"/>
            <a:r>
              <a:rPr lang="en-US" sz="1867" b="1" dirty="0">
                <a:latin typeface="Georgia" pitchFamily="34" charset="0"/>
                <a:ea typeface="Georgia" pitchFamily="34" charset="-122"/>
                <a:cs typeface="Georgia" pitchFamily="34" charset="-120"/>
              </a:rPr>
              <a:t>3</a:t>
            </a:r>
            <a:endParaRPr lang="en-US" sz="1867" dirty="0"/>
          </a:p>
        </p:txBody>
      </p:sp>
      <p:sp>
        <p:nvSpPr>
          <p:cNvPr id="17" name="Text 15"/>
          <p:cNvSpPr/>
          <p:nvPr/>
        </p:nvSpPr>
        <p:spPr>
          <a:xfrm>
            <a:off x="7193280" y="3779520"/>
            <a:ext cx="914400" cy="670560"/>
          </a:xfrm>
          <a:prstGeom prst="rect">
            <a:avLst/>
          </a:prstGeom>
          <a:noFill/>
          <a:ln/>
        </p:spPr>
        <p:txBody>
          <a:bodyPr wrap="square" rtlCol="0" anchor="ctr"/>
          <a:lstStyle/>
          <a:p>
            <a:pPr algn="ctr"/>
            <a:r>
              <a:rPr lang="en-US" sz="1867" b="1" dirty="0">
                <a:latin typeface="Georgia" pitchFamily="34" charset="0"/>
                <a:ea typeface="Georgia" pitchFamily="34" charset="-122"/>
                <a:cs typeface="Georgia" pitchFamily="34" charset="-120"/>
              </a:rPr>
              <a:t>12</a:t>
            </a:r>
            <a:endParaRPr lang="en-US" sz="1867" dirty="0"/>
          </a:p>
        </p:txBody>
      </p:sp>
      <p:sp>
        <p:nvSpPr>
          <p:cNvPr id="19" name="Text 17"/>
          <p:cNvSpPr/>
          <p:nvPr/>
        </p:nvSpPr>
        <p:spPr>
          <a:xfrm>
            <a:off x="8168640" y="3779520"/>
            <a:ext cx="914400" cy="670560"/>
          </a:xfrm>
          <a:prstGeom prst="rect">
            <a:avLst/>
          </a:prstGeom>
          <a:noFill/>
          <a:ln/>
        </p:spPr>
        <p:txBody>
          <a:bodyPr wrap="square" rtlCol="0" anchor="ctr"/>
          <a:lstStyle/>
          <a:p>
            <a:pPr algn="ctr"/>
            <a:r>
              <a:rPr lang="en-US" sz="1867" b="1" dirty="0">
                <a:latin typeface="Georgia" pitchFamily="34" charset="0"/>
                <a:ea typeface="Georgia" pitchFamily="34" charset="-122"/>
                <a:cs typeface="Georgia" pitchFamily="34" charset="-120"/>
              </a:rPr>
              <a:t>8</a:t>
            </a:r>
            <a:endParaRPr lang="en-US" sz="1867" dirty="0"/>
          </a:p>
        </p:txBody>
      </p:sp>
      <p:sp>
        <p:nvSpPr>
          <p:cNvPr id="21" name="Text 19"/>
          <p:cNvSpPr/>
          <p:nvPr/>
        </p:nvSpPr>
        <p:spPr>
          <a:xfrm>
            <a:off x="9265920" y="3779520"/>
            <a:ext cx="914400" cy="670560"/>
          </a:xfrm>
          <a:prstGeom prst="rect">
            <a:avLst/>
          </a:prstGeom>
          <a:noFill/>
          <a:ln/>
        </p:spPr>
        <p:txBody>
          <a:bodyPr wrap="square" rtlCol="0" anchor="ctr"/>
          <a:lstStyle/>
          <a:p>
            <a:pPr algn="ctr"/>
            <a:r>
              <a:rPr lang="en-US" sz="1867" b="1" dirty="0">
                <a:latin typeface="Georgia" pitchFamily="34" charset="0"/>
                <a:ea typeface="Georgia" pitchFamily="34" charset="-122"/>
                <a:cs typeface="Georgia" pitchFamily="34" charset="-120"/>
              </a:rPr>
              <a:t>2</a:t>
            </a:r>
            <a:endParaRPr lang="en-US" sz="1867" dirty="0"/>
          </a:p>
        </p:txBody>
      </p:sp>
      <p:sp>
        <p:nvSpPr>
          <p:cNvPr id="26" name="Text 24"/>
          <p:cNvSpPr/>
          <p:nvPr/>
        </p:nvSpPr>
        <p:spPr>
          <a:xfrm>
            <a:off x="5974080" y="4572000"/>
            <a:ext cx="5120640" cy="426720"/>
          </a:xfrm>
          <a:prstGeom prst="rect">
            <a:avLst/>
          </a:prstGeom>
          <a:noFill/>
          <a:ln/>
        </p:spPr>
        <p:txBody>
          <a:bodyPr wrap="square" rtlCol="0" anchor="ctr"/>
          <a:lstStyle/>
          <a:p>
            <a:pPr algn="ctr"/>
            <a:r>
              <a:rPr lang="en-US" sz="1467" i="1" dirty="0">
                <a:latin typeface="Calibri" pitchFamily="34" charset="0"/>
                <a:ea typeface="Calibri" pitchFamily="34" charset="-122"/>
                <a:cs typeface="Calibri" pitchFamily="34" charset="-120"/>
              </a:rPr>
              <a:t>Utility Values (Leaf Nodes)</a:t>
            </a:r>
            <a:endParaRPr lang="en-US" sz="1467" dirty="0"/>
          </a:p>
        </p:txBody>
      </p:sp>
      <p:cxnSp>
        <p:nvCxnSpPr>
          <p:cNvPr id="6" name="Straight Connector 5"/>
          <p:cNvCxnSpPr/>
          <p:nvPr/>
        </p:nvCxnSpPr>
        <p:spPr>
          <a:xfrm flipH="1">
            <a:off x="7010400" y="1853868"/>
            <a:ext cx="975360" cy="778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985760" y="1853868"/>
            <a:ext cx="1097280" cy="778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6553200" y="2894176"/>
            <a:ext cx="335280" cy="1116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883400" y="2900330"/>
            <a:ext cx="767080" cy="10523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8702040" y="2976215"/>
            <a:ext cx="441960" cy="10317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159240" y="2976215"/>
            <a:ext cx="548640" cy="10346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780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82880"/>
            <a:ext cx="11216640" cy="914400"/>
          </a:xfrm>
          <a:prstGeom prst="rect">
            <a:avLst/>
          </a:prstGeom>
          <a:noFill/>
          <a:ln/>
        </p:spPr>
        <p:txBody>
          <a:bodyPr wrap="square" rtlCol="0" anchor="ctr"/>
          <a:lstStyle/>
          <a:p>
            <a:r>
              <a:rPr lang="en-US" sz="3733" b="1" dirty="0">
                <a:latin typeface="Georgia" pitchFamily="34" charset="0"/>
                <a:ea typeface="Georgia" pitchFamily="34" charset="-122"/>
                <a:cs typeface="Georgia" pitchFamily="34" charset="-120"/>
              </a:rPr>
              <a:t>REAL-WORLD APPLICATIONS</a:t>
            </a:r>
            <a:endParaRPr lang="en-US" sz="3733" dirty="0"/>
          </a:p>
        </p:txBody>
      </p:sp>
      <p:grpSp>
        <p:nvGrpSpPr>
          <p:cNvPr id="2" name="Group 1">
            <a:extLst>
              <a:ext uri="{FF2B5EF4-FFF2-40B4-BE49-F238E27FC236}">
                <a16:creationId xmlns:a16="http://schemas.microsoft.com/office/drawing/2014/main" id="{06BF62EE-609F-F80A-6740-D64F0C136AF6}"/>
              </a:ext>
            </a:extLst>
          </p:cNvPr>
          <p:cNvGrpSpPr/>
          <p:nvPr/>
        </p:nvGrpSpPr>
        <p:grpSpPr>
          <a:xfrm>
            <a:off x="792480" y="1670304"/>
            <a:ext cx="9964010" cy="4101231"/>
            <a:chOff x="792480" y="1670304"/>
            <a:chExt cx="10850880" cy="4279392"/>
          </a:xfrm>
          <a:solidFill>
            <a:schemeClr val="tx1">
              <a:lumMod val="65000"/>
              <a:lumOff val="35000"/>
            </a:schemeClr>
          </a:solidFill>
        </p:grpSpPr>
        <p:sp>
          <p:nvSpPr>
            <p:cNvPr id="6" name="Text 4"/>
            <p:cNvSpPr/>
            <p:nvPr/>
          </p:nvSpPr>
          <p:spPr>
            <a:xfrm>
              <a:off x="792480" y="1670304"/>
              <a:ext cx="4998720" cy="487680"/>
            </a:xfrm>
            <a:prstGeom prst="rect">
              <a:avLst/>
            </a:prstGeom>
            <a:grp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 Chess &amp; Checkers</a:t>
              </a:r>
              <a:endParaRPr lang="en-US" sz="2000" dirty="0">
                <a:solidFill>
                  <a:schemeClr val="bg1"/>
                </a:solidFill>
              </a:endParaRPr>
            </a:p>
          </p:txBody>
        </p:sp>
        <p:sp>
          <p:nvSpPr>
            <p:cNvPr id="7" name="Text 5"/>
            <p:cNvSpPr/>
            <p:nvPr/>
          </p:nvSpPr>
          <p:spPr>
            <a:xfrm>
              <a:off x="792480" y="2231136"/>
              <a:ext cx="4998720" cy="1280160"/>
            </a:xfrm>
            <a:prstGeom prst="rect">
              <a:avLst/>
            </a:prstGeom>
            <a:grpFill/>
            <a:ln/>
          </p:spPr>
          <p:txBody>
            <a:bodyPr wrap="square" lIns="0" tIns="0" rIns="0" bIns="0" rtlCol="0" anchor="ctr"/>
            <a:lstStyle/>
            <a:p>
              <a:r>
                <a:rPr lang="en-GB" sz="1600" dirty="0">
                  <a:solidFill>
                    <a:schemeClr val="bg1"/>
                  </a:solidFill>
                </a:rPr>
                <a:t>Evaluated millions of positions per second using Minimax + Alpha-Beta pruning.</a:t>
              </a:r>
              <a:endParaRPr lang="en-US" sz="1600" dirty="0">
                <a:solidFill>
                  <a:schemeClr val="bg1"/>
                </a:solidFill>
              </a:endParaRPr>
            </a:p>
          </p:txBody>
        </p:sp>
        <p:sp>
          <p:nvSpPr>
            <p:cNvPr id="10" name="Text 8"/>
            <p:cNvSpPr/>
            <p:nvPr/>
          </p:nvSpPr>
          <p:spPr>
            <a:xfrm>
              <a:off x="6644640" y="1670304"/>
              <a:ext cx="4998720" cy="487680"/>
            </a:xfrm>
            <a:prstGeom prst="rect">
              <a:avLst/>
            </a:prstGeom>
            <a:grp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 Video Game AI</a:t>
              </a:r>
              <a:endParaRPr lang="en-US" sz="2000" dirty="0">
                <a:solidFill>
                  <a:schemeClr val="bg1"/>
                </a:solidFill>
              </a:endParaRPr>
            </a:p>
          </p:txBody>
        </p:sp>
        <p:sp>
          <p:nvSpPr>
            <p:cNvPr id="11" name="Text 9"/>
            <p:cNvSpPr/>
            <p:nvPr/>
          </p:nvSpPr>
          <p:spPr>
            <a:xfrm>
              <a:off x="6644640" y="2231136"/>
              <a:ext cx="4998720" cy="1280160"/>
            </a:xfrm>
            <a:prstGeom prst="rect">
              <a:avLst/>
            </a:prstGeom>
            <a:grpFill/>
            <a:ln/>
          </p:spPr>
          <p:txBody>
            <a:bodyPr wrap="square" lIns="0" tIns="0" rIns="0" bIns="0" rtlCol="0" anchor="ctr"/>
            <a:lstStyle/>
            <a:p>
              <a:r>
                <a:rPr lang="en-US" sz="1600" dirty="0">
                  <a:solidFill>
                    <a:schemeClr val="bg1"/>
                  </a:solidFill>
                  <a:latin typeface="Calibri" pitchFamily="34" charset="0"/>
                  <a:ea typeface="Calibri" pitchFamily="34" charset="-122"/>
                  <a:cs typeface="Calibri" pitchFamily="34" charset="-120"/>
                </a:rPr>
                <a:t>Non Player Characters use adversarial search to make intelligent decisions against players in strategy and fighting games.</a:t>
              </a:r>
              <a:endParaRPr lang="en-US" sz="1600" dirty="0">
                <a:solidFill>
                  <a:schemeClr val="bg1"/>
                </a:solidFill>
              </a:endParaRPr>
            </a:p>
          </p:txBody>
        </p:sp>
        <p:sp>
          <p:nvSpPr>
            <p:cNvPr id="14" name="Text 12"/>
            <p:cNvSpPr/>
            <p:nvPr/>
          </p:nvSpPr>
          <p:spPr>
            <a:xfrm>
              <a:off x="792480" y="4108704"/>
              <a:ext cx="4998720" cy="487680"/>
            </a:xfrm>
            <a:prstGeom prst="rect">
              <a:avLst/>
            </a:prstGeom>
            <a:grp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 Card &amp; Board Games</a:t>
              </a:r>
              <a:endParaRPr lang="en-US" sz="2000" dirty="0">
                <a:solidFill>
                  <a:schemeClr val="bg1"/>
                </a:solidFill>
              </a:endParaRPr>
            </a:p>
          </p:txBody>
        </p:sp>
        <p:sp>
          <p:nvSpPr>
            <p:cNvPr id="15" name="Text 13"/>
            <p:cNvSpPr/>
            <p:nvPr/>
          </p:nvSpPr>
          <p:spPr>
            <a:xfrm>
              <a:off x="792480" y="4669536"/>
              <a:ext cx="4998720" cy="1280160"/>
            </a:xfrm>
            <a:prstGeom prst="rect">
              <a:avLst/>
            </a:prstGeom>
            <a:grpFill/>
            <a:ln/>
          </p:spPr>
          <p:txBody>
            <a:bodyPr wrap="square" lIns="0" tIns="0" rIns="0" bIns="0" rtlCol="0" anchor="ctr"/>
            <a:lstStyle/>
            <a:p>
              <a:r>
                <a:rPr lang="en-GB" sz="1600" dirty="0">
                  <a:solidFill>
                    <a:schemeClr val="bg1"/>
                  </a:solidFill>
                </a:rPr>
                <a:t>Includes probabilities and pattern matching for hidden information</a:t>
              </a:r>
              <a:r>
                <a:rPr lang="en-US" sz="1600" dirty="0">
                  <a:solidFill>
                    <a:schemeClr val="bg1"/>
                  </a:solidFill>
                  <a:latin typeface="Calibri" pitchFamily="34" charset="0"/>
                  <a:ea typeface="Calibri" pitchFamily="34" charset="-122"/>
                  <a:cs typeface="Calibri" pitchFamily="34" charset="-120"/>
                </a:rPr>
                <a:t>.</a:t>
              </a:r>
              <a:endParaRPr lang="en-US" sz="1600" dirty="0">
                <a:solidFill>
                  <a:schemeClr val="bg1"/>
                </a:solidFill>
              </a:endParaRPr>
            </a:p>
          </p:txBody>
        </p:sp>
        <p:sp>
          <p:nvSpPr>
            <p:cNvPr id="18" name="Text 16"/>
            <p:cNvSpPr/>
            <p:nvPr/>
          </p:nvSpPr>
          <p:spPr>
            <a:xfrm>
              <a:off x="6644640" y="4108704"/>
              <a:ext cx="4998720" cy="487680"/>
            </a:xfrm>
            <a:prstGeom prst="rect">
              <a:avLst/>
            </a:prstGeom>
            <a:grp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  Robotics &amp; Planning</a:t>
              </a:r>
              <a:endParaRPr lang="en-US" sz="2000" dirty="0">
                <a:solidFill>
                  <a:schemeClr val="bg1"/>
                </a:solidFill>
              </a:endParaRPr>
            </a:p>
          </p:txBody>
        </p:sp>
        <p:sp>
          <p:nvSpPr>
            <p:cNvPr id="19" name="Text 17"/>
            <p:cNvSpPr/>
            <p:nvPr/>
          </p:nvSpPr>
          <p:spPr>
            <a:xfrm>
              <a:off x="6644640" y="4669536"/>
              <a:ext cx="4998720" cy="1280160"/>
            </a:xfrm>
            <a:prstGeom prst="rect">
              <a:avLst/>
            </a:prstGeom>
            <a:grpFill/>
            <a:ln/>
          </p:spPr>
          <p:txBody>
            <a:bodyPr wrap="square" lIns="0" tIns="0" rIns="0" bIns="0" rtlCol="0" anchor="ctr"/>
            <a:lstStyle/>
            <a:p>
              <a:r>
                <a:rPr lang="en-GB" sz="1600" dirty="0">
                  <a:solidFill>
                    <a:schemeClr val="bg1"/>
                  </a:solidFill>
                </a:rPr>
                <a:t>Competitive scenarios where robots or agents make decisions against others.</a:t>
              </a:r>
              <a:endParaRPr lang="en-US" sz="1600" dirty="0">
                <a:solidFill>
                  <a:schemeClr val="bg1"/>
                </a:solidFill>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82880"/>
            <a:ext cx="11216640" cy="914400"/>
          </a:xfrm>
          <a:prstGeom prst="rect">
            <a:avLst/>
          </a:prstGeom>
          <a:noFill/>
          <a:ln/>
        </p:spPr>
        <p:txBody>
          <a:bodyPr wrap="square" rtlCol="0" anchor="ctr"/>
          <a:lstStyle/>
          <a:p>
            <a:r>
              <a:rPr lang="en-US" sz="3733" b="1" dirty="0">
                <a:latin typeface="Georgia" pitchFamily="34" charset="0"/>
              </a:rPr>
              <a:t>Type of games in AI</a:t>
            </a:r>
            <a:endParaRPr lang="en-US" sz="3733" dirty="0"/>
          </a:p>
        </p:txBody>
      </p:sp>
      <p:grpSp>
        <p:nvGrpSpPr>
          <p:cNvPr id="2" name="Group 1">
            <a:extLst>
              <a:ext uri="{FF2B5EF4-FFF2-40B4-BE49-F238E27FC236}">
                <a16:creationId xmlns:a16="http://schemas.microsoft.com/office/drawing/2014/main" id="{087556D8-38CD-3CE7-9836-BB5F16FD0CBF}"/>
              </a:ext>
            </a:extLst>
          </p:cNvPr>
          <p:cNvGrpSpPr/>
          <p:nvPr/>
        </p:nvGrpSpPr>
        <p:grpSpPr>
          <a:xfrm>
            <a:off x="792480" y="1670304"/>
            <a:ext cx="10081997" cy="4366702"/>
            <a:chOff x="792480" y="1670304"/>
            <a:chExt cx="10850880" cy="4279392"/>
          </a:xfrm>
          <a:solidFill>
            <a:schemeClr val="tx1">
              <a:lumMod val="65000"/>
              <a:lumOff val="35000"/>
            </a:schemeClr>
          </a:solidFill>
        </p:grpSpPr>
        <p:sp>
          <p:nvSpPr>
            <p:cNvPr id="6" name="Text 4"/>
            <p:cNvSpPr/>
            <p:nvPr/>
          </p:nvSpPr>
          <p:spPr>
            <a:xfrm>
              <a:off x="792480" y="1670304"/>
              <a:ext cx="4998720" cy="487680"/>
            </a:xfrm>
            <a:prstGeom prst="rect">
              <a:avLst/>
            </a:prstGeom>
            <a:grpFill/>
            <a:ln/>
            <a:effectLst>
              <a:outerShdw blurRad="50800" dist="50800" dir="5400000" algn="ctr" rotWithShape="0">
                <a:srgbClr val="000000">
                  <a:alpha val="67000"/>
                </a:srgbClr>
              </a:outerShdw>
            </a:effectLst>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Perfect Information</a:t>
              </a:r>
              <a:endParaRPr lang="en-US" sz="2000" dirty="0">
                <a:solidFill>
                  <a:schemeClr val="bg1"/>
                </a:solidFill>
              </a:endParaRPr>
            </a:p>
          </p:txBody>
        </p:sp>
        <p:sp>
          <p:nvSpPr>
            <p:cNvPr id="7" name="Text 5"/>
            <p:cNvSpPr/>
            <p:nvPr/>
          </p:nvSpPr>
          <p:spPr>
            <a:xfrm>
              <a:off x="792480" y="2231136"/>
              <a:ext cx="4998720" cy="1280160"/>
            </a:xfrm>
            <a:prstGeom prst="rect">
              <a:avLst/>
            </a:prstGeom>
            <a:grpFill/>
            <a:ln/>
          </p:spPr>
          <p:txBody>
            <a:bodyPr wrap="square" lIns="0" tIns="0" rIns="0" bIns="0" rtlCol="0" anchor="ctr"/>
            <a:lstStyle/>
            <a:p>
              <a:r>
                <a:rPr lang="en-US" sz="1600" dirty="0">
                  <a:solidFill>
                    <a:schemeClr val="bg1"/>
                  </a:solidFill>
                  <a:latin typeface="Calibri" pitchFamily="34" charset="0"/>
                  <a:ea typeface="Calibri" pitchFamily="34" charset="-122"/>
                  <a:cs typeface="Calibri" pitchFamily="34" charset="-120"/>
                </a:rPr>
                <a:t>Both player can see everything. Evaluates millions of positions per second. </a:t>
              </a:r>
              <a:r>
                <a:rPr lang="en-US" sz="1600" dirty="0" err="1">
                  <a:solidFill>
                    <a:schemeClr val="bg1"/>
                  </a:solidFill>
                  <a:latin typeface="Calibri" pitchFamily="34" charset="0"/>
                  <a:ea typeface="Calibri" pitchFamily="34" charset="-122"/>
                  <a:cs typeface="Calibri" pitchFamily="34" charset="-120"/>
                </a:rPr>
                <a:t>Eg:Chess</a:t>
              </a:r>
              <a:endParaRPr lang="en-US" sz="1600" dirty="0">
                <a:solidFill>
                  <a:schemeClr val="bg1"/>
                </a:solidFill>
              </a:endParaRPr>
            </a:p>
          </p:txBody>
        </p:sp>
        <p:sp>
          <p:nvSpPr>
            <p:cNvPr id="10" name="Text 8"/>
            <p:cNvSpPr/>
            <p:nvPr/>
          </p:nvSpPr>
          <p:spPr>
            <a:xfrm>
              <a:off x="6644640" y="1670304"/>
              <a:ext cx="4998720" cy="487680"/>
            </a:xfrm>
            <a:prstGeom prst="rect">
              <a:avLst/>
            </a:prstGeom>
            <a:grpFill/>
            <a:ln/>
            <a:effectLst>
              <a:outerShdw blurRad="50800" dist="50800" dir="5400000" algn="ctr" rotWithShape="0">
                <a:srgbClr val="000000">
                  <a:alpha val="67000"/>
                </a:srgbClr>
              </a:outerShdw>
            </a:effectLst>
          </p:spPr>
          <p:txBody>
            <a:bodyPr wrap="square" lIns="0" tIns="0" rIns="0" bIns="0" rtlCol="0" anchor="ctr"/>
            <a:lstStyle/>
            <a:p>
              <a:r>
                <a:rPr lang="en-US" sz="2000" b="1" dirty="0">
                  <a:solidFill>
                    <a:schemeClr val="bg1"/>
                  </a:solidFill>
                </a:rPr>
                <a:t>Imperfect Information</a:t>
              </a:r>
            </a:p>
          </p:txBody>
        </p:sp>
        <p:sp>
          <p:nvSpPr>
            <p:cNvPr id="11" name="Text 9"/>
            <p:cNvSpPr/>
            <p:nvPr/>
          </p:nvSpPr>
          <p:spPr>
            <a:xfrm>
              <a:off x="6644640" y="2231136"/>
              <a:ext cx="4998720" cy="1280160"/>
            </a:xfrm>
            <a:prstGeom prst="rect">
              <a:avLst/>
            </a:prstGeom>
            <a:grpFill/>
            <a:ln/>
          </p:spPr>
          <p:txBody>
            <a:bodyPr wrap="square" lIns="0" tIns="0" rIns="0" bIns="0" rtlCol="0" anchor="ctr"/>
            <a:lstStyle/>
            <a:p>
              <a:r>
                <a:rPr lang="en-US" sz="1600" dirty="0">
                  <a:solidFill>
                    <a:schemeClr val="bg1"/>
                  </a:solidFill>
                </a:rPr>
                <a:t>Some information is hidden. Player must guess or predict. </a:t>
              </a:r>
              <a:r>
                <a:rPr lang="en-US" sz="1600" dirty="0" err="1">
                  <a:solidFill>
                    <a:schemeClr val="bg1"/>
                  </a:solidFill>
                </a:rPr>
                <a:t>Eg</a:t>
              </a:r>
              <a:r>
                <a:rPr lang="en-US" sz="1600" dirty="0">
                  <a:solidFill>
                    <a:schemeClr val="bg1"/>
                  </a:solidFill>
                </a:rPr>
                <a:t>: Card games</a:t>
              </a:r>
            </a:p>
          </p:txBody>
        </p:sp>
        <p:sp>
          <p:nvSpPr>
            <p:cNvPr id="14" name="Text 12"/>
            <p:cNvSpPr/>
            <p:nvPr/>
          </p:nvSpPr>
          <p:spPr>
            <a:xfrm>
              <a:off x="792480" y="4108704"/>
              <a:ext cx="4998720" cy="487680"/>
            </a:xfrm>
            <a:prstGeom prst="rect">
              <a:avLst/>
            </a:prstGeom>
            <a:grpFill/>
            <a:ln/>
            <a:effectLst>
              <a:outerShdw blurRad="50800" dist="50800" dir="5400000" algn="ctr" rotWithShape="0">
                <a:srgbClr val="000000">
                  <a:alpha val="67000"/>
                </a:srgbClr>
              </a:outerShdw>
            </a:effectLst>
          </p:spPr>
          <p:txBody>
            <a:bodyPr wrap="square" lIns="0" tIns="0" rIns="0" bIns="0" rtlCol="0" anchor="ctr"/>
            <a:lstStyle/>
            <a:p>
              <a:r>
                <a:rPr lang="en-GB" sz="2133" b="1" dirty="0">
                  <a:solidFill>
                    <a:schemeClr val="bg1"/>
                  </a:solidFill>
                </a:rPr>
                <a:t>Deterministic games:</a:t>
              </a:r>
              <a:endParaRPr lang="en-US" sz="2000" b="1" dirty="0">
                <a:solidFill>
                  <a:schemeClr val="bg1"/>
                </a:solidFill>
              </a:endParaRPr>
            </a:p>
          </p:txBody>
        </p:sp>
        <p:sp>
          <p:nvSpPr>
            <p:cNvPr id="15" name="Text 13"/>
            <p:cNvSpPr/>
            <p:nvPr/>
          </p:nvSpPr>
          <p:spPr>
            <a:xfrm>
              <a:off x="792480" y="4669536"/>
              <a:ext cx="4998720" cy="1280160"/>
            </a:xfrm>
            <a:prstGeom prst="rect">
              <a:avLst/>
            </a:prstGeom>
            <a:grpFill/>
            <a:ln/>
          </p:spPr>
          <p:txBody>
            <a:bodyPr wrap="square" lIns="0" tIns="0" rIns="0" bIns="0" rtlCol="0" anchor="ctr"/>
            <a:lstStyle/>
            <a:p>
              <a:r>
                <a:rPr lang="en-US" sz="1600" dirty="0">
                  <a:solidFill>
                    <a:schemeClr val="bg1"/>
                  </a:solidFill>
                </a:rPr>
                <a:t>Result is fixed and predictable. No luck and randomness. </a:t>
              </a:r>
              <a:r>
                <a:rPr lang="en-US" sz="1600" dirty="0" err="1">
                  <a:solidFill>
                    <a:schemeClr val="bg1"/>
                  </a:solidFill>
                </a:rPr>
                <a:t>Eg:Tic-Tac-Toe</a:t>
              </a:r>
              <a:endParaRPr lang="en-US" sz="1600" dirty="0">
                <a:solidFill>
                  <a:schemeClr val="bg1"/>
                </a:solidFill>
              </a:endParaRPr>
            </a:p>
          </p:txBody>
        </p:sp>
        <p:sp>
          <p:nvSpPr>
            <p:cNvPr id="18" name="Text 16"/>
            <p:cNvSpPr/>
            <p:nvPr/>
          </p:nvSpPr>
          <p:spPr>
            <a:xfrm>
              <a:off x="6644640" y="4108704"/>
              <a:ext cx="4998720" cy="487680"/>
            </a:xfrm>
            <a:prstGeom prst="rect">
              <a:avLst/>
            </a:prstGeom>
            <a:grpFill/>
            <a:ln/>
            <a:effectLst>
              <a:outerShdw blurRad="50800" dist="50800" dir="5400000" algn="ctr" rotWithShape="0">
                <a:srgbClr val="000000">
                  <a:alpha val="67000"/>
                </a:srgbClr>
              </a:outerShdw>
            </a:effectLst>
          </p:spPr>
          <p:txBody>
            <a:bodyPr wrap="square" lIns="0" tIns="0" rIns="0" bIns="0" rtlCol="0" anchor="ctr"/>
            <a:lstStyle/>
            <a:p>
              <a:r>
                <a:rPr lang="en-GB" sz="2133" b="1" dirty="0">
                  <a:solidFill>
                    <a:schemeClr val="bg1"/>
                  </a:solidFill>
                </a:rPr>
                <a:t>Non-deterministic games: </a:t>
              </a:r>
              <a:endParaRPr lang="en-US" sz="2000" b="1" dirty="0">
                <a:solidFill>
                  <a:schemeClr val="bg1"/>
                </a:solidFill>
              </a:endParaRPr>
            </a:p>
          </p:txBody>
        </p:sp>
        <p:sp>
          <p:nvSpPr>
            <p:cNvPr id="19" name="Text 17"/>
            <p:cNvSpPr/>
            <p:nvPr/>
          </p:nvSpPr>
          <p:spPr>
            <a:xfrm>
              <a:off x="6644640" y="4669536"/>
              <a:ext cx="4998720" cy="1280160"/>
            </a:xfrm>
            <a:prstGeom prst="rect">
              <a:avLst/>
            </a:prstGeom>
            <a:grpFill/>
            <a:ln/>
          </p:spPr>
          <p:txBody>
            <a:bodyPr wrap="square" lIns="0" tIns="0" rIns="0" bIns="0" rtlCol="0" anchor="ctr"/>
            <a:lstStyle/>
            <a:p>
              <a:r>
                <a:rPr lang="en-US" sz="1600" dirty="0">
                  <a:solidFill>
                    <a:schemeClr val="bg1"/>
                  </a:solidFill>
                  <a:latin typeface="Calibri" pitchFamily="34" charset="0"/>
                  <a:ea typeface="Calibri" pitchFamily="34" charset="-122"/>
                  <a:cs typeface="Calibri" pitchFamily="34" charset="-120"/>
                </a:rPr>
                <a:t>Result is not fixed. Same input can give different output. </a:t>
              </a:r>
              <a:r>
                <a:rPr lang="en-US" sz="1600" dirty="0" err="1">
                  <a:solidFill>
                    <a:schemeClr val="bg1"/>
                  </a:solidFill>
                  <a:latin typeface="Calibri" pitchFamily="34" charset="0"/>
                  <a:ea typeface="Calibri" pitchFamily="34" charset="-122"/>
                  <a:cs typeface="Calibri" pitchFamily="34" charset="-120"/>
                </a:rPr>
                <a:t>Eg:Ludo</a:t>
              </a:r>
              <a:endParaRPr lang="en-US" sz="1600" dirty="0">
                <a:solidFill>
                  <a:schemeClr val="bg1"/>
                </a:solidFill>
              </a:endParaRPr>
            </a:p>
          </p:txBody>
        </p:sp>
      </p:grpSp>
    </p:spTree>
    <p:extLst>
      <p:ext uri="{BB962C8B-B14F-4D97-AF65-F5344CB8AC3E}">
        <p14:creationId xmlns:p14="http://schemas.microsoft.com/office/powerpoint/2010/main" val="4042810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182880"/>
            <a:ext cx="11216640" cy="914400"/>
          </a:xfrm>
          <a:prstGeom prst="rect">
            <a:avLst/>
          </a:prstGeom>
          <a:noFill/>
          <a:ln/>
        </p:spPr>
        <p:txBody>
          <a:bodyPr wrap="square" rtlCol="0" anchor="ctr"/>
          <a:lstStyle/>
          <a:p>
            <a:r>
              <a:rPr lang="en-US" sz="3733" b="1" dirty="0">
                <a:latin typeface="Georgia" pitchFamily="34" charset="0"/>
              </a:rPr>
              <a:t>Type of games in AI</a:t>
            </a:r>
            <a:endParaRPr lang="en-US" sz="3733" dirty="0"/>
          </a:p>
        </p:txBody>
      </p:sp>
      <p:grpSp>
        <p:nvGrpSpPr>
          <p:cNvPr id="2" name="Group 1">
            <a:extLst>
              <a:ext uri="{FF2B5EF4-FFF2-40B4-BE49-F238E27FC236}">
                <a16:creationId xmlns:a16="http://schemas.microsoft.com/office/drawing/2014/main" id="{7003B330-37D0-E399-96EB-C369F6858CC0}"/>
              </a:ext>
            </a:extLst>
          </p:cNvPr>
          <p:cNvGrpSpPr/>
          <p:nvPr/>
        </p:nvGrpSpPr>
        <p:grpSpPr>
          <a:xfrm>
            <a:off x="792480" y="1670303"/>
            <a:ext cx="9020114" cy="2341257"/>
            <a:chOff x="792480" y="1670304"/>
            <a:chExt cx="10850880" cy="1840992"/>
          </a:xfrm>
          <a:solidFill>
            <a:schemeClr val="tx1">
              <a:lumMod val="65000"/>
              <a:lumOff val="35000"/>
            </a:schemeClr>
          </a:solidFill>
        </p:grpSpPr>
        <p:sp>
          <p:nvSpPr>
            <p:cNvPr id="6" name="Text 4"/>
            <p:cNvSpPr/>
            <p:nvPr/>
          </p:nvSpPr>
          <p:spPr>
            <a:xfrm>
              <a:off x="792480" y="1670304"/>
              <a:ext cx="4998720" cy="487680"/>
            </a:xfrm>
            <a:prstGeom prst="rect">
              <a:avLst/>
            </a:prstGeom>
            <a:grp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Competitive Games</a:t>
              </a:r>
              <a:endParaRPr lang="en-US" sz="2000" dirty="0">
                <a:solidFill>
                  <a:schemeClr val="bg1"/>
                </a:solidFill>
              </a:endParaRPr>
            </a:p>
          </p:txBody>
        </p:sp>
        <p:sp>
          <p:nvSpPr>
            <p:cNvPr id="7" name="Text 5"/>
            <p:cNvSpPr/>
            <p:nvPr/>
          </p:nvSpPr>
          <p:spPr>
            <a:xfrm>
              <a:off x="792480" y="2231136"/>
              <a:ext cx="4998720" cy="1280160"/>
            </a:xfrm>
            <a:prstGeom prst="rect">
              <a:avLst/>
            </a:prstGeom>
            <a:grpFill/>
            <a:ln/>
          </p:spPr>
          <p:txBody>
            <a:bodyPr wrap="square" lIns="0" tIns="0" rIns="0" bIns="0" rtlCol="0" anchor="ctr"/>
            <a:lstStyle/>
            <a:p>
              <a:r>
                <a:rPr lang="en-US" sz="1600" dirty="0">
                  <a:solidFill>
                    <a:schemeClr val="bg1"/>
                  </a:solidFill>
                  <a:latin typeface="Calibri" pitchFamily="34" charset="0"/>
                  <a:ea typeface="Calibri" pitchFamily="34" charset="-122"/>
                  <a:cs typeface="Calibri" pitchFamily="34" charset="-120"/>
                </a:rPr>
                <a:t>Players compete against </a:t>
              </a:r>
              <a:r>
                <a:rPr lang="en-US" sz="1600" dirty="0" err="1">
                  <a:solidFill>
                    <a:schemeClr val="bg1"/>
                  </a:solidFill>
                  <a:latin typeface="Calibri" pitchFamily="34" charset="0"/>
                  <a:ea typeface="Calibri" pitchFamily="34" charset="-122"/>
                  <a:cs typeface="Calibri" pitchFamily="34" charset="-120"/>
                </a:rPr>
                <a:t>eachother</a:t>
              </a:r>
              <a:r>
                <a:rPr lang="en-US" sz="1600" dirty="0">
                  <a:solidFill>
                    <a:schemeClr val="bg1"/>
                  </a:solidFill>
                  <a:latin typeface="Calibri" pitchFamily="34" charset="0"/>
                  <a:ea typeface="Calibri" pitchFamily="34" charset="-122"/>
                  <a:cs typeface="Calibri" pitchFamily="34" charset="-120"/>
                </a:rPr>
                <a:t>. </a:t>
              </a:r>
              <a:r>
                <a:rPr lang="en-US" sz="1600" dirty="0" err="1">
                  <a:solidFill>
                    <a:schemeClr val="bg1"/>
                  </a:solidFill>
                  <a:latin typeface="Calibri" pitchFamily="34" charset="0"/>
                  <a:ea typeface="Calibri" pitchFamily="34" charset="-122"/>
                  <a:cs typeface="Calibri" pitchFamily="34" charset="-120"/>
                </a:rPr>
                <a:t>Eg:Chess</a:t>
              </a:r>
              <a:endParaRPr lang="en-US" sz="1600" dirty="0">
                <a:solidFill>
                  <a:schemeClr val="bg1"/>
                </a:solidFill>
              </a:endParaRPr>
            </a:p>
          </p:txBody>
        </p:sp>
        <p:sp>
          <p:nvSpPr>
            <p:cNvPr id="10" name="Text 8"/>
            <p:cNvSpPr/>
            <p:nvPr/>
          </p:nvSpPr>
          <p:spPr>
            <a:xfrm>
              <a:off x="6644640" y="1670304"/>
              <a:ext cx="4998720" cy="487680"/>
            </a:xfrm>
            <a:prstGeom prst="rect">
              <a:avLst/>
            </a:prstGeom>
            <a:grpFill/>
            <a:ln/>
          </p:spPr>
          <p:txBody>
            <a:bodyPr wrap="square" lIns="0" tIns="0" rIns="0" bIns="0" rtlCol="0" anchor="ctr"/>
            <a:lstStyle/>
            <a:p>
              <a:r>
                <a:rPr lang="en-US" sz="2000" b="1" dirty="0">
                  <a:solidFill>
                    <a:schemeClr val="bg1"/>
                  </a:solidFill>
                </a:rPr>
                <a:t>Cooperative Games</a:t>
              </a:r>
            </a:p>
          </p:txBody>
        </p:sp>
        <p:sp>
          <p:nvSpPr>
            <p:cNvPr id="11" name="Text 9"/>
            <p:cNvSpPr/>
            <p:nvPr/>
          </p:nvSpPr>
          <p:spPr>
            <a:xfrm>
              <a:off x="6644640" y="2231136"/>
              <a:ext cx="4998720" cy="1280160"/>
            </a:xfrm>
            <a:prstGeom prst="rect">
              <a:avLst/>
            </a:prstGeom>
            <a:grpFill/>
            <a:ln/>
          </p:spPr>
          <p:txBody>
            <a:bodyPr wrap="square" lIns="0" tIns="0" rIns="0" bIns="0" rtlCol="0" anchor="ctr"/>
            <a:lstStyle/>
            <a:p>
              <a:r>
                <a:rPr lang="en-US" sz="1600" dirty="0">
                  <a:solidFill>
                    <a:schemeClr val="bg1"/>
                  </a:solidFill>
                </a:rPr>
                <a:t>Players work together to achieve goals. </a:t>
              </a:r>
              <a:r>
                <a:rPr lang="en-US" sz="1600" dirty="0" err="1">
                  <a:solidFill>
                    <a:schemeClr val="bg1"/>
                  </a:solidFill>
                </a:rPr>
                <a:t>Eg:Multi-agent</a:t>
              </a:r>
              <a:r>
                <a:rPr lang="en-US" sz="1600" dirty="0">
                  <a:solidFill>
                    <a:schemeClr val="bg1"/>
                  </a:solidFill>
                </a:rPr>
                <a:t> team work games</a:t>
              </a:r>
            </a:p>
          </p:txBody>
        </p:sp>
      </p:grpSp>
    </p:spTree>
    <p:extLst>
      <p:ext uri="{BB962C8B-B14F-4D97-AF65-F5344CB8AC3E}">
        <p14:creationId xmlns:p14="http://schemas.microsoft.com/office/powerpoint/2010/main" val="15229769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2809-52B7-D127-9FCF-F783E088DD77}"/>
              </a:ext>
            </a:extLst>
          </p:cNvPr>
          <p:cNvSpPr>
            <a:spLocks noGrp="1"/>
          </p:cNvSpPr>
          <p:nvPr>
            <p:ph type="ctrTitle"/>
          </p:nvPr>
        </p:nvSpPr>
        <p:spPr/>
        <p:txBody>
          <a:bodyPr/>
          <a:lstStyle/>
          <a:p>
            <a:r>
              <a:rPr lang="en-US" dirty="0"/>
              <a:t>Mini-Max Search</a:t>
            </a:r>
          </a:p>
        </p:txBody>
      </p:sp>
      <p:sp>
        <p:nvSpPr>
          <p:cNvPr id="3" name="Subtitle 2">
            <a:extLst>
              <a:ext uri="{FF2B5EF4-FFF2-40B4-BE49-F238E27FC236}">
                <a16:creationId xmlns:a16="http://schemas.microsoft.com/office/drawing/2014/main" id="{C7199EEF-AFA2-7B1E-2F29-C98810D2A40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182382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E63BF0-C2F6-7F18-D0A1-4E6B8471AF5D}"/>
              </a:ext>
            </a:extLst>
          </p:cNvPr>
          <p:cNvSpPr>
            <a:spLocks noGrp="1"/>
          </p:cNvSpPr>
          <p:nvPr>
            <p:ph type="title"/>
          </p:nvPr>
        </p:nvSpPr>
        <p:spPr>
          <a:xfrm>
            <a:off x="1261871" y="365760"/>
            <a:ext cx="9858383" cy="1325562"/>
          </a:xfrm>
        </p:spPr>
        <p:txBody>
          <a:bodyPr>
            <a:normAutofit/>
          </a:bodyPr>
          <a:lstStyle/>
          <a:p>
            <a:r>
              <a:rPr lang="en-US" dirty="0"/>
              <a:t>Introduction</a:t>
            </a:r>
          </a:p>
        </p:txBody>
      </p:sp>
      <p:sp>
        <p:nvSpPr>
          <p:cNvPr id="16" name="Rectangle 15">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8" name="Content Placeholder 2">
            <a:extLst>
              <a:ext uri="{FF2B5EF4-FFF2-40B4-BE49-F238E27FC236}">
                <a16:creationId xmlns:a16="http://schemas.microsoft.com/office/drawing/2014/main" id="{5894310E-1C5C-2CB0-8858-C9A28634BC96}"/>
              </a:ext>
            </a:extLst>
          </p:cNvPr>
          <p:cNvGraphicFramePr>
            <a:graphicFrameLocks noGrp="1"/>
          </p:cNvGraphicFramePr>
          <p:nvPr>
            <p:ph idx="1"/>
            <p:extLst>
              <p:ext uri="{D42A27DB-BD31-4B8C-83A1-F6EECF244321}">
                <p14:modId xmlns:p14="http://schemas.microsoft.com/office/powerpoint/2010/main" val="2993404766"/>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9443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F1B3-E906-1111-9BB4-22FDAFFBF6F0}"/>
              </a:ext>
            </a:extLst>
          </p:cNvPr>
          <p:cNvSpPr>
            <a:spLocks noGrp="1"/>
          </p:cNvSpPr>
          <p:nvPr>
            <p:ph type="title"/>
          </p:nvPr>
        </p:nvSpPr>
        <p:spPr/>
        <p:txBody>
          <a:bodyPr/>
          <a:lstStyle/>
          <a:p>
            <a:r>
              <a:rPr lang="en-US" dirty="0"/>
              <a:t>How it works?</a:t>
            </a:r>
          </a:p>
        </p:txBody>
      </p:sp>
      <p:graphicFrame>
        <p:nvGraphicFramePr>
          <p:cNvPr id="5" name="Content Placeholder 2">
            <a:extLst>
              <a:ext uri="{FF2B5EF4-FFF2-40B4-BE49-F238E27FC236}">
                <a16:creationId xmlns:a16="http://schemas.microsoft.com/office/drawing/2014/main" id="{DA0DB28B-4EA8-E668-A3A9-B2842ED8D382}"/>
              </a:ext>
            </a:extLst>
          </p:cNvPr>
          <p:cNvGraphicFramePr>
            <a:graphicFrameLocks noGrp="1"/>
          </p:cNvGraphicFramePr>
          <p:nvPr>
            <p:ph idx="1"/>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90331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4A511-D004-ACF4-7BC2-97DF158A3213}"/>
              </a:ext>
            </a:extLst>
          </p:cNvPr>
          <p:cNvSpPr>
            <a:spLocks noGrp="1"/>
          </p:cNvSpPr>
          <p:nvPr>
            <p:ph type="title"/>
          </p:nvPr>
        </p:nvSpPr>
        <p:spPr/>
        <p:txBody>
          <a:bodyPr/>
          <a:lstStyle/>
          <a:p>
            <a:r>
              <a:rPr lang="en-US" dirty="0"/>
              <a:t>Min-Max Search</a:t>
            </a:r>
          </a:p>
        </p:txBody>
      </p:sp>
      <p:pic>
        <p:nvPicPr>
          <p:cNvPr id="1026" name="Picture 2" descr="Minimax Algorithm for Beginners. Short Introduction | by Taha Öztürk |  Artificial Intelligence in Plain English">
            <a:extLst>
              <a:ext uri="{FF2B5EF4-FFF2-40B4-BE49-F238E27FC236}">
                <a16:creationId xmlns:a16="http://schemas.microsoft.com/office/drawing/2014/main" id="{EF01A329-9E41-A800-3426-DEDDAF0CEC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0400" y="1825625"/>
            <a:ext cx="5329234" cy="476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986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E62ABA-5D05-C47B-24E3-F1130A4047D2}"/>
              </a:ext>
            </a:extLst>
          </p:cNvPr>
          <p:cNvSpPr>
            <a:spLocks noGrp="1"/>
          </p:cNvSpPr>
          <p:nvPr>
            <p:ph type="title"/>
          </p:nvPr>
        </p:nvSpPr>
        <p:spPr>
          <a:xfrm>
            <a:off x="566058" y="836023"/>
            <a:ext cx="2718788" cy="5183777"/>
          </a:xfrm>
        </p:spPr>
        <p:txBody>
          <a:bodyPr anchor="ctr">
            <a:normAutofit/>
          </a:bodyPr>
          <a:lstStyle/>
          <a:p>
            <a:r>
              <a:rPr lang="en-US" sz="3600">
                <a:solidFill>
                  <a:srgbClr val="FFFFFF"/>
                </a:solidFill>
              </a:rPr>
              <a:t>Alpha-Beta Pruning</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2759ACF0-71EE-6B7E-8070-45C34D08DB08}"/>
              </a:ext>
            </a:extLst>
          </p:cNvPr>
          <p:cNvGraphicFramePr>
            <a:graphicFrameLocks noGrp="1"/>
          </p:cNvGraphicFramePr>
          <p:nvPr>
            <p:ph idx="1"/>
            <p:extLst>
              <p:ext uri="{D42A27DB-BD31-4B8C-83A1-F6EECF244321}">
                <p14:modId xmlns:p14="http://schemas.microsoft.com/office/powerpoint/2010/main" val="2940508341"/>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5765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782F7E-C62A-CCFB-75A9-417B84B05510}"/>
              </a:ext>
            </a:extLst>
          </p:cNvPr>
          <p:cNvSpPr>
            <a:spLocks noGrp="1"/>
          </p:cNvSpPr>
          <p:nvPr>
            <p:ph type="title"/>
          </p:nvPr>
        </p:nvSpPr>
        <p:spPr>
          <a:xfrm>
            <a:off x="1261871" y="365760"/>
            <a:ext cx="9858383" cy="1325562"/>
          </a:xfrm>
        </p:spPr>
        <p:txBody>
          <a:bodyPr>
            <a:normAutofit/>
          </a:bodyPr>
          <a:lstStyle/>
          <a:p>
            <a:r>
              <a:rPr lang="en-US" dirty="0"/>
              <a:t>How it Works?</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26DDC0B-BA05-0BA8-1791-F519A91F8F49}"/>
              </a:ext>
            </a:extLst>
          </p:cNvPr>
          <p:cNvGraphicFramePr>
            <a:graphicFrameLocks noGrp="1"/>
          </p:cNvGraphicFramePr>
          <p:nvPr>
            <p:ph idx="1"/>
            <p:extLst>
              <p:ext uri="{D42A27DB-BD31-4B8C-83A1-F6EECF244321}">
                <p14:modId xmlns:p14="http://schemas.microsoft.com/office/powerpoint/2010/main" val="990773567"/>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6317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0450-6768-1045-0254-B81405EC287A}"/>
              </a:ext>
            </a:extLst>
          </p:cNvPr>
          <p:cNvSpPr>
            <a:spLocks noGrp="1"/>
          </p:cNvSpPr>
          <p:nvPr>
            <p:ph type="title"/>
          </p:nvPr>
        </p:nvSpPr>
        <p:spPr/>
        <p:txBody>
          <a:bodyPr/>
          <a:lstStyle/>
          <a:p>
            <a:r>
              <a:rPr lang="en-US" dirty="0"/>
              <a:t>Old is Gold Question</a:t>
            </a:r>
          </a:p>
        </p:txBody>
      </p:sp>
      <p:pic>
        <p:nvPicPr>
          <p:cNvPr id="5" name="Content Placeholder 4">
            <a:extLst>
              <a:ext uri="{FF2B5EF4-FFF2-40B4-BE49-F238E27FC236}">
                <a16:creationId xmlns:a16="http://schemas.microsoft.com/office/drawing/2014/main" id="{95987A2A-6BDB-2061-C5F3-CE3FA98117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21246" y="1916084"/>
            <a:ext cx="8149507" cy="3646516"/>
          </a:xfrm>
        </p:spPr>
      </p:pic>
    </p:spTree>
    <p:extLst>
      <p:ext uri="{BB962C8B-B14F-4D97-AF65-F5344CB8AC3E}">
        <p14:creationId xmlns:p14="http://schemas.microsoft.com/office/powerpoint/2010/main" val="2218163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437804-477A-95A8-94BA-192F92CBDE3F}"/>
              </a:ext>
            </a:extLst>
          </p:cNvPr>
          <p:cNvSpPr>
            <a:spLocks noGrp="1"/>
          </p:cNvSpPr>
          <p:nvPr>
            <p:ph type="title"/>
          </p:nvPr>
        </p:nvSpPr>
        <p:spPr>
          <a:xfrm>
            <a:off x="1261871" y="365760"/>
            <a:ext cx="9858383" cy="1325562"/>
          </a:xfrm>
        </p:spPr>
        <p:txBody>
          <a:bodyPr>
            <a:normAutofit/>
          </a:bodyPr>
          <a:lstStyle/>
          <a:p>
            <a:r>
              <a:rPr lang="en-US" dirty="0"/>
              <a:t>Constraint Satisfaction Problem</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A72B85B-7F69-49B0-BEC8-552F7239D249}"/>
              </a:ext>
            </a:extLst>
          </p:cNvPr>
          <p:cNvGraphicFramePr>
            <a:graphicFrameLocks noGrp="1"/>
          </p:cNvGraphicFramePr>
          <p:nvPr>
            <p:ph idx="1"/>
            <p:extLst>
              <p:ext uri="{D42A27DB-BD31-4B8C-83A1-F6EECF244321}">
                <p14:modId xmlns:p14="http://schemas.microsoft.com/office/powerpoint/2010/main" val="989528739"/>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99149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B762B7-4BB2-92FF-5B78-DF8D7E198625}"/>
              </a:ext>
            </a:extLst>
          </p:cNvPr>
          <p:cNvSpPr>
            <a:spLocks noGrp="1"/>
          </p:cNvSpPr>
          <p:nvPr>
            <p:ph type="title"/>
          </p:nvPr>
        </p:nvSpPr>
        <p:spPr>
          <a:xfrm>
            <a:off x="1261871" y="365760"/>
            <a:ext cx="9858383" cy="1325562"/>
          </a:xfrm>
        </p:spPr>
        <p:txBody>
          <a:bodyPr>
            <a:normAutofit/>
          </a:bodyPr>
          <a:lstStyle/>
          <a:p>
            <a:r>
              <a:rPr lang="en-US" dirty="0"/>
              <a:t>Map Coloring Problem</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E32E76F-BE12-9BFA-F88C-1499C0049AB9}"/>
              </a:ext>
            </a:extLst>
          </p:cNvPr>
          <p:cNvGraphicFramePr>
            <a:graphicFrameLocks noGrp="1"/>
          </p:cNvGraphicFramePr>
          <p:nvPr>
            <p:ph idx="1"/>
            <p:extLst>
              <p:ext uri="{D42A27DB-BD31-4B8C-83A1-F6EECF244321}">
                <p14:modId xmlns:p14="http://schemas.microsoft.com/office/powerpoint/2010/main" val="2355885709"/>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9657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D4B7-553E-3677-1B6B-D7E50CD6E038}"/>
              </a:ext>
            </a:extLst>
          </p:cNvPr>
          <p:cNvSpPr>
            <a:spLocks noGrp="1"/>
          </p:cNvSpPr>
          <p:nvPr>
            <p:ph type="title"/>
          </p:nvPr>
        </p:nvSpPr>
        <p:spPr/>
        <p:txBody>
          <a:bodyPr/>
          <a:lstStyle/>
          <a:p>
            <a:r>
              <a:rPr lang="en-US" dirty="0"/>
              <a:t>Map Coloring Problem</a:t>
            </a:r>
          </a:p>
        </p:txBody>
      </p:sp>
      <p:pic>
        <p:nvPicPr>
          <p:cNvPr id="5" name="Content Placeholder 4">
            <a:extLst>
              <a:ext uri="{FF2B5EF4-FFF2-40B4-BE49-F238E27FC236}">
                <a16:creationId xmlns:a16="http://schemas.microsoft.com/office/drawing/2014/main" id="{39579B46-126A-EFCB-DBAD-611ADD030F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0056" y="2291779"/>
            <a:ext cx="7038980" cy="3621341"/>
          </a:xfrm>
        </p:spPr>
      </p:pic>
    </p:spTree>
    <p:extLst>
      <p:ext uri="{BB962C8B-B14F-4D97-AF65-F5344CB8AC3E}">
        <p14:creationId xmlns:p14="http://schemas.microsoft.com/office/powerpoint/2010/main" val="26552615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6D7196-E4AC-09E1-1D04-13E11E0BF5A0}"/>
              </a:ext>
            </a:extLst>
          </p:cNvPr>
          <p:cNvSpPr>
            <a:spLocks noGrp="1"/>
          </p:cNvSpPr>
          <p:nvPr>
            <p:ph type="title"/>
          </p:nvPr>
        </p:nvSpPr>
        <p:spPr>
          <a:xfrm>
            <a:off x="566058" y="836023"/>
            <a:ext cx="2718788" cy="5183777"/>
          </a:xfrm>
        </p:spPr>
        <p:txBody>
          <a:bodyPr anchor="ctr">
            <a:normAutofit/>
          </a:bodyPr>
          <a:lstStyle/>
          <a:p>
            <a:r>
              <a:rPr lang="en-US" sz="3600">
                <a:solidFill>
                  <a:srgbClr val="FFFFFF"/>
                </a:solidFill>
              </a:rPr>
              <a:t>Explanation</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7485108-E2D2-0F84-D918-CEAA05FD91F2}"/>
              </a:ext>
            </a:extLst>
          </p:cNvPr>
          <p:cNvGraphicFramePr>
            <a:graphicFrameLocks noGrp="1"/>
          </p:cNvGraphicFramePr>
          <p:nvPr>
            <p:ph idx="1"/>
            <p:extLst>
              <p:ext uri="{D42A27DB-BD31-4B8C-83A1-F6EECF244321}">
                <p14:modId xmlns:p14="http://schemas.microsoft.com/office/powerpoint/2010/main" val="2368342291"/>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4267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15C6-647C-24BC-E821-EAD56A23B9A1}"/>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9672503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22*437"/>
  <p:tag name="TABLE_ENDDRAG_RECT" val="48*132*422*437"/>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97*257"/>
  <p:tag name="TABLE_ENDDRAG_RECT" val="47*214*297*257"/>
</p:tagLst>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TM03457515[[fn=View]]</Template>
  <TotalTime>175</TotalTime>
  <Words>3517</Words>
  <Application>Microsoft Office PowerPoint</Application>
  <PresentationFormat>Widescreen</PresentationFormat>
  <Paragraphs>454</Paragraphs>
  <Slides>61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Arial</vt:lpstr>
      <vt:lpstr>Calibri</vt:lpstr>
      <vt:lpstr>Century Schoolbook</vt:lpstr>
      <vt:lpstr>Georgia</vt:lpstr>
      <vt:lpstr>Times New Roman</vt:lpstr>
      <vt:lpstr>Wingdings 2</vt:lpstr>
      <vt:lpstr>View</vt:lpstr>
      <vt:lpstr>    Unit-3       Problem Solving by Searching</vt:lpstr>
      <vt:lpstr>Search in AI</vt:lpstr>
      <vt:lpstr>Problem-Solving Agents</vt:lpstr>
      <vt:lpstr>Well-defined Problems</vt:lpstr>
      <vt:lpstr>PowerPoint Presentation</vt:lpstr>
      <vt:lpstr>PowerPoint Presentation</vt:lpstr>
      <vt:lpstr>Search Strategies</vt:lpstr>
      <vt:lpstr>Uninformed Search</vt:lpstr>
      <vt:lpstr>Types of Uninformed Search</vt:lpstr>
      <vt:lpstr>Breadth First Search (BFS)</vt:lpstr>
      <vt:lpstr>PowerPoint Presentation</vt:lpstr>
      <vt:lpstr>Depth First Search (DFS)</vt:lpstr>
      <vt:lpstr>PowerPoint Presentation</vt:lpstr>
      <vt:lpstr>Depth Limited Search (DLS)</vt:lpstr>
      <vt:lpstr>PowerPoint Presentation</vt:lpstr>
      <vt:lpstr>Iterative Deepening DFS (IDDFS)</vt:lpstr>
      <vt:lpstr>PowerPoint Presentation</vt:lpstr>
      <vt:lpstr>Uniform Cost Search (UCS)</vt:lpstr>
      <vt:lpstr>PowerPoint Presentation</vt:lpstr>
      <vt:lpstr>Bidirectional Search</vt:lpstr>
      <vt:lpstr>PowerPoint Presentation</vt:lpstr>
      <vt:lpstr>Concepts of Informed Search</vt:lpstr>
      <vt:lpstr>How Decision Are Made : Evaluation Function(f)</vt:lpstr>
      <vt:lpstr>Strategies of Informed Search</vt:lpstr>
      <vt:lpstr>Greedy Best-First Search (GBFS) </vt:lpstr>
      <vt:lpstr>Step-by-Step Process</vt:lpstr>
      <vt:lpstr>PowerPoint Presentation</vt:lpstr>
      <vt:lpstr>Advantages of GBFS</vt:lpstr>
      <vt:lpstr>Disadvantages of GBFS</vt:lpstr>
      <vt:lpstr>A*Search</vt:lpstr>
      <vt:lpstr>Step-by-Step Process</vt:lpstr>
      <vt:lpstr>PowerPoint Presentation</vt:lpstr>
      <vt:lpstr>Advantages of A* Search</vt:lpstr>
      <vt:lpstr>Disadvantages of A* Search</vt:lpstr>
      <vt:lpstr>Conclusion</vt:lpstr>
      <vt:lpstr>Local Search &amp; Optimization</vt:lpstr>
      <vt:lpstr>Hill Climbing Search</vt:lpstr>
      <vt:lpstr>Hill Climbing: Global Heuristic function</vt:lpstr>
      <vt:lpstr>Hill Climbing: Global Heuristic function</vt:lpstr>
      <vt:lpstr>Drawbacks of Hill Climbing — Local Maxima</vt:lpstr>
      <vt:lpstr>Drawbacks of Hill Climbing — Plateaus</vt:lpstr>
      <vt:lpstr>Drawbacks of Hill Climbing — Ridges</vt:lpstr>
      <vt:lpstr>Simulated Annealing</vt:lpstr>
      <vt:lpstr>Simulated Annealing — Algorithm</vt:lpstr>
      <vt:lpstr>PowerPoint Presentation</vt:lpstr>
      <vt:lpstr>PowerPoint Presentation</vt:lpstr>
      <vt:lpstr>PowerPoint Presentation</vt:lpstr>
      <vt:lpstr>PowerPoint Presentation</vt:lpstr>
      <vt:lpstr>PowerPoint Presentation</vt:lpstr>
      <vt:lpstr>Mini-Max Search</vt:lpstr>
      <vt:lpstr>Introduction</vt:lpstr>
      <vt:lpstr>How it works?</vt:lpstr>
      <vt:lpstr>Min-Max Search</vt:lpstr>
      <vt:lpstr>Alpha-Beta Pruning</vt:lpstr>
      <vt:lpstr>How it Works?</vt:lpstr>
      <vt:lpstr>Old is Gold Question</vt:lpstr>
      <vt:lpstr>Constraint Satisfaction Problem</vt:lpstr>
      <vt:lpstr>Map Coloring Problem</vt:lpstr>
      <vt:lpstr>Map Coloring Problem</vt:lpstr>
      <vt:lpstr>Explanation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Isumi Miyamura</dc:creator>
  <cp:lastModifiedBy>Isumi Miyamura</cp:lastModifiedBy>
  <cp:revision>7</cp:revision>
  <dcterms:created xsi:type="dcterms:W3CDTF">2026-04-09T05:59:47Z</dcterms:created>
  <dcterms:modified xsi:type="dcterms:W3CDTF">2026-04-09T09:34:47Z</dcterms:modified>
</cp:coreProperties>
</file>