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8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06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?>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DBEAFE">
              <a:alpha val="45000"/>
            </a:srgbClr>
          </a:solidFill>
          <a:ln w="12700">
            <a:solidFill>
              <a:srgbClr val="DBEAF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1D6FED">
              <a:alpha val="30000"/>
            </a:srgbClr>
          </a:solidFill>
          <a:ln w="12700">
            <a:solidFill>
              <a:srgbClr val="1D6F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00200"/>
            <a:ext cx="2377440" cy="310896"/>
          </a:xfrm>
          <a:prstGeom prst="rect">
            <a:avLst/>
          </a:prstGeom>
          <a:solidFill>
            <a:srgbClr val="DBEAFE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3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JAVASCRIPT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3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457200" y="35478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React-Based Property Listing Platform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Siddhartha Shakya   2026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3200400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973568" y="3200400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174736" y="3200400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375904" y="3200400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577072" y="3200400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772400" y="3401568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973568" y="3401568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174736" y="3401568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375904" y="3401568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577072" y="3401568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772400" y="3602736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973568" y="3602736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174736" y="3602736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375904" y="3602736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577072" y="3602736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772400" y="3803904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973568" y="3803904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174736" y="3803904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375904" y="3803904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577072" y="3803904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772400" y="4005072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973568" y="4005072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8174736" y="4005072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8375904" y="4005072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577072" y="4005072"/>
            <a:ext cx="54864" cy="54864"/>
          </a:xfrm>
          <a:prstGeom prst="ellipse">
            <a:avLst/>
          </a:prstGeom>
          <a:solidFill>
            <a:srgbClr val="3B7CF6">
              <a:alpha val="60000"/>
            </a:srgbClr>
          </a:solidFill>
          <a:ln w="12700">
            <a:solidFill>
              <a:srgbClr val="3B7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896112"/>
            <a:ext cx="8065008" cy="36576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937760" cy="365760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modern, fully responsive real estate platform built with </a:t>
            </a:r>
            <a:r>
              <a:rPr lang="en-US" sz="1250" b="1" dirty="0">
                <a:solidFill>
                  <a:srgbClr val="3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Vite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that allows users to browse and explore property listings with a smooth, intuitive experience.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is a high-demand industry benefiting greatly from well-designed digital interfaces. This project simulates a production-grade property listing app — applying modern frontend best practices.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0" y="1005840"/>
            <a:ext cx="3291840" cy="10515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23444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0" y="1143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Browsing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listings with rich details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2240280"/>
            <a:ext cx="3291840" cy="10515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4688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1792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Blazing Fast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17920" y="27157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Vite for instant HMR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0" y="3474720"/>
            <a:ext cx="3291840" cy="10515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7033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UI/UX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3950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responsive, mobile-first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896112"/>
            <a:ext cx="8065008" cy="36576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011680" cy="17373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8056" y="1188720"/>
            <a:ext cx="548640" cy="548640"/>
          </a:xfrm>
          <a:prstGeom prst="ellipse">
            <a:avLst/>
          </a:prstGeom>
          <a:solidFill>
            <a:srgbClr val="EDF2FF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2527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06424" y="12070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" y="182880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 library for building interactive interfaces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50592" y="987552"/>
            <a:ext cx="2011680" cy="17373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78608" y="1188720"/>
            <a:ext cx="548640" cy="548640"/>
          </a:xfrm>
          <a:prstGeom prst="ellipse">
            <a:avLst/>
          </a:prstGeom>
          <a:solidFill>
            <a:srgbClr val="EDF2FF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16" y="125272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36976" y="12070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69464" y="182880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frontend build tool with blazing fast HMR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81144" y="987552"/>
            <a:ext cx="2011680" cy="17373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09160" y="1188720"/>
            <a:ext cx="548640" cy="548640"/>
          </a:xfrm>
          <a:prstGeom prst="ellipse">
            <a:avLst/>
          </a:prstGeom>
          <a:solidFill>
            <a:srgbClr val="EDF2FF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25272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67528" y="12070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00016" y="182880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scripting language powering all app logic and interactions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711696" y="987552"/>
            <a:ext cx="2011680" cy="17373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839712" y="1188720"/>
            <a:ext cx="548640" cy="548640"/>
          </a:xfrm>
          <a:prstGeom prst="ellipse">
            <a:avLst/>
          </a:prstGeom>
          <a:solidFill>
            <a:srgbClr val="EDF2FF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25272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12070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30568" y="182880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 framework for rapid, responsive UI styling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21208" y="2907792"/>
            <a:ext cx="2560320" cy="17373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67512" y="3108960"/>
            <a:ext cx="594360" cy="594360"/>
          </a:xfrm>
          <a:prstGeom prst="ellipse">
            <a:avLst/>
          </a:prstGeom>
          <a:solidFill>
            <a:srgbClr val="EDF2FF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3182112"/>
            <a:ext cx="448056" cy="4480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89888" y="31272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67512" y="376732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 structure for the web application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291840" y="2907792"/>
            <a:ext cx="2560320" cy="17373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3438144" y="3108960"/>
            <a:ext cx="594360" cy="594360"/>
          </a:xfrm>
          <a:prstGeom prst="ellipse">
            <a:avLst/>
          </a:prstGeom>
          <a:solidFill>
            <a:srgbClr val="EDF2FF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1296" y="3182112"/>
            <a:ext cx="448056" cy="4480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160520" y="31272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438144" y="376732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styling with flexbox, grid, and responsive design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062472" y="2907792"/>
            <a:ext cx="2560320" cy="173736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6208776" y="3108960"/>
            <a:ext cx="594360" cy="594360"/>
          </a:xfrm>
          <a:prstGeom prst="ellipse">
            <a:avLst/>
          </a:prstGeom>
          <a:solidFill>
            <a:srgbClr val="EDF2FF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1928" y="3182112"/>
            <a:ext cx="448056" cy="4480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931152" y="312724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208776" y="376732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tool enforcing code quality and consistency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896112"/>
            <a:ext cx="8065008" cy="36576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297680" cy="38404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042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react-real-state-app/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38988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158648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178308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components/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197967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box/  card/  chat/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17627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features/  filter/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37286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footer/  list/  map/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256946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markerPin/  navbar/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76606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searchBar/  slider/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296265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lib/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15925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35584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homePage/  layout/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355244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listPage/  loginPage/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374904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profilePage/ signupPage/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394563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singlePage/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" y="4142232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E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App.jsx  index.css  main.jsx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4338828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 vite.config.js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4535424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  eslint.config.js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64608" y="960120"/>
            <a:ext cx="3913632" cy="65836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64608" y="960120"/>
            <a:ext cx="45720" cy="658368"/>
          </a:xfrm>
          <a:prstGeom prst="rect">
            <a:avLst/>
          </a:prstGeom>
          <a:solidFill>
            <a:srgbClr val="3B7CF6"/>
          </a:solidFill>
          <a:ln w="12700">
            <a:solidFill>
              <a:srgbClr val="3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1097280"/>
            <a:ext cx="329184" cy="32918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94960" y="1024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394960" y="12984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UI components — box, card, chat, features, filter, footer, list, map, markerPin, navbar, searchBar, slider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64608" y="1728216"/>
            <a:ext cx="3913632" cy="65836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64608" y="1728216"/>
            <a:ext cx="4572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865376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394960" y="17922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5394960" y="20665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page routes — homePage, listPage, loginPage, profilePage, signupPage, singlePage, layout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864608" y="2496312"/>
            <a:ext cx="3913632" cy="65836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864608" y="2496312"/>
            <a:ext cx="4572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2633472"/>
            <a:ext cx="329184" cy="32918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394960" y="25603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5394960" y="28346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utilities, helpers, and API logic used across the application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864608" y="3264408"/>
            <a:ext cx="3913632" cy="65836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4864608" y="3264408"/>
            <a:ext cx="45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401568"/>
            <a:ext cx="329184" cy="32918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394960" y="332841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5394960" y="360273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· main.jsx · index.css — application entry point, root component &amp; global styles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4864608" y="4032504"/>
            <a:ext cx="3913632" cy="65836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4864608" y="4032504"/>
            <a:ext cx="4572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4336" y="4169664"/>
            <a:ext cx="329184" cy="329184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394960" y="40965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Files</a:t>
            </a:r>
            <a:endParaRPr lang="en-US" sz="1150" dirty="0"/>
          </a:p>
        </p:txBody>
      </p:sp>
      <p:sp>
        <p:nvSpPr>
          <p:cNvPr id="48" name="Text 41"/>
          <p:cNvSpPr/>
          <p:nvPr/>
        </p:nvSpPr>
        <p:spPr>
          <a:xfrm>
            <a:off x="5394960" y="437083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vite.config.js · eslint.config.js · package.json — tooling and dependency configuration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896112"/>
            <a:ext cx="8065008" cy="36576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114300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1143000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801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 Interface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51560" y="14813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Beautifully designed property cards showcasing key details: price, location, bedrooms, and photos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00600" y="1005840"/>
            <a:ext cx="4160520" cy="114300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00600" y="1005840"/>
            <a:ext cx="54864" cy="1143000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280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1338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0" y="14813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mobile-friendly layout that adapts seamlessly across phones, tablets, and desktops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2377440"/>
            <a:ext cx="4160520" cy="114300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2377440"/>
            <a:ext cx="54864" cy="1143000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26517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25054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Performance via Vite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51560" y="28529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hot module replacement and optimized production builds with Vite bundler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00600" y="2377440"/>
            <a:ext cx="4160520" cy="114300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00600" y="2377440"/>
            <a:ext cx="54864" cy="1143000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26517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5054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UI/UX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0" y="28529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contemporary visual design with smooth interactions and intuitive navigation flows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65760" y="3749040"/>
            <a:ext cx="4160520" cy="114300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65760" y="3749040"/>
            <a:ext cx="54864" cy="1143000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02336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38770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React Components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051560" y="42245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 library enabling DRY code and effortless feature extensions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800600" y="3749040"/>
            <a:ext cx="4160520" cy="114300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800600" y="3749040"/>
            <a:ext cx="54864" cy="1143000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402336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87705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Navigation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0" y="42245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single-page app transitions delivering a native-app-like browsing experience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Concepts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896112"/>
            <a:ext cx="8065008" cy="36576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68580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9184" y="987552"/>
            <a:ext cx="2011680" cy="148132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9184" y="987552"/>
            <a:ext cx="45720" cy="14813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38912" y="10424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8912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8912" y="15361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Self-contained, reusable building blocks of the UI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02336" y="1938528"/>
            <a:ext cx="1828800" cy="457200"/>
          </a:xfrm>
          <a:prstGeom prst="rect">
            <a:avLst/>
          </a:prstGeom>
          <a:solidFill>
            <a:srgbClr val="F8FAFF"/>
          </a:solidFill>
          <a:ln w="635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0624" y="196596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 property }) { ... }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2450592" y="987552"/>
            <a:ext cx="2011680" cy="148132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450592" y="987552"/>
            <a:ext cx="45720" cy="14813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60320" y="10424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60320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560320" y="15361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data from parent to child cleanly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23744" y="1938528"/>
            <a:ext cx="1828800" cy="457200"/>
          </a:xfrm>
          <a:prstGeom prst="rect">
            <a:avLst/>
          </a:prstGeom>
          <a:solidFill>
            <a:srgbClr val="F8FAFF"/>
          </a:solidFill>
          <a:ln w="635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542032" y="196596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&lt;Card price={320000} beds={3} /&gt;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572000" y="987552"/>
            <a:ext cx="2011680" cy="148132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0" y="987552"/>
            <a:ext cx="45720" cy="14813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681728" y="10424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681728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(useState)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681728" y="15361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update dynamic data within components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645152" y="1938528"/>
            <a:ext cx="1828800" cy="457200"/>
          </a:xfrm>
          <a:prstGeom prst="rect">
            <a:avLst/>
          </a:prstGeom>
          <a:solidFill>
            <a:srgbClr val="F8FAFF"/>
          </a:solidFill>
          <a:ln w="635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663440" y="196596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[items, setItems] = useState([])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6693408" y="987552"/>
            <a:ext cx="2011680" cy="148132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693408" y="987552"/>
            <a:ext cx="45720" cy="14813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803136" y="10424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803136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Handling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803136" y="15361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user interactions like clicks and inputs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766560" y="1938528"/>
            <a:ext cx="1828800" cy="457200"/>
          </a:xfrm>
          <a:prstGeom prst="rect">
            <a:avLst/>
          </a:prstGeom>
          <a:solidFill>
            <a:srgbClr val="F8FAFF"/>
          </a:solidFill>
          <a:ln w="635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784848" y="196596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onClick={() =&gt; handleFilter(type)}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484632" y="2651760"/>
            <a:ext cx="2578608" cy="148132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84632" y="2651760"/>
            <a:ext cx="45720" cy="14813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94360" y="27066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9436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Structure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94360" y="3218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HTML-like syntax for declaring component UI trees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76072" y="3602736"/>
            <a:ext cx="2377440" cy="457200"/>
          </a:xfrm>
          <a:prstGeom prst="rect">
            <a:avLst/>
          </a:prstGeom>
          <a:solidFill>
            <a:srgbClr val="F8FAFF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03504" y="3630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&lt;div className='card'&gt;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...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&lt;/div&gt;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3282696" y="2651760"/>
            <a:ext cx="2578608" cy="148132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282696" y="2651760"/>
            <a:ext cx="45720" cy="14813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392424" y="27066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392424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Design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3392424" y="3218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 enabling DRY and scalable code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374136" y="3602736"/>
            <a:ext cx="2377440" cy="457200"/>
          </a:xfrm>
          <a:prstGeom prst="rect">
            <a:avLst/>
          </a:prstGeom>
          <a:solidFill>
            <a:srgbClr val="F8FAFF"/>
          </a:solidFill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3401568" y="3630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Navbar, Card }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from './components'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6080760" y="2651760"/>
            <a:ext cx="2578608" cy="148132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6080760" y="2651760"/>
            <a:ext cx="45720" cy="1481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190488" y="27066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190488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useNavigate</a:t>
            </a:r>
            <a:endParaRPr lang="en-US" sz="1150" dirty="0"/>
          </a:p>
        </p:txBody>
      </p:sp>
      <p:sp>
        <p:nvSpPr>
          <p:cNvPr id="52" name="Text 49"/>
          <p:cNvSpPr/>
          <p:nvPr/>
        </p:nvSpPr>
        <p:spPr>
          <a:xfrm>
            <a:off x="6190488" y="3218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hook for programmatic page navigation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6172200" y="3602736"/>
            <a:ext cx="237744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199632" y="36301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navigate = useNavigate()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navigate('/listings')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896112"/>
            <a:ext cx="8065008" cy="36576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8686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94760" y="10515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D6FED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0817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how to split the UI into the right-sized components without over- or under-engineering the hierarchy.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98848" y="1353312"/>
            <a:ext cx="146304" cy="146304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2029968"/>
            <a:ext cx="4069080" cy="8686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2029968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46720" y="20756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D6FED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00600" y="2121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43230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components to look great across very different screen sizes using CSS Flexbox and Grid.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98848" y="2377440"/>
            <a:ext cx="146304" cy="146304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54096"/>
            <a:ext cx="4069080" cy="8686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9476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D6FED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31455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Organisation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4564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project structure logical and navigable as the number of components and assets grew.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98848" y="3401568"/>
            <a:ext cx="146304" cy="146304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4078224"/>
            <a:ext cx="4069080" cy="8686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17720" y="4078224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41239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D6FED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00600" y="4169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4480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Abstracting enough logic into shared components without making them too rigid or too generic to use.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Implemented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896112"/>
            <a:ext cx="8065008" cy="36576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4124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841248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88720"/>
            <a:ext cx="411480" cy="41148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12801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097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Component Structure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43000" y="1426464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UI piece lives in its own file under /components, making code easy to locate, test, and reuse.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65760" y="1938528"/>
            <a:ext cx="8412480" cy="84124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365760" y="1938528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121408"/>
            <a:ext cx="411480" cy="411480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212848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43000" y="2029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React Workflow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1143000" y="235915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Vite's instant HMR and React's strict mode for a rapid feedback loop during development.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365760" y="2944368"/>
            <a:ext cx="8412480" cy="841248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365760" y="2944368"/>
            <a:ext cx="54864" cy="8412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127248"/>
            <a:ext cx="411480" cy="41148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218688"/>
            <a:ext cx="292608" cy="29260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143000" y="3035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Design Patterns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1143000" y="336499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components (Button, Card, Badge) act as building blocks composed into larger page sections.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896112"/>
            <a:ext cx="8065008" cy="36576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788920" cy="17830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39112" y="1097280"/>
            <a:ext cx="9144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39112" y="1097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0700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" y="175564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Node.js / Express API to serve real property data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19272" y="1005840"/>
            <a:ext cx="2788920" cy="17830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10912" y="1097280"/>
            <a:ext cx="9144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10912" y="1097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207008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0792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02152" y="175564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sign-up, login, and saved favourites for users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91072" y="1005840"/>
            <a:ext cx="2788920" cy="17830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982712" y="1097280"/>
            <a:ext cx="9144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3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982712" y="1097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207008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22592" y="1234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73952" y="175564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listings in MongoDB or PostgreSQL for persistent data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347472" y="3017520"/>
            <a:ext cx="2788920" cy="17830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2039112" y="3108960"/>
            <a:ext cx="9144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3B7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2039112" y="31089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18688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78992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0352" y="376732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sliders, bedroom count, city, and property type filters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319272" y="3017520"/>
            <a:ext cx="2788920" cy="17830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5010912" y="3108960"/>
            <a:ext cx="9144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010912" y="31089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3218688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50792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502152" y="376732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property suggestions based on user browsing history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291072" y="3017520"/>
            <a:ext cx="2788920" cy="17830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7982712" y="3108960"/>
            <a:ext cx="914400" cy="219456"/>
          </a:xfrm>
          <a:prstGeom prst="rect">
            <a:avLst/>
          </a:prstGeom>
          <a:solidFill>
            <a:srgbClr val="F8FA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7982712" y="31089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3218688"/>
            <a:ext cx="438912" cy="4389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22592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473952" y="3767328"/>
            <a:ext cx="2468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Vercel / AWS with CI/CD pipeline and custom domain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896112"/>
            <a:ext cx="8065008" cy="36576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053670"/>
            <a:ext cx="5120640" cy="374904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514387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responsive UI, reusable components, and a modern property listing experience.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5790" y="216009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real-world frontend architecture with clean code and industry-standard practices.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7474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✓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experience across the full frontend development lifecycle.</a:t>
            </a:r>
            <a:endParaRPr lang="en-US" sz="11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822960"/>
            <a:ext cx="777240" cy="7772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669280" y="1005840"/>
            <a:ext cx="3108960" cy="178308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85216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5216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React.js · Vite · JavaScript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521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Responsive Design · UI/UX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5216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Component Architecture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52160" y="2386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Frontend Best Practices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0" y="2907792"/>
            <a:ext cx="3108960" cy="1828800"/>
          </a:xfrm>
          <a:prstGeom prst="rect">
            <a:avLst/>
          </a:prstGeom>
          <a:solidFill>
            <a:srgbClr val="EDF2FF"/>
          </a:solidFill>
          <a:ln w="9525">
            <a:solidFill>
              <a:srgbClr val="1D6FED"/>
            </a:solidFill>
            <a:prstDash val="solid"/>
          </a:ln>
          <a:effectLst>
            <a:outerShdw blurRad="127000" dist="38100" dir="8100000" algn="bl" rotWithShape="0">
              <a:srgbClr val="1E293B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52160" y="29992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52160" y="3383280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frontend development with React is the industry standard for building fast, maintainable, and scalable web applications — a critical skill for any developer.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DBEAFE">
              <a:alpha val="60000"/>
            </a:srgbClr>
          </a:solidFill>
          <a:ln w="12700">
            <a:solidFill>
              <a:srgbClr val="DBEAF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D6FED">
              <a:alpha val="25000"/>
            </a:srgbClr>
          </a:solidFill>
          <a:ln w="12700">
            <a:solidFill>
              <a:srgbClr val="1D6F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114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91440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337560" y="3310128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703320" y="3310128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069080" y="3310128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34840" y="3310128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00600" y="3310128"/>
            <a:ext cx="109728" cy="109728"/>
          </a:xfrm>
          <a:prstGeom prst="ellipse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3547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Web Application  ·  React.js + Vite  ·  2026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D6FED"/>
          </a:solidFill>
          <a:ln w="12700">
            <a:solidFill>
              <a:srgbClr val="1D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Presented </a:t>
            </a: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Siddhartha Shakya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1015</Words>
  <Application>Microsoft Office PowerPoint</Application>
  <PresentationFormat>On-screen Show (16:9)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Web Application</dc:title>
  <dc:subject>PptxGenJS Presentation</dc:subject>
  <dc:creator>Developer</dc:creator>
  <cp:lastModifiedBy>Sinmbf Lost</cp:lastModifiedBy>
  <cp:revision>2</cp:revision>
  <dcterms:created xsi:type="dcterms:W3CDTF">2026-05-23T14:41:27Z</dcterms:created>
  <dcterms:modified xsi:type="dcterms:W3CDTF">2026-05-23T15:32:54Z</dcterms:modified>
</cp:coreProperties>
</file>