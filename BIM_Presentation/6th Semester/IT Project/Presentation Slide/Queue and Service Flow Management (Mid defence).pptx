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21A5F4-9C84-4563-9C1F-09B8CB8A823F}" v="48" dt="2026-09-12T20:31:10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mbf Lost" userId="fef588a876c5c238" providerId="LiveId" clId="{EAC2D405-7925-484C-BB30-A6DCFF34607F}"/>
    <pc:docChg chg="undo custSel addSld delSld modSld">
      <pc:chgData name="Sinmbf Lost" userId="fef588a876c5c238" providerId="LiveId" clId="{EAC2D405-7925-484C-BB30-A6DCFF34607F}" dt="2026-09-12T20:31:16.044" v="540" actId="2696"/>
      <pc:docMkLst>
        <pc:docMk/>
      </pc:docMkLst>
      <pc:sldChg chg="addSp delSp modSp mod modTransition">
        <pc:chgData name="Sinmbf Lost" userId="fef588a876c5c238" providerId="LiveId" clId="{EAC2D405-7925-484C-BB30-A6DCFF34607F}" dt="2026-09-12T20:30:33.700" v="527"/>
        <pc:sldMkLst>
          <pc:docMk/>
          <pc:sldMk cId="0" sldId="256"/>
        </pc:sldMkLst>
        <pc:spChg chg="mod">
          <ac:chgData name="Sinmbf Lost" userId="fef588a876c5c238" providerId="LiveId" clId="{EAC2D405-7925-484C-BB30-A6DCFF34607F}" dt="2026-09-12T19:26:02.312" v="39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17:26.139" v="281" actId="2711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Sinmbf Lost" userId="fef588a876c5c238" providerId="LiveId" clId="{EAC2D405-7925-484C-BB30-A6DCFF34607F}" dt="2026-09-12T19:06:38.301" v="35" actId="767"/>
          <ac:spMkLst>
            <pc:docMk/>
            <pc:sldMk cId="0" sldId="256"/>
            <ac:spMk id="4" creationId="{DA09FA9E-B102-137E-BDAD-CC58562147E7}"/>
          </ac:spMkLst>
        </pc:spChg>
        <pc:spChg chg="add mod">
          <ac:chgData name="Sinmbf Lost" userId="fef588a876c5c238" providerId="LiveId" clId="{EAC2D405-7925-484C-BB30-A6DCFF34607F}" dt="2026-09-12T19:06:36.331" v="31" actId="767"/>
          <ac:spMkLst>
            <pc:docMk/>
            <pc:sldMk cId="0" sldId="256"/>
            <ac:spMk id="5" creationId="{23B4118C-EF9E-2395-EA3D-12753F557AFD}"/>
          </ac:spMkLst>
        </pc:spChg>
        <pc:spChg chg="add del mod">
          <ac:chgData name="Sinmbf Lost" userId="fef588a876c5c238" providerId="LiveId" clId="{EAC2D405-7925-484C-BB30-A6DCFF34607F}" dt="2026-09-12T19:12:55.373" v="193" actId="478"/>
          <ac:spMkLst>
            <pc:docMk/>
            <pc:sldMk cId="0" sldId="256"/>
            <ac:spMk id="6" creationId="{D1B0416C-DC0F-582C-0584-A03DC4371CA9}"/>
          </ac:spMkLst>
        </pc:spChg>
        <pc:spChg chg="add mod">
          <ac:chgData name="Sinmbf Lost" userId="fef588a876c5c238" providerId="LiveId" clId="{EAC2D405-7925-484C-BB30-A6DCFF34607F}" dt="2026-09-12T19:17:26.139" v="281" actId="2711"/>
          <ac:spMkLst>
            <pc:docMk/>
            <pc:sldMk cId="0" sldId="256"/>
            <ac:spMk id="7" creationId="{279463CC-95CF-44BA-6D22-DD700E9F5955}"/>
          </ac:spMkLst>
        </pc:spChg>
        <pc:spChg chg="add mod">
          <ac:chgData name="Sinmbf Lost" userId="fef588a876c5c238" providerId="LiveId" clId="{EAC2D405-7925-484C-BB30-A6DCFF34607F}" dt="2026-09-12T19:26:45.060" v="402" actId="1076"/>
          <ac:spMkLst>
            <pc:docMk/>
            <pc:sldMk cId="0" sldId="256"/>
            <ac:spMk id="8" creationId="{CE4AF64F-BB04-6AFB-A72D-8479D3F83C0D}"/>
          </ac:spMkLst>
        </pc:spChg>
        <pc:spChg chg="del mod">
          <ac:chgData name="Sinmbf Lost" userId="fef588a876c5c238" providerId="LiveId" clId="{EAC2D405-7925-484C-BB30-A6DCFF34607F}" dt="2026-09-12T19:06:44.256" v="36" actId="478"/>
          <ac:spMkLst>
            <pc:docMk/>
            <pc:sldMk cId="0" sldId="256"/>
            <ac:spMk id="25" creationId="{00000000-0000-0000-0000-000000000000}"/>
          </ac:spMkLst>
        </pc:spChg>
      </pc:sldChg>
      <pc:sldChg chg="addSp delSp modSp mod modTransition setBg setClrOvrMap">
        <pc:chgData name="Sinmbf Lost" userId="fef588a876c5c238" providerId="LiveId" clId="{EAC2D405-7925-484C-BB30-A6DCFF34607F}" dt="2026-09-12T20:30:36.174" v="528"/>
        <pc:sldMkLst>
          <pc:docMk/>
          <pc:sldMk cId="0" sldId="257"/>
        </pc:sldMkLst>
        <pc:spChg chg="mod">
          <ac:chgData name="Sinmbf Lost" userId="fef588a876c5c238" providerId="LiveId" clId="{EAC2D405-7925-484C-BB30-A6DCFF34607F}" dt="2026-09-12T19:22:35.088" v="346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28:35.650" v="436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Sinmbf Lost" userId="fef588a876c5c238" providerId="LiveId" clId="{EAC2D405-7925-484C-BB30-A6DCFF34607F}" dt="2026-09-12T19:06:35.589" v="29" actId="767"/>
          <ac:spMkLst>
            <pc:docMk/>
            <pc:sldMk cId="0" sldId="257"/>
            <ac:spMk id="4" creationId="{9E85D18B-C882-22CA-9F6A-7C4BB35B632C}"/>
          </ac:spMkLst>
        </pc:spChg>
        <pc:spChg chg="add mod">
          <ac:chgData name="Sinmbf Lost" userId="fef588a876c5c238" providerId="LiveId" clId="{EAC2D405-7925-484C-BB30-A6DCFF34607F}" dt="2026-09-12T19:06:34.890" v="27" actId="767"/>
          <ac:spMkLst>
            <pc:docMk/>
            <pc:sldMk cId="0" sldId="257"/>
            <ac:spMk id="5" creationId="{10C74A8F-47BB-E872-6905-A4966B3A2CD8}"/>
          </ac:spMkLst>
        </pc:spChg>
        <pc:spChg chg="add del mod">
          <ac:chgData name="Sinmbf Lost" userId="fef588a876c5c238" providerId="LiveId" clId="{EAC2D405-7925-484C-BB30-A6DCFF34607F}" dt="2026-09-12T19:26:49.444" v="403" actId="478"/>
          <ac:spMkLst>
            <pc:docMk/>
            <pc:sldMk cId="0" sldId="257"/>
            <ac:spMk id="6" creationId="{48C76791-25FF-AEB3-71F5-356E1B089C4C}"/>
          </ac:spMkLst>
        </pc:spChg>
        <pc:spChg chg="add mod">
          <ac:chgData name="Sinmbf Lost" userId="fef588a876c5c238" providerId="LiveId" clId="{EAC2D405-7925-484C-BB30-A6DCFF34607F}" dt="2026-09-12T19:26:57.026" v="406" actId="20577"/>
          <ac:spMkLst>
            <pc:docMk/>
            <pc:sldMk cId="0" sldId="257"/>
            <ac:spMk id="9" creationId="{EBE957AA-A0AB-3E5D-7BB4-9D016AFD0854}"/>
          </ac:spMkLst>
        </pc:spChg>
        <pc:spChg chg="add">
          <ac:chgData name="Sinmbf Lost" userId="fef588a876c5c238" providerId="LiveId" clId="{EAC2D405-7925-484C-BB30-A6DCFF34607F}" dt="2026-09-12T19:09:00.731" v="107" actId="26606"/>
          <ac:spMkLst>
            <pc:docMk/>
            <pc:sldMk cId="0" sldId="257"/>
            <ac:spMk id="12" creationId="{4FA533C5-33E3-4611-AF9F-72811D8B26A6}"/>
          </ac:spMkLst>
        </pc:spChg>
        <pc:spChg chg="add">
          <ac:chgData name="Sinmbf Lost" userId="fef588a876c5c238" providerId="LiveId" clId="{EAC2D405-7925-484C-BB30-A6DCFF34607F}" dt="2026-09-12T19:09:00.731" v="107" actId="26606"/>
          <ac:spMkLst>
            <pc:docMk/>
            <pc:sldMk cId="0" sldId="257"/>
            <ac:spMk id="18" creationId="{87F0FDC4-AD8C-47D9-9131-623C98ADB0AE}"/>
          </ac:spMkLst>
        </pc:spChg>
        <pc:spChg chg="add">
          <ac:chgData name="Sinmbf Lost" userId="fef588a876c5c238" providerId="LiveId" clId="{EAC2D405-7925-484C-BB30-A6DCFF34607F}" dt="2026-09-12T19:09:00.731" v="107" actId="26606"/>
          <ac:spMkLst>
            <pc:docMk/>
            <pc:sldMk cId="0" sldId="257"/>
            <ac:spMk id="20" creationId="{74CD14DB-BB81-479F-A1FC-1C75640E9F84}"/>
          </ac:spMkLst>
        </pc:spChg>
        <pc:spChg chg="add">
          <ac:chgData name="Sinmbf Lost" userId="fef588a876c5c238" providerId="LiveId" clId="{EAC2D405-7925-484C-BB30-A6DCFF34607F}" dt="2026-09-12T19:09:00.731" v="107" actId="26606"/>
          <ac:spMkLst>
            <pc:docMk/>
            <pc:sldMk cId="0" sldId="257"/>
            <ac:spMk id="22" creationId="{C943A91B-7CA7-4592-A975-73B1BF8C4C74}"/>
          </ac:spMkLst>
        </pc:spChg>
        <pc:spChg chg="add">
          <ac:chgData name="Sinmbf Lost" userId="fef588a876c5c238" providerId="LiveId" clId="{EAC2D405-7925-484C-BB30-A6DCFF34607F}" dt="2026-09-12T19:09:00.731" v="107" actId="26606"/>
          <ac:spMkLst>
            <pc:docMk/>
            <pc:sldMk cId="0" sldId="257"/>
            <ac:spMk id="24" creationId="{EC471314-E46A-414B-8D91-74880E84F187}"/>
          </ac:spMkLst>
        </pc:spChg>
        <pc:spChg chg="del">
          <ac:chgData name="Sinmbf Lost" userId="fef588a876c5c238" providerId="LiveId" clId="{EAC2D405-7925-484C-BB30-A6DCFF34607F}" dt="2026-09-12T19:06:46.833" v="37" actId="478"/>
          <ac:spMkLst>
            <pc:docMk/>
            <pc:sldMk cId="0" sldId="257"/>
            <ac:spMk id="25" creationId="{00000000-0000-0000-0000-000000000000}"/>
          </ac:spMkLst>
        </pc:spChg>
        <pc:spChg chg="add">
          <ac:chgData name="Sinmbf Lost" userId="fef588a876c5c238" providerId="LiveId" clId="{EAC2D405-7925-484C-BB30-A6DCFF34607F}" dt="2026-09-12T19:09:00.731" v="107" actId="26606"/>
          <ac:spMkLst>
            <pc:docMk/>
            <pc:sldMk cId="0" sldId="257"/>
            <ac:spMk id="26" creationId="{6A681326-1C9D-44A3-A627-3871BDAE4127}"/>
          </ac:spMkLst>
        </pc:spChg>
        <pc:picChg chg="add">
          <ac:chgData name="Sinmbf Lost" userId="fef588a876c5c238" providerId="LiveId" clId="{EAC2D405-7925-484C-BB30-A6DCFF34607F}" dt="2026-09-12T19:09:00.731" v="107" actId="26606"/>
          <ac:picMkLst>
            <pc:docMk/>
            <pc:sldMk cId="0" sldId="257"/>
            <ac:picMk id="10" creationId="{2AE609E2-8522-44E4-9077-980E5BCF3E14}"/>
          </ac:picMkLst>
        </pc:picChg>
        <pc:picChg chg="add">
          <ac:chgData name="Sinmbf Lost" userId="fef588a876c5c238" providerId="LiveId" clId="{EAC2D405-7925-484C-BB30-A6DCFF34607F}" dt="2026-09-12T19:09:00.731" v="107" actId="26606"/>
          <ac:picMkLst>
            <pc:docMk/>
            <pc:sldMk cId="0" sldId="257"/>
            <ac:picMk id="16" creationId="{6AC7D913-60B7-4603-881B-831DA5D3A940}"/>
          </ac:picMkLst>
        </pc:picChg>
      </pc:sldChg>
      <pc:sldChg chg="addSp delSp modSp add del mod modTransition setBg setClrOvrMap">
        <pc:chgData name="Sinmbf Lost" userId="fef588a876c5c238" providerId="LiveId" clId="{EAC2D405-7925-484C-BB30-A6DCFF34607F}" dt="2026-09-12T20:30:38.558" v="529"/>
        <pc:sldMkLst>
          <pc:docMk/>
          <pc:sldMk cId="0" sldId="258"/>
        </pc:sldMkLst>
        <pc:spChg chg="mod">
          <ac:chgData name="Sinmbf Lost" userId="fef588a876c5c238" providerId="LiveId" clId="{EAC2D405-7925-484C-BB30-A6DCFF34607F}" dt="2026-09-12T19:22:32.151" v="345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32:17.129" v="474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06:34.102" v="25" actId="767"/>
          <ac:spMkLst>
            <pc:docMk/>
            <pc:sldMk cId="0" sldId="258"/>
            <ac:spMk id="4" creationId="{335406CE-3C03-B619-4F37-4AC367CA28BF}"/>
          </ac:spMkLst>
        </pc:spChg>
        <pc:spChg chg="add mod">
          <ac:chgData name="Sinmbf Lost" userId="fef588a876c5c238" providerId="LiveId" clId="{EAC2D405-7925-484C-BB30-A6DCFF34607F}" dt="2026-09-12T19:27:07.040" v="409" actId="20577"/>
          <ac:spMkLst>
            <pc:docMk/>
            <pc:sldMk cId="0" sldId="258"/>
            <ac:spMk id="6" creationId="{0C347D4E-3A2A-0E4F-AF1D-9A804C9F2F80}"/>
          </ac:spMkLst>
        </pc:spChg>
        <pc:spChg chg="add">
          <ac:chgData name="Sinmbf Lost" userId="fef588a876c5c238" providerId="LiveId" clId="{EAC2D405-7925-484C-BB30-A6DCFF34607F}" dt="2026-09-12T19:09:07.372" v="108" actId="26606"/>
          <ac:spMkLst>
            <pc:docMk/>
            <pc:sldMk cId="0" sldId="258"/>
            <ac:spMk id="12" creationId="{4FA533C5-33E3-4611-AF9F-72811D8B26A6}"/>
          </ac:spMkLst>
        </pc:spChg>
        <pc:spChg chg="add">
          <ac:chgData name="Sinmbf Lost" userId="fef588a876c5c238" providerId="LiveId" clId="{EAC2D405-7925-484C-BB30-A6DCFF34607F}" dt="2026-09-12T19:09:07.372" v="108" actId="26606"/>
          <ac:spMkLst>
            <pc:docMk/>
            <pc:sldMk cId="0" sldId="258"/>
            <ac:spMk id="18" creationId="{87F0FDC4-AD8C-47D9-9131-623C98ADB0AE}"/>
          </ac:spMkLst>
        </pc:spChg>
        <pc:spChg chg="add">
          <ac:chgData name="Sinmbf Lost" userId="fef588a876c5c238" providerId="LiveId" clId="{EAC2D405-7925-484C-BB30-A6DCFF34607F}" dt="2026-09-12T19:09:07.372" v="108" actId="26606"/>
          <ac:spMkLst>
            <pc:docMk/>
            <pc:sldMk cId="0" sldId="258"/>
            <ac:spMk id="20" creationId="{74CD14DB-BB81-479F-A1FC-1C75640E9F84}"/>
          </ac:spMkLst>
        </pc:spChg>
        <pc:spChg chg="add">
          <ac:chgData name="Sinmbf Lost" userId="fef588a876c5c238" providerId="LiveId" clId="{EAC2D405-7925-484C-BB30-A6DCFF34607F}" dt="2026-09-12T19:09:07.372" v="108" actId="26606"/>
          <ac:spMkLst>
            <pc:docMk/>
            <pc:sldMk cId="0" sldId="258"/>
            <ac:spMk id="22" creationId="{C943A91B-7CA7-4592-A975-73B1BF8C4C74}"/>
          </ac:spMkLst>
        </pc:spChg>
        <pc:spChg chg="add">
          <ac:chgData name="Sinmbf Lost" userId="fef588a876c5c238" providerId="LiveId" clId="{EAC2D405-7925-484C-BB30-A6DCFF34607F}" dt="2026-09-12T19:09:07.372" v="108" actId="26606"/>
          <ac:spMkLst>
            <pc:docMk/>
            <pc:sldMk cId="0" sldId="258"/>
            <ac:spMk id="24" creationId="{EC471314-E46A-414B-8D91-74880E84F187}"/>
          </ac:spMkLst>
        </pc:spChg>
        <pc:spChg chg="del">
          <ac:chgData name="Sinmbf Lost" userId="fef588a876c5c238" providerId="LiveId" clId="{EAC2D405-7925-484C-BB30-A6DCFF34607F}" dt="2026-09-12T19:06:53.243" v="40" actId="478"/>
          <ac:spMkLst>
            <pc:docMk/>
            <pc:sldMk cId="0" sldId="258"/>
            <ac:spMk id="25" creationId="{00000000-0000-0000-0000-000000000000}"/>
          </ac:spMkLst>
        </pc:spChg>
        <pc:spChg chg="add">
          <ac:chgData name="Sinmbf Lost" userId="fef588a876c5c238" providerId="LiveId" clId="{EAC2D405-7925-484C-BB30-A6DCFF34607F}" dt="2026-09-12T19:09:07.372" v="108" actId="26606"/>
          <ac:spMkLst>
            <pc:docMk/>
            <pc:sldMk cId="0" sldId="258"/>
            <ac:spMk id="26" creationId="{6A681326-1C9D-44A3-A627-3871BDAE4127}"/>
          </ac:spMkLst>
        </pc:spChg>
        <pc:picChg chg="add">
          <ac:chgData name="Sinmbf Lost" userId="fef588a876c5c238" providerId="LiveId" clId="{EAC2D405-7925-484C-BB30-A6DCFF34607F}" dt="2026-09-12T19:09:07.372" v="108" actId="26606"/>
          <ac:picMkLst>
            <pc:docMk/>
            <pc:sldMk cId="0" sldId="258"/>
            <ac:picMk id="8" creationId="{91B28F63-CF00-448F-B141-FE33C33B1891}"/>
          </ac:picMkLst>
        </pc:picChg>
        <pc:picChg chg="add">
          <ac:chgData name="Sinmbf Lost" userId="fef588a876c5c238" providerId="LiveId" clId="{EAC2D405-7925-484C-BB30-A6DCFF34607F}" dt="2026-09-12T19:09:07.372" v="108" actId="26606"/>
          <ac:picMkLst>
            <pc:docMk/>
            <pc:sldMk cId="0" sldId="258"/>
            <ac:picMk id="16" creationId="{6AC7D913-60B7-4603-881B-831DA5D3A940}"/>
          </ac:picMkLst>
        </pc:picChg>
      </pc:sldChg>
      <pc:sldChg chg="addSp delSp modSp mod modTransition setBg setClrOvrMap">
        <pc:chgData name="Sinmbf Lost" userId="fef588a876c5c238" providerId="LiveId" clId="{EAC2D405-7925-484C-BB30-A6DCFF34607F}" dt="2026-09-12T20:30:42.341" v="530"/>
        <pc:sldMkLst>
          <pc:docMk/>
          <pc:sldMk cId="0" sldId="259"/>
        </pc:sldMkLst>
        <pc:spChg chg="mod ord">
          <ac:chgData name="Sinmbf Lost" userId="fef588a876c5c238" providerId="LiveId" clId="{EAC2D405-7925-484C-BB30-A6DCFF34607F}" dt="2026-09-12T19:17:59.103" v="290" actId="255"/>
          <ac:spMkLst>
            <pc:docMk/>
            <pc:sldMk cId="0" sldId="259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17:47.859" v="285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33:00.100" v="484" actId="20577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7:15.595" v="412" actId="20577"/>
          <ac:spMkLst>
            <pc:docMk/>
            <pc:sldMk cId="0" sldId="259"/>
            <ac:spMk id="6" creationId="{54AA0CE3-346D-6DCD-28E6-307D43728C0D}"/>
          </ac:spMkLst>
        </pc:spChg>
        <pc:spChg chg="add del">
          <ac:chgData name="Sinmbf Lost" userId="fef588a876c5c238" providerId="LiveId" clId="{EAC2D405-7925-484C-BB30-A6DCFF34607F}" dt="2026-09-12T19:09:48.253" v="118" actId="26606"/>
          <ac:spMkLst>
            <pc:docMk/>
            <pc:sldMk cId="0" sldId="259"/>
            <ac:spMk id="13" creationId="{4FA533C5-33E3-4611-AF9F-72811D8B26A6}"/>
          </ac:spMkLst>
        </pc:spChg>
        <pc:spChg chg="add del">
          <ac:chgData name="Sinmbf Lost" userId="fef588a876c5c238" providerId="LiveId" clId="{EAC2D405-7925-484C-BB30-A6DCFF34607F}" dt="2026-09-12T19:09:48.253" v="118" actId="26606"/>
          <ac:spMkLst>
            <pc:docMk/>
            <pc:sldMk cId="0" sldId="259"/>
            <ac:spMk id="19" creationId="{87F0FDC4-AD8C-47D9-9131-623C98ADB0AE}"/>
          </ac:spMkLst>
        </pc:spChg>
        <pc:spChg chg="add del">
          <ac:chgData name="Sinmbf Lost" userId="fef588a876c5c238" providerId="LiveId" clId="{EAC2D405-7925-484C-BB30-A6DCFF34607F}" dt="2026-09-12T19:09:48.253" v="118" actId="26606"/>
          <ac:spMkLst>
            <pc:docMk/>
            <pc:sldMk cId="0" sldId="259"/>
            <ac:spMk id="21" creationId="{8A0B882D-4FEF-4E28-9811-11D57386D4F4}"/>
          </ac:spMkLst>
        </pc:spChg>
        <pc:spChg chg="add del">
          <ac:chgData name="Sinmbf Lost" userId="fef588a876c5c238" providerId="LiveId" clId="{EAC2D405-7925-484C-BB30-A6DCFF34607F}" dt="2026-09-12T19:09:48.253" v="118" actId="26606"/>
          <ac:spMkLst>
            <pc:docMk/>
            <pc:sldMk cId="0" sldId="259"/>
            <ac:spMk id="23" creationId="{E8DA6D14-0849-4180-8DEF-F2F6BF123206}"/>
          </ac:spMkLst>
        </pc:spChg>
        <pc:spChg chg="del">
          <ac:chgData name="Sinmbf Lost" userId="fef588a876c5c238" providerId="LiveId" clId="{EAC2D405-7925-484C-BB30-A6DCFF34607F}" dt="2026-09-12T19:06:55.294" v="41" actId="478"/>
          <ac:spMkLst>
            <pc:docMk/>
            <pc:sldMk cId="0" sldId="259"/>
            <ac:spMk id="25" creationId="{00000000-0000-0000-0000-000000000000}"/>
          </ac:spMkLst>
        </pc:spChg>
        <pc:picChg chg="add del">
          <ac:chgData name="Sinmbf Lost" userId="fef588a876c5c238" providerId="LiveId" clId="{EAC2D405-7925-484C-BB30-A6DCFF34607F}" dt="2026-09-12T19:09:48.253" v="118" actId="26606"/>
          <ac:picMkLst>
            <pc:docMk/>
            <pc:sldMk cId="0" sldId="259"/>
            <ac:picMk id="11" creationId="{2AE609E2-8522-44E4-9077-980E5BCF3E14}"/>
          </ac:picMkLst>
        </pc:picChg>
        <pc:picChg chg="add del">
          <ac:chgData name="Sinmbf Lost" userId="fef588a876c5c238" providerId="LiveId" clId="{EAC2D405-7925-484C-BB30-A6DCFF34607F}" dt="2026-09-12T19:09:48.253" v="118" actId="26606"/>
          <ac:picMkLst>
            <pc:docMk/>
            <pc:sldMk cId="0" sldId="259"/>
            <ac:picMk id="15" creationId="{8949AD42-25FD-4C3D-9EEE-B7FEC5809988}"/>
          </ac:picMkLst>
        </pc:picChg>
        <pc:picChg chg="add del">
          <ac:chgData name="Sinmbf Lost" userId="fef588a876c5c238" providerId="LiveId" clId="{EAC2D405-7925-484C-BB30-A6DCFF34607F}" dt="2026-09-12T19:09:48.253" v="118" actId="26606"/>
          <ac:picMkLst>
            <pc:docMk/>
            <pc:sldMk cId="0" sldId="259"/>
            <ac:picMk id="17" creationId="{6AC7D913-60B7-4603-881B-831DA5D3A940}"/>
          </ac:picMkLst>
        </pc:picChg>
      </pc:sldChg>
      <pc:sldChg chg="addSp delSp modSp mod modTransition setBg setClrOvrMap">
        <pc:chgData name="Sinmbf Lost" userId="fef588a876c5c238" providerId="LiveId" clId="{EAC2D405-7925-484C-BB30-A6DCFF34607F}" dt="2026-09-12T20:30:45.270" v="531"/>
        <pc:sldMkLst>
          <pc:docMk/>
          <pc:sldMk cId="0" sldId="260"/>
        </pc:sldMkLst>
        <pc:spChg chg="mod">
          <ac:chgData name="Sinmbf Lost" userId="fef588a876c5c238" providerId="LiveId" clId="{EAC2D405-7925-484C-BB30-A6DCFF34607F}" dt="2026-09-12T19:22:26.311" v="344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23:55.669" v="359" actId="948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7:22.969" v="415" actId="20577"/>
          <ac:spMkLst>
            <pc:docMk/>
            <pc:sldMk cId="0" sldId="260"/>
            <ac:spMk id="5" creationId="{99C5B343-CA62-8FE6-17B2-CD7DE8FF5A47}"/>
          </ac:spMkLst>
        </pc:spChg>
        <pc:spChg chg="add">
          <ac:chgData name="Sinmbf Lost" userId="fef588a876c5c238" providerId="LiveId" clId="{EAC2D405-7925-484C-BB30-A6DCFF34607F}" dt="2026-09-12T19:09:59.524" v="119" actId="26606"/>
          <ac:spMkLst>
            <pc:docMk/>
            <pc:sldMk cId="0" sldId="260"/>
            <ac:spMk id="12" creationId="{4FA533C5-33E3-4611-AF9F-72811D8B26A6}"/>
          </ac:spMkLst>
        </pc:spChg>
        <pc:spChg chg="add">
          <ac:chgData name="Sinmbf Lost" userId="fef588a876c5c238" providerId="LiveId" clId="{EAC2D405-7925-484C-BB30-A6DCFF34607F}" dt="2026-09-12T19:09:59.524" v="119" actId="26606"/>
          <ac:spMkLst>
            <pc:docMk/>
            <pc:sldMk cId="0" sldId="260"/>
            <ac:spMk id="18" creationId="{87F0FDC4-AD8C-47D9-9131-623C98ADB0AE}"/>
          </ac:spMkLst>
        </pc:spChg>
        <pc:spChg chg="add">
          <ac:chgData name="Sinmbf Lost" userId="fef588a876c5c238" providerId="LiveId" clId="{EAC2D405-7925-484C-BB30-A6DCFF34607F}" dt="2026-09-12T19:09:59.524" v="119" actId="26606"/>
          <ac:spMkLst>
            <pc:docMk/>
            <pc:sldMk cId="0" sldId="260"/>
            <ac:spMk id="20" creationId="{74CD14DB-BB81-479F-A1FC-1C75640E9F84}"/>
          </ac:spMkLst>
        </pc:spChg>
        <pc:spChg chg="add">
          <ac:chgData name="Sinmbf Lost" userId="fef588a876c5c238" providerId="LiveId" clId="{EAC2D405-7925-484C-BB30-A6DCFF34607F}" dt="2026-09-12T19:09:59.524" v="119" actId="26606"/>
          <ac:spMkLst>
            <pc:docMk/>
            <pc:sldMk cId="0" sldId="260"/>
            <ac:spMk id="22" creationId="{C943A91B-7CA7-4592-A975-73B1BF8C4C74}"/>
          </ac:spMkLst>
        </pc:spChg>
        <pc:spChg chg="add">
          <ac:chgData name="Sinmbf Lost" userId="fef588a876c5c238" providerId="LiveId" clId="{EAC2D405-7925-484C-BB30-A6DCFF34607F}" dt="2026-09-12T19:09:59.524" v="119" actId="26606"/>
          <ac:spMkLst>
            <pc:docMk/>
            <pc:sldMk cId="0" sldId="260"/>
            <ac:spMk id="24" creationId="{EC471314-E46A-414B-8D91-74880E84F187}"/>
          </ac:spMkLst>
        </pc:spChg>
        <pc:spChg chg="del">
          <ac:chgData name="Sinmbf Lost" userId="fef588a876c5c238" providerId="LiveId" clId="{EAC2D405-7925-484C-BB30-A6DCFF34607F}" dt="2026-09-12T19:06:59.936" v="43" actId="478"/>
          <ac:spMkLst>
            <pc:docMk/>
            <pc:sldMk cId="0" sldId="260"/>
            <ac:spMk id="25" creationId="{00000000-0000-0000-0000-000000000000}"/>
          </ac:spMkLst>
        </pc:spChg>
        <pc:spChg chg="add">
          <ac:chgData name="Sinmbf Lost" userId="fef588a876c5c238" providerId="LiveId" clId="{EAC2D405-7925-484C-BB30-A6DCFF34607F}" dt="2026-09-12T19:09:59.524" v="119" actId="26606"/>
          <ac:spMkLst>
            <pc:docMk/>
            <pc:sldMk cId="0" sldId="260"/>
            <ac:spMk id="26" creationId="{6A681326-1C9D-44A3-A627-3871BDAE4127}"/>
          </ac:spMkLst>
        </pc:spChg>
        <pc:picChg chg="add">
          <ac:chgData name="Sinmbf Lost" userId="fef588a876c5c238" providerId="LiveId" clId="{EAC2D405-7925-484C-BB30-A6DCFF34607F}" dt="2026-09-12T19:09:59.524" v="119" actId="26606"/>
          <ac:picMkLst>
            <pc:docMk/>
            <pc:sldMk cId="0" sldId="260"/>
            <ac:picMk id="8" creationId="{91B28F63-CF00-448F-B141-FE33C33B1891}"/>
          </ac:picMkLst>
        </pc:picChg>
        <pc:picChg chg="add">
          <ac:chgData name="Sinmbf Lost" userId="fef588a876c5c238" providerId="LiveId" clId="{EAC2D405-7925-484C-BB30-A6DCFF34607F}" dt="2026-09-12T19:09:59.524" v="119" actId="26606"/>
          <ac:picMkLst>
            <pc:docMk/>
            <pc:sldMk cId="0" sldId="260"/>
            <ac:picMk id="14" creationId="{8949AD42-25FD-4C3D-9EEE-B7FEC5809988}"/>
          </ac:picMkLst>
        </pc:picChg>
      </pc:sldChg>
      <pc:sldChg chg="addSp delSp modSp mod modTransition setBg setClrOvrMap">
        <pc:chgData name="Sinmbf Lost" userId="fef588a876c5c238" providerId="LiveId" clId="{EAC2D405-7925-484C-BB30-A6DCFF34607F}" dt="2026-09-12T20:30:47.973" v="532"/>
        <pc:sldMkLst>
          <pc:docMk/>
          <pc:sldMk cId="0" sldId="261"/>
        </pc:sldMkLst>
        <pc:spChg chg="mod">
          <ac:chgData name="Sinmbf Lost" userId="fef588a876c5c238" providerId="LiveId" clId="{EAC2D405-7925-484C-BB30-A6DCFF34607F}" dt="2026-09-12T19:22:23.543" v="343" actId="113"/>
          <ac:spMkLst>
            <pc:docMk/>
            <pc:sldMk cId="0" sldId="261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23:59.513" v="360" actId="948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7:35.263" v="418" actId="207"/>
          <ac:spMkLst>
            <pc:docMk/>
            <pc:sldMk cId="0" sldId="261"/>
            <ac:spMk id="5" creationId="{17057799-B179-186A-820B-7717F6A77F27}"/>
          </ac:spMkLst>
        </pc:spChg>
        <pc:spChg chg="add del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12" creationId="{4FA533C5-33E3-4611-AF9F-72811D8B26A6}"/>
          </ac:spMkLst>
        </pc:spChg>
        <pc:spChg chg="add del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18" creationId="{87F0FDC4-AD8C-47D9-9131-623C98ADB0AE}"/>
          </ac:spMkLst>
        </pc:spChg>
        <pc:spChg chg="add del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20" creationId="{052BEFF1-896C-45B1-B02C-96A6A1BC389A}"/>
          </ac:spMkLst>
        </pc:spChg>
        <pc:spChg chg="add del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22" creationId="{BB237A14-61B1-4C00-A670-5D8D68A8668E}"/>
          </ac:spMkLst>
        </pc:spChg>
        <pc:spChg chg="add del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24" creationId="{8598F259-6F54-47A3-8D13-1603D786A328}"/>
          </ac:spMkLst>
        </pc:spChg>
        <pc:spChg chg="del">
          <ac:chgData name="Sinmbf Lost" userId="fef588a876c5c238" providerId="LiveId" clId="{EAC2D405-7925-484C-BB30-A6DCFF34607F}" dt="2026-09-12T19:06:57.832" v="42" actId="478"/>
          <ac:spMkLst>
            <pc:docMk/>
            <pc:sldMk cId="0" sldId="261"/>
            <ac:spMk id="25" creationId="{00000000-0000-0000-0000-000000000000}"/>
          </ac:spMkLst>
        </pc:spChg>
        <pc:spChg chg="add">
          <ac:chgData name="Sinmbf Lost" userId="fef588a876c5c238" providerId="LiveId" clId="{EAC2D405-7925-484C-BB30-A6DCFF34607F}" dt="2026-09-12T19:10:11.675" v="120" actId="26606"/>
          <ac:spMkLst>
            <pc:docMk/>
            <pc:sldMk cId="0" sldId="261"/>
            <ac:spMk id="26" creationId="{0BA768A8-4FED-4ED8-9E46-6BE72188ECD2}"/>
          </ac:spMkLst>
        </pc:spChg>
        <pc:spChg chg="add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41" creationId="{87F0FDC4-AD8C-47D9-9131-623C98ADB0AE}"/>
          </ac:spMkLst>
        </pc:spChg>
        <pc:spChg chg="add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45" creationId="{C943A91B-7CA7-4592-A975-73B1BF8C4C74}"/>
          </ac:spMkLst>
        </pc:spChg>
        <pc:spChg chg="add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47" creationId="{EC471314-E46A-414B-8D91-74880E84F187}"/>
          </ac:spMkLst>
        </pc:spChg>
        <pc:spChg chg="add">
          <ac:chgData name="Sinmbf Lost" userId="fef588a876c5c238" providerId="LiveId" clId="{EAC2D405-7925-484C-BB30-A6DCFF34607F}" dt="2026-09-12T19:10:36.282" v="125" actId="26606"/>
          <ac:spMkLst>
            <pc:docMk/>
            <pc:sldMk cId="0" sldId="261"/>
            <ac:spMk id="49" creationId="{6A681326-1C9D-44A3-A627-3871BDAE4127}"/>
          </ac:spMkLst>
        </pc:spChg>
        <pc:picChg chg="add">
          <ac:chgData name="Sinmbf Lost" userId="fef588a876c5c238" providerId="LiveId" clId="{EAC2D405-7925-484C-BB30-A6DCFF34607F}" dt="2026-09-12T19:10:11.675" v="120" actId="26606"/>
          <ac:picMkLst>
            <pc:docMk/>
            <pc:sldMk cId="0" sldId="261"/>
            <ac:picMk id="10" creationId="{2AE609E2-8522-44E4-9077-980E5BCF3E14}"/>
          </ac:picMkLst>
        </pc:picChg>
        <pc:picChg chg="add">
          <ac:chgData name="Sinmbf Lost" userId="fef588a876c5c238" providerId="LiveId" clId="{EAC2D405-7925-484C-BB30-A6DCFF34607F}" dt="2026-09-12T19:10:11.675" v="120" actId="26606"/>
          <ac:picMkLst>
            <pc:docMk/>
            <pc:sldMk cId="0" sldId="261"/>
            <ac:picMk id="16" creationId="{6AC7D913-60B7-4603-881B-831DA5D3A940}"/>
          </ac:picMkLst>
        </pc:picChg>
      </pc:sldChg>
      <pc:sldChg chg="addSp delSp modSp mod modTransition">
        <pc:chgData name="Sinmbf Lost" userId="fef588a876c5c238" providerId="LiveId" clId="{EAC2D405-7925-484C-BB30-A6DCFF34607F}" dt="2026-09-12T20:30:50.806" v="533"/>
        <pc:sldMkLst>
          <pc:docMk/>
          <pc:sldMk cId="0" sldId="262"/>
        </pc:sldMkLst>
        <pc:spChg chg="mod">
          <ac:chgData name="Sinmbf Lost" userId="fef588a876c5c238" providerId="LiveId" clId="{EAC2D405-7925-484C-BB30-A6DCFF34607F}" dt="2026-09-12T19:22:17.718" v="342" actId="255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7:45.542" v="421" actId="20577"/>
          <ac:spMkLst>
            <pc:docMk/>
            <pc:sldMk cId="0" sldId="262"/>
            <ac:spMk id="4" creationId="{A6071B07-78D5-37EA-233D-EF9106C3B0BD}"/>
          </ac:spMkLst>
        </pc:spChg>
        <pc:spChg chg="del">
          <ac:chgData name="Sinmbf Lost" userId="fef588a876c5c238" providerId="LiveId" clId="{EAC2D405-7925-484C-BB30-A6DCFF34607F}" dt="2026-09-12T19:07:05.649" v="45" actId="478"/>
          <ac:spMkLst>
            <pc:docMk/>
            <pc:sldMk cId="0" sldId="262"/>
            <ac:spMk id="25" creationId="{00000000-0000-0000-0000-000000000000}"/>
          </ac:spMkLst>
        </pc:spChg>
        <pc:picChg chg="add mod">
          <ac:chgData name="Sinmbf Lost" userId="fef588a876c5c238" providerId="LiveId" clId="{EAC2D405-7925-484C-BB30-A6DCFF34607F}" dt="2026-09-12T19:33:56.837" v="489" actId="1076"/>
          <ac:picMkLst>
            <pc:docMk/>
            <pc:sldMk cId="0" sldId="262"/>
            <ac:picMk id="5" creationId="{1EDDA61A-9141-27BF-ADA8-D4A9BA8688B8}"/>
          </ac:picMkLst>
        </pc:picChg>
      </pc:sldChg>
      <pc:sldChg chg="addSp delSp modSp mod modTransition">
        <pc:chgData name="Sinmbf Lost" userId="fef588a876c5c238" providerId="LiveId" clId="{EAC2D405-7925-484C-BB30-A6DCFF34607F}" dt="2026-09-12T20:30:53.869" v="534"/>
        <pc:sldMkLst>
          <pc:docMk/>
          <pc:sldMk cId="0" sldId="263"/>
        </pc:sldMkLst>
        <pc:spChg chg="mod">
          <ac:chgData name="Sinmbf Lost" userId="fef588a876c5c238" providerId="LiveId" clId="{EAC2D405-7925-484C-BB30-A6DCFF34607F}" dt="2026-09-12T19:23:03.128" v="353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35:01.380" v="518" actId="113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7:58.165" v="424" actId="20577"/>
          <ac:spMkLst>
            <pc:docMk/>
            <pc:sldMk cId="0" sldId="263"/>
            <ac:spMk id="5" creationId="{B17955EA-80F9-2880-12B9-C2B949392C75}"/>
          </ac:spMkLst>
        </pc:spChg>
        <pc:spChg chg="del">
          <ac:chgData name="Sinmbf Lost" userId="fef588a876c5c238" providerId="LiveId" clId="{EAC2D405-7925-484C-BB30-A6DCFF34607F}" dt="2026-09-12T19:07:03.439" v="44" actId="478"/>
          <ac:spMkLst>
            <pc:docMk/>
            <pc:sldMk cId="0" sldId="263"/>
            <ac:spMk id="25" creationId="{00000000-0000-0000-0000-000000000000}"/>
          </ac:spMkLst>
        </pc:spChg>
      </pc:sldChg>
      <pc:sldChg chg="addSp delSp modSp mod modTransition">
        <pc:chgData name="Sinmbf Lost" userId="fef588a876c5c238" providerId="LiveId" clId="{EAC2D405-7925-484C-BB30-A6DCFF34607F}" dt="2026-09-12T20:30:57.296" v="535"/>
        <pc:sldMkLst>
          <pc:docMk/>
          <pc:sldMk cId="0" sldId="264"/>
        </pc:sldMkLst>
        <pc:spChg chg="mod">
          <ac:chgData name="Sinmbf Lost" userId="fef588a876c5c238" providerId="LiveId" clId="{EAC2D405-7925-484C-BB30-A6DCFF34607F}" dt="2026-09-12T19:24:48.421" v="371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24:39.972" v="368" actId="948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8:05.108" v="427" actId="20577"/>
          <ac:spMkLst>
            <pc:docMk/>
            <pc:sldMk cId="0" sldId="264"/>
            <ac:spMk id="5" creationId="{7613CD37-F0A3-EFC1-0479-41F16D576236}"/>
          </ac:spMkLst>
        </pc:spChg>
        <pc:spChg chg="del">
          <ac:chgData name="Sinmbf Lost" userId="fef588a876c5c238" providerId="LiveId" clId="{EAC2D405-7925-484C-BB30-A6DCFF34607F}" dt="2026-09-12T19:07:07.334" v="46" actId="478"/>
          <ac:spMkLst>
            <pc:docMk/>
            <pc:sldMk cId="0" sldId="264"/>
            <ac:spMk id="25" creationId="{00000000-0000-0000-0000-000000000000}"/>
          </ac:spMkLst>
        </pc:spChg>
      </pc:sldChg>
      <pc:sldChg chg="addSp delSp modSp mod modTransition">
        <pc:chgData name="Sinmbf Lost" userId="fef588a876c5c238" providerId="LiveId" clId="{EAC2D405-7925-484C-BB30-A6DCFF34607F}" dt="2026-09-12T20:31:00.334" v="536"/>
        <pc:sldMkLst>
          <pc:docMk/>
          <pc:sldMk cId="0" sldId="265"/>
        </pc:sldMkLst>
        <pc:spChg chg="mod">
          <ac:chgData name="Sinmbf Lost" userId="fef588a876c5c238" providerId="LiveId" clId="{EAC2D405-7925-484C-BB30-A6DCFF34607F}" dt="2026-09-12T19:25:17.390" v="378" actId="255"/>
          <ac:spMkLst>
            <pc:docMk/>
            <pc:sldMk cId="0" sldId="265"/>
            <ac:spMk id="2" creationId="{00000000-0000-0000-0000-000000000000}"/>
          </ac:spMkLst>
        </pc:spChg>
        <pc:spChg chg="mod">
          <ac:chgData name="Sinmbf Lost" userId="fef588a876c5c238" providerId="LiveId" clId="{EAC2D405-7925-484C-BB30-A6DCFF34607F}" dt="2026-09-12T19:35:38.172" v="521" actId="20577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8:11.979" v="430" actId="20577"/>
          <ac:spMkLst>
            <pc:docMk/>
            <pc:sldMk cId="0" sldId="265"/>
            <ac:spMk id="5" creationId="{90D595F9-8243-39DA-1B1E-FDDD0AB2FD8D}"/>
          </ac:spMkLst>
        </pc:spChg>
        <pc:spChg chg="del">
          <ac:chgData name="Sinmbf Lost" userId="fef588a876c5c238" providerId="LiveId" clId="{EAC2D405-7925-484C-BB30-A6DCFF34607F}" dt="2026-09-12T19:07:09.428" v="47" actId="478"/>
          <ac:spMkLst>
            <pc:docMk/>
            <pc:sldMk cId="0" sldId="265"/>
            <ac:spMk id="25" creationId="{00000000-0000-0000-0000-000000000000}"/>
          </ac:spMkLst>
        </pc:spChg>
      </pc:sldChg>
      <pc:sldChg chg="addSp delSp modSp mod modTransition">
        <pc:chgData name="Sinmbf Lost" userId="fef588a876c5c238" providerId="LiveId" clId="{EAC2D405-7925-484C-BB30-A6DCFF34607F}" dt="2026-09-12T20:31:10.990" v="539"/>
        <pc:sldMkLst>
          <pc:docMk/>
          <pc:sldMk cId="0" sldId="266"/>
        </pc:sldMkLst>
        <pc:spChg chg="mod">
          <ac:chgData name="Sinmbf Lost" userId="fef588a876c5c238" providerId="LiveId" clId="{EAC2D405-7925-484C-BB30-A6DCFF34607F}" dt="2026-09-12T19:36:25.144" v="523" actId="403"/>
          <ac:spMkLst>
            <pc:docMk/>
            <pc:sldMk cId="0" sldId="266"/>
            <ac:spMk id="2" creationId="{00000000-0000-0000-0000-000000000000}"/>
          </ac:spMkLst>
        </pc:spChg>
        <pc:spChg chg="add mod">
          <ac:chgData name="Sinmbf Lost" userId="fef588a876c5c238" providerId="LiveId" clId="{EAC2D405-7925-484C-BB30-A6DCFF34607F}" dt="2026-09-12T19:28:17.337" v="433" actId="20577"/>
          <ac:spMkLst>
            <pc:docMk/>
            <pc:sldMk cId="0" sldId="266"/>
            <ac:spMk id="5" creationId="{5EFE857D-81A0-8294-5A0A-D37C374DFEBC}"/>
          </ac:spMkLst>
        </pc:spChg>
        <pc:spChg chg="del">
          <ac:chgData name="Sinmbf Lost" userId="fef588a876c5c238" providerId="LiveId" clId="{EAC2D405-7925-484C-BB30-A6DCFF34607F}" dt="2026-09-12T19:07:12.482" v="48" actId="478"/>
          <ac:spMkLst>
            <pc:docMk/>
            <pc:sldMk cId="0" sldId="266"/>
            <ac:spMk id="25" creationId="{00000000-0000-0000-0000-000000000000}"/>
          </ac:spMkLst>
        </pc:spChg>
      </pc:sldChg>
      <pc:sldChg chg="addSp delSp modSp new del mod delAnim modAnim">
        <pc:chgData name="Sinmbf Lost" userId="fef588a876c5c238" providerId="LiveId" clId="{EAC2D405-7925-484C-BB30-A6DCFF34607F}" dt="2026-09-12T20:31:16.044" v="540" actId="2696"/>
        <pc:sldMkLst>
          <pc:docMk/>
          <pc:sldMk cId="1524570914" sldId="267"/>
        </pc:sldMkLst>
        <pc:picChg chg="add del mod">
          <ac:chgData name="Sinmbf Lost" userId="fef588a876c5c238" providerId="LiveId" clId="{EAC2D405-7925-484C-BB30-A6DCFF34607F}" dt="2026-09-12T19:38:22.769" v="526" actId="478"/>
          <ac:picMkLst>
            <pc:docMk/>
            <pc:sldMk cId="1524570914" sldId="267"/>
            <ac:picMk id="3" creationId="{D6A479A9-C3A8-34F1-E5AF-A96B2F8BBC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63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5688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63676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5017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7426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6381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05E5D-68FD-447C-A2DD-5EC26B56527F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0223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7811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1584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7991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549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47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7150243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414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5681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1754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5909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4641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5F68458-1A7A-4A29-A16B-4424C6D3B5E6}" type="datetime1">
              <a:rPr lang="en-US" smtClean="0"/>
              <a:pPr/>
              <a:t>9/13/2026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908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57400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Queue and Service Flow Management System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7280" y="2926080"/>
            <a:ext cx="10012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 digital queue and multi-stage government service flow system for government offices in Nepal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9463CC-95CF-44BA-6D22-DD700E9F5955}"/>
              </a:ext>
            </a:extLst>
          </p:cNvPr>
          <p:cNvSpPr txBox="1"/>
          <p:nvPr/>
        </p:nvSpPr>
        <p:spPr>
          <a:xfrm>
            <a:off x="4618653" y="3956180"/>
            <a:ext cx="327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ctr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Siddhartha Shakya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AF64F-BB04-6AFB-A72D-8479D3F83C0D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ct val="0"/>
              </a:spcBef>
              <a:spcAft>
                <a:spcPts val="600"/>
              </a:spcAft>
              <a:defRPr sz="3000">
                <a:latin typeface="Times New Roman"/>
              </a:defRPr>
            </a:pPr>
            <a:r>
              <a:rPr lang="en-US" sz="4200" b="1" i="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1"/>
          <p:cNvSpPr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buClr>
                <a:schemeClr val="tx1"/>
              </a:buClr>
              <a:buSzPct val="80000"/>
              <a:buFont typeface="Times New Roman" panose="02020603050405020304" pitchFamily="18" charset="0"/>
              <a:buChar char="•"/>
              <a:defRPr sz="2200">
                <a:latin typeface="Times New Roman"/>
              </a:defRPr>
            </a:pPr>
            <a:r>
              <a:rPr lang="en-US" sz="2200" dirty="0">
                <a:ln w="0"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Citizens often face fragmented information about service stages, required documents, counters and expected waiting time.</a:t>
            </a:r>
          </a:p>
          <a:p>
            <a:pPr marL="342900" indent="-342900">
              <a:spcBef>
                <a:spcPts val="1000"/>
              </a:spcBef>
              <a:buClr>
                <a:schemeClr val="tx1"/>
              </a:buClr>
              <a:buSzPct val="80000"/>
              <a:buFont typeface="Times New Roman" panose="02020603050405020304" pitchFamily="18" charset="0"/>
              <a:buChar char="•"/>
              <a:defRPr sz="2200">
                <a:latin typeface="Times New Roman"/>
              </a:defRPr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Traditional and manual queue handling becomes difficult for multi-stage services and multiple counters, increasing staff workload and reducing queue visibility.</a:t>
            </a:r>
          </a:p>
          <a:p>
            <a:pPr marL="342900" indent="-342900">
              <a:spcBef>
                <a:spcPts val="1000"/>
              </a:spcBef>
              <a:buClr>
                <a:schemeClr val="tx1"/>
              </a:buClr>
              <a:buSzPct val="80000"/>
              <a:buFont typeface="Times New Roman" panose="02020603050405020304" pitchFamily="18" charset="0"/>
              <a:buChar char="•"/>
              <a:defRPr sz="2200">
                <a:latin typeface="Times New Roman"/>
              </a:defRPr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Limited real-time updates and notifications can cause missed turns, unnecessary waiting and poor service transparency.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E957AA-A0AB-3E5D-7BB4-9D016AFD0854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ct val="0"/>
              </a:spcBef>
              <a:spcAft>
                <a:spcPts val="600"/>
              </a:spcAft>
              <a:defRPr sz="3000">
                <a:latin typeface="Times New Roman"/>
              </a:defRPr>
            </a:pPr>
            <a:r>
              <a:rPr lang="en-US" sz="4200" b="1" i="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 1"/>
          <p:cNvSpPr/>
          <p:nvPr/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200">
                <a:latin typeface="Times New Roman"/>
              </a:defRPr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 digitize the complete government service journey from service information and token generation to stage completion.</a:t>
            </a:r>
          </a:p>
          <a:p>
            <a:pPr marL="342900" indent="-342900"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2200">
                <a:latin typeface="Times New Roman"/>
              </a:defRPr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 automate stage-specific queuing, token calling, counter check-in, waiting-time estimation and citizen notifications.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47D4E-3A2A-0E4F-AF1D-9A804C9F2F80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Development methodology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Incremental Waterfall Model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98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system is developed feature by feature in defined increments.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Each increment follows requirements, database/API design, backend development, testing, frontend integration and complete feature testing.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Completed increments provide a stable base for the next increment.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Major increments include project foundation, service information, digital token and queue, multi-stage service flow, and waiting-time estimation.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AA0CE3-346D-6DCD-28E6-307D43728C0D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en-US" sz="4200" b="1" i="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Functional requirements</a:t>
            </a:r>
          </a:p>
        </p:txBody>
      </p:sp>
      <p:sp>
        <p:nvSpPr>
          <p:cNvPr id="3" name="Text 1"/>
          <p:cNvSpPr/>
          <p:nvPr/>
        </p:nvSpPr>
        <p:spPr>
          <a:xfrm>
            <a:off x="1103312" y="2407716"/>
            <a:ext cx="8946541" cy="39184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User registration and authentication for citizens and staff.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Browse, search and view government services, offices, stages and required documents.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Generate, view, cancel and track digital queue tokens.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Manage stage-specific queues: waiting, called, serving, skipped and completed.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Estimated waiting-time calculation based on queue and counter conditions.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Notifications for approaching turns, turn calls and stage progress.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Staff dashboard with office-restricted queues, search, filtering, sorting and token actions.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5B343-CA62-8FE6-17B2-CD7DE8FF5A47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en-US" sz="4200" b="1" i="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Non-functional requirements</a:t>
            </a:r>
          </a:p>
        </p:txBody>
      </p:sp>
      <p:sp>
        <p:nvSpPr>
          <p:cNvPr id="3" name="Text 1"/>
          <p:cNvSpPr/>
          <p:nvPr/>
        </p:nvSpPr>
        <p:spPr>
          <a:xfrm>
            <a:off x="1104293" y="2396727"/>
            <a:ext cx="8946541" cy="4188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Usability: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interfaces should be simple and understandable for citizens and staff.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Responsiveness: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system should remain usable on desktop and mobile devices.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Performance: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queue updates and token information should refresh within a short interval.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Security: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authenticated actions and staff access should be restricted to authorized users and offices.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Reliability: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queue state and token transitions should remain consistent across service stages.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Scalability: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staff queues should remain manageable as the number of tokens increases.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SzPct val="80000"/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Maintainability: </a:t>
            </a:r>
            <a:r>
              <a:rPr 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service stages, counters, documents and office assignments should be data-driven.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57799-B179-186A-820B-7717F6A77F27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Use case diagram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71B07-78D5-37EA-233D-EF9106C3B0BD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DA61A-9141-27BF-ADA8-D4A9BA868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116" y="1178661"/>
            <a:ext cx="6149768" cy="536111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Technology used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698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Frontend: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React, Vite, Tailwind CSS</a:t>
            </a: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Backend: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Node.js with Express.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Database: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PostgreSQL with Prisma ORM.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Authentication and security: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JWT, bcrypt, Helmet and CORS.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Internationalization: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i18next and react-i18next for English and Nepali support.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Client utilities: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Axios, QR Code generation and Progressive Web App support.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Development environment: </a:t>
            </a: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JavaScript / JSX with npm-based tooling.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955EA-80F9-2880-12B9-C2B949392C75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Implementation modules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98480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Authentication and user management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Government office and service management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Service roadmap and required-document guidance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Digital token generation and queue-position management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Stage-specific queue and multi-counter management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Automatic token calling, counter check-in and service completion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Waiting-time estimation and queue monitoring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Citizen notifications and notification history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Staff dashboard and office-restricted queue operations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Public live queue monitor and QR support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CD37-F0A3-EFC1-0479-41F16D576236}"/>
              </a:ext>
            </a:extLst>
          </p:cNvPr>
          <p:cNvSpPr txBox="1"/>
          <p:nvPr/>
        </p:nvSpPr>
        <p:spPr>
          <a:xfrm>
            <a:off x="11572127" y="63094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106984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The proposed system centralizes government service guidance, digital queuing and multi-stage service flow.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Citizens can understand service stages, reserve queue positions, receive notifications and monitor progress remotely.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Staff can manage queues according to office responsibilities and current counter capacity.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0" indent="-254000"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itchFamily="34" charset="-122"/>
                <a:cs typeface="Times New Roman" panose="02020603050405020304" pitchFamily="18" charset="0"/>
              </a:rPr>
              <a:t>Stage-specific queues and dynamic waiting-time estimation improve transparency and reduce unnecessary waiting.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D595F9-8243-39DA-1B1E-FDDD0AB2FD8D}"/>
              </a:ext>
            </a:extLst>
          </p:cNvPr>
          <p:cNvSpPr txBox="1"/>
          <p:nvPr/>
        </p:nvSpPr>
        <p:spPr>
          <a:xfrm>
            <a:off x="11572127" y="630944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</a:t>
            </a: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05840" y="3154680"/>
            <a:ext cx="10195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E857D-81A0-8294-5A0A-D37C374DFEBC}"/>
              </a:ext>
            </a:extLst>
          </p:cNvPr>
          <p:cNvSpPr txBox="1"/>
          <p:nvPr/>
        </p:nvSpPr>
        <p:spPr>
          <a:xfrm>
            <a:off x="11572127" y="630944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</a:t>
            </a:r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598</Words>
  <Application>Microsoft Office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Smart Service 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Service Flow Management System</dc:title>
  <dc:subject>Mid Defence Presentation</dc:subject>
  <dc:creator>Smart Service Flow</dc:creator>
  <cp:lastModifiedBy>Sinmbf Lost</cp:lastModifiedBy>
  <cp:revision>1</cp:revision>
  <dcterms:created xsi:type="dcterms:W3CDTF">2026-09-12T18:57:48Z</dcterms:created>
  <dcterms:modified xsi:type="dcterms:W3CDTF">2026-09-12T20:31:16Z</dcterms:modified>
</cp:coreProperties>
</file>